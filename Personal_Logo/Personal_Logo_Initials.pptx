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9" r:id="rId3"/>
    <p:sldId id="261" r:id="rId4"/>
    <p:sldId id="262" r:id="rId5"/>
    <p:sldId id="264" r:id="rId6"/>
    <p:sldId id="265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A8"/>
    <a:srgbClr val="00DAD0"/>
    <a:srgbClr val="008E87"/>
    <a:srgbClr val="FFFFFF"/>
    <a:srgbClr val="05FFF3"/>
    <a:srgbClr val="09FFF3"/>
    <a:srgbClr val="FFB703"/>
    <a:srgbClr val="FF4D6D"/>
    <a:srgbClr val="FFD6C9"/>
    <a:srgbClr val="FF8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398C-D65A-F81D-B7C1-DE1000415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F9C7A-F3D1-8E1D-8345-2BE7C174E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DD34-AC53-FB39-746D-312DCF6F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8FB32-D045-9C41-6D6E-260E74AE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55527-AE67-124E-A19F-7812609B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7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9F24-415F-0805-1EF4-48AAF2F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E968A-B45C-8471-C9ED-5C0895BE2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E1690-D7E0-6401-85EA-919C0A91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59E57-5CB0-46B3-6778-005F7904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F4993-3A25-D8CB-FA0F-BFDFF0E3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81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794B4-182D-89A7-C94B-A69BF196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E9B73-85DF-7520-C5FB-A317B2A25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F7B23-FE6C-AEF9-FC84-65AD5612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AC007-60E5-7456-5297-CF707E4C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7297-9A36-EB4E-98D8-3AA54680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92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5B1E-B6CE-DD87-1EC3-38269F3F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0C0CE-2400-8358-2781-11F1D3E46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1A4CC4-7FFE-7DD9-42C8-7525545B7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AB5C0-DFEB-020D-6C03-EFEF0631A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06DB4-B28E-3393-3097-AC603D62C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F5409-718D-FAB7-B8A1-457E6C69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47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AA85-FF0D-27C4-3A66-DDAA2FCB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AFBDB-18E7-1598-5DC6-8A4DE99D8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E15F0-A251-82AA-19F7-22669C3E2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E8B8C1-BD6F-8C84-C75C-760801F8B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D1A5C-F4CF-F129-ABC2-4AE428FDE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5D43C-AD58-2F44-6B83-90FB6E62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C4FFF1-EC10-1F96-1B80-D704FD79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4B173F-F178-600E-21D4-1B810987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14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ED70-28DE-CAB6-5CD1-ADAF8B5DE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1A397-8F48-3FD9-7173-6268D5F1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5A64D-8C17-8760-C8E3-EF38CC51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9DBEB-28AA-1F65-D33A-0C97AC1C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236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CC1C09-9690-B302-8355-C2BFE841C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8B2506-D5FA-6B78-3FB1-46076E20E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9B133-3575-F6B9-EABF-5839EE3A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024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9EBA-37BC-F801-F821-0AE7310E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955F0-0ACE-11D4-FE13-2D938E9F0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11A2A-C8A1-DBF1-D138-01043070D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29AB8-C390-E295-290A-7FEAEB2BF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86886-18A9-FED3-39A0-7F05B6DF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83637-ADB7-4142-231F-660DAB47B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0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5AE8-55CA-8B1C-94FA-C2A2850D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4C371-4D1E-D2D9-1429-C4D5B8834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BF90C-E4CA-7912-8C1E-A2CF9FCA9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23798-0668-8ADE-B470-39F6FD58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FA3B64-1744-128F-B1FC-8AE87D27F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B6EA9-D07C-59E7-A75E-12D8FC5A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13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8154D-144E-4F47-45FE-681CCBBF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AD78D-D743-80C5-81BD-8567B43F4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13956-1718-1C6F-D9C4-7D1E4CC3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94FF8-3DDB-9C98-FFEA-DE6F37A7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C8E2A-7756-EED3-306F-8DEC815C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836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395CF-F834-A1A4-2248-EC2C1377E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BFC3D-4BA4-CEC1-F1C9-2427CC98A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EE2A6-3DAE-2FC1-6751-437D1552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C16FF-BA95-846E-4585-46062EBD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1143-756F-A74D-FA2D-A18E7E82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273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1A42-B1CA-ED35-CF04-0D373812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ADA0-4F1E-F8C1-CE3A-DB2073C46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C1EA5-3B05-E2D0-405E-77D05CD7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C5B8A-64D6-A0FE-2C9D-2C7226EAA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8629-7977-A17F-00AD-2D1C94D0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7433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2E50-6999-A93F-8DE6-FFC9F64A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9F67-3C77-04C5-3E0A-1A897D07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C5968-2BFC-BAF7-6711-EAFC1CED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48CEC-7DAA-1392-CEB1-ED139FC3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9A14C-DD1F-3213-B59F-0FE8BDD4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897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4C0AE-A215-4DB4-0E3A-8986FF10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42DFE-30A3-EB5C-B5BE-EB9562331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98288-2764-B80D-5155-FF3E0841C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01B17-C6A9-B2BA-F21D-CE766E463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0221-35DF-CA16-073F-2992B6FE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215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7FE5-ACD6-0C2E-E191-0540C6D3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6E65-FCFD-E654-C05C-4DDA8AA4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D9E08-6421-9DB5-4B3F-EE342B5F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2D7D-8234-0C2F-4AAC-04C63666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01036-D300-0A9C-18AD-278F6D02C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B364-FDE9-3F29-0599-94A9A74B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141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F5971-6FE1-315C-E85A-9B2E47900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5741-531F-F000-83E3-6F66E8A91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01C32-F8CE-BA63-DB51-FC7166366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2CEFA-25C3-44EC-2CA9-13CBFBB06A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4AF7-EE84-4E11-DBA8-ECDCF8966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80CFA-3559-E3EB-76F7-FECADE5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A47391-8E47-1009-0330-21CF7191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819F5D-1EA1-A9BA-61A9-29E18E06D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612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F4A9-9C6F-BECE-F625-F0E5945E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81E8E-2352-BC55-60C8-E8B46BE1B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FFF5E-99CB-0822-3F71-28F33ED1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E1A98-8A7F-FA6C-80A5-8BD991C83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8126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D683F-7E68-6D45-A219-E3687268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2B896-2433-A776-01E3-68D50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22612-95AE-25EE-788E-11833FF7A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5044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6528-DFDF-2CD9-0FCF-95FB8397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C9468-23DB-2921-247E-D93F4D8CF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00CA3-33B2-2F07-DD8B-8DF544BA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888B5-6CBD-C6ED-AEE6-33321167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31CE9-6F12-20E5-A885-5CA0C0A8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BE81-4D2B-02E7-BD92-A6B7ED96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843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A74D1-7F60-AAE3-1AD7-1AE7210A9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B26B7-1095-48C3-0A33-C72875AB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B124-DFB5-D158-49A5-016F5CEC6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BC14D-F591-F9F8-A51E-5A9B88E9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351C4-340A-8704-BF9C-86A431CE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54737-9482-E901-C7A4-97FE7C36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948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2435-E287-5E08-83D0-35CA5F3F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41B09D-E34F-0D8E-8143-4ED30A9BC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A4395-BDB5-82CA-571C-0B8A46CA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C7338-AA3A-DD2A-BF0B-B51DB922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CDE6F-6D6F-99CF-9A6D-9E5CAFC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4854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35512-3AB7-BEDF-5658-26001E03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F65C2-7A19-DE07-5E62-E77482242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6851F-65E0-6ED8-F47E-B4ABEE15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4DB-037E-1172-66DE-753F2DFD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9470-15CC-E8D5-3668-24A26C7F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986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6917B-E641-7900-4EC7-0CF66F5AB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0B1A4-0E3B-406A-B1C2-D12331C68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2BCAE-0328-D4AF-08B7-173C1AD5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8C745-3FB2-408F-A180-E395B9C870D1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5EC0-87FA-A213-D40A-550834023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586C6-9CEF-72D2-3D4B-C0BB80A25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2009A-DCF0-48B3-B25D-887382CE27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10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D182E-1DB1-4B28-B1CA-19D0CEF0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738D6-923F-4515-7DA5-9E40B9AD2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B97A-F4CE-E52A-09A3-A0F8304D4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47059-B1DD-40AF-B05C-82A7ABFB7355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83E31-7886-B962-6706-419417B516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9E6F-9368-14B0-BAF8-B104FA266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E0A44-A5F3-4221-BFF4-24444212D3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01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F0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CCFE8-6417-469B-37E2-EE3FAEA6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E375FB-5183-8AC6-26CC-3A398BF70FDE}"/>
              </a:ext>
            </a:extLst>
          </p:cNvPr>
          <p:cNvSpPr txBox="1"/>
          <p:nvPr/>
        </p:nvSpPr>
        <p:spPr>
          <a:xfrm>
            <a:off x="2133598" y="947057"/>
            <a:ext cx="7750629" cy="4508927"/>
          </a:xfrm>
          <a:prstGeom prst="rect">
            <a:avLst/>
          </a:prstGeom>
          <a:solidFill>
            <a:srgbClr val="C7F0D4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ln>
                  <a:solidFill>
                    <a:srgbClr val="FFD6B3"/>
                  </a:solidFill>
                </a:ln>
                <a:solidFill>
                  <a:srgbClr val="2E8B57"/>
                </a:solidFill>
                <a:effectLst>
                  <a:outerShdw blurRad="50800" dist="50800" dir="5400000" algn="ctr" rotWithShape="0">
                    <a:srgbClr val="FFB88C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chemeClr val="accent6">
                      <a:lumMod val="60000"/>
                      <a:lumOff val="40000"/>
                      <a:alpha val="98000"/>
                    </a:schemeClr>
                  </a:solidFill>
                </a:ln>
                <a:solidFill>
                  <a:srgbClr val="007D7D"/>
                </a:solidFill>
                <a:effectLst>
                  <a:glow rad="127000">
                    <a:srgbClr val="C7F0D4"/>
                  </a:glow>
                  <a:outerShdw dist="50800" dir="10200000" algn="ctr" rotWithShape="0">
                    <a:srgbClr val="2E8B57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Plant">
            <a:extLst>
              <a:ext uri="{FF2B5EF4-FFF2-40B4-BE49-F238E27FC236}">
                <a16:creationId xmlns:a16="http://schemas.microsoft.com/office/drawing/2014/main" id="{CCD2D65F-FEAA-2311-1801-4FBE7326B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610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82CAE1-5A7B-7405-59B0-E6B507BD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594691-FD4D-EDB6-BFE9-12360E6E6AB1}"/>
              </a:ext>
            </a:extLst>
          </p:cNvPr>
          <p:cNvSpPr txBox="1"/>
          <p:nvPr/>
        </p:nvSpPr>
        <p:spPr>
          <a:xfrm>
            <a:off x="2133598" y="947057"/>
            <a:ext cx="7750629" cy="4508927"/>
          </a:xfrm>
          <a:prstGeom prst="rect">
            <a:avLst/>
          </a:prstGeom>
          <a:solidFill>
            <a:srgbClr val="FFF5B7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ln>
                  <a:solidFill>
                    <a:srgbClr val="FFD6B3"/>
                  </a:solidFill>
                </a:ln>
                <a:solidFill>
                  <a:srgbClr val="2E8B57"/>
                </a:solidFill>
                <a:effectLst>
                  <a:outerShdw blurRad="50800" dist="50800" dir="5400000" algn="ctr" rotWithShape="0">
                    <a:srgbClr val="FFB88C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chemeClr val="accent6">
                      <a:lumMod val="60000"/>
                      <a:lumOff val="40000"/>
                      <a:alpha val="98000"/>
                    </a:schemeClr>
                  </a:solidFill>
                </a:ln>
                <a:solidFill>
                  <a:srgbClr val="007D7D"/>
                </a:solidFill>
                <a:effectLst>
                  <a:glow rad="127000">
                    <a:srgbClr val="FFD6B3"/>
                  </a:glow>
                  <a:outerShdw dist="50800" dir="1800000" algn="ctr" rotWithShape="0">
                    <a:srgbClr val="2E8B57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B6DBB000-CAF4-70A8-E408-7449C6249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38800" y="2971800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9762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rgbClr val="C7B3E2">
                <a:tint val="66000"/>
                <a:satMod val="160000"/>
              </a:srgbClr>
            </a:gs>
            <a:gs pos="52000">
              <a:srgbClr val="C7B3E2">
                <a:tint val="44500"/>
                <a:satMod val="160000"/>
              </a:srgbClr>
            </a:gs>
            <a:gs pos="87000">
              <a:srgbClr val="C7B3E2">
                <a:tint val="23500"/>
                <a:satMod val="160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75488-E42C-454B-1ACD-AF727AC6C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D8E8F6-85C2-5E1A-113C-CE3B1E997B31}"/>
              </a:ext>
            </a:extLst>
          </p:cNvPr>
          <p:cNvSpPr txBox="1"/>
          <p:nvPr/>
        </p:nvSpPr>
        <p:spPr>
          <a:xfrm>
            <a:off x="2133598" y="947057"/>
            <a:ext cx="7750629" cy="45089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ln>
                  <a:solidFill>
                    <a:srgbClr val="FFD6B3"/>
                  </a:solidFill>
                </a:ln>
                <a:solidFill>
                  <a:srgbClr val="9B63C8"/>
                </a:solidFill>
                <a:effectLst>
                  <a:outerShdw blurRad="50800" dist="50800" dir="5400000" algn="ctr" rotWithShape="0">
                    <a:srgbClr val="FFB88C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rgbClr val="9B63C8">
                      <a:alpha val="98000"/>
                    </a:srgbClr>
                  </a:solidFill>
                </a:ln>
                <a:solidFill>
                  <a:srgbClr val="9B63C8"/>
                </a:solidFill>
                <a:effectLst>
                  <a:glow rad="127000">
                    <a:srgbClr val="FFD6B3"/>
                  </a:glow>
                  <a:outerShdw dist="50800" dir="7800000" algn="ctr" rotWithShape="0">
                    <a:srgbClr val="7030A0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7BA97F57-50D5-0B3C-8BE5-5D607DDBB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38800" y="2971800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3466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2000">
              <a:srgbClr val="C7F0D4"/>
            </a:gs>
            <a:gs pos="33000">
              <a:srgbClr val="D4FC79"/>
            </a:gs>
            <a:gs pos="52000">
              <a:srgbClr val="96E6A1"/>
            </a:gs>
            <a:gs pos="89000">
              <a:srgbClr val="B5FFF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F3C81-341C-EBBD-7287-AFC7F2CA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D6C95E-1627-68D0-F0E8-922D1A5B76F5}"/>
              </a:ext>
            </a:extLst>
          </p:cNvPr>
          <p:cNvSpPr txBox="1"/>
          <p:nvPr/>
        </p:nvSpPr>
        <p:spPr>
          <a:xfrm>
            <a:off x="2460169" y="947057"/>
            <a:ext cx="7750629" cy="45089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ln>
                  <a:solidFill>
                    <a:srgbClr val="FFD6B3"/>
                  </a:solidFill>
                </a:ln>
                <a:solidFill>
                  <a:srgbClr val="2E8B57"/>
                </a:solidFill>
                <a:effectLst>
                  <a:outerShdw blurRad="50800" dist="50800" dir="5400000" algn="ctr" rotWithShape="0">
                    <a:srgbClr val="FFB88C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chemeClr val="accent6">
                      <a:lumMod val="60000"/>
                      <a:lumOff val="40000"/>
                      <a:alpha val="98000"/>
                    </a:schemeClr>
                  </a:solidFill>
                </a:ln>
                <a:solidFill>
                  <a:srgbClr val="007D7D"/>
                </a:solidFill>
                <a:effectLst>
                  <a:glow rad="127000">
                    <a:srgbClr val="C7F0D4"/>
                  </a:glow>
                  <a:outerShdw dist="50800" dir="10200000" algn="ctr" rotWithShape="0">
                    <a:srgbClr val="2E8B57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4" name="Graphic 3" descr="Plant">
            <a:extLst>
              <a:ext uri="{FF2B5EF4-FFF2-40B4-BE49-F238E27FC236}">
                <a16:creationId xmlns:a16="http://schemas.microsoft.com/office/drawing/2014/main" id="{60DA0285-554A-A0AF-5A8C-08AA1C907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7143" y="2939142"/>
            <a:ext cx="914400" cy="9144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61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6000">
              <a:srgbClr val="FFF5B7"/>
            </a:gs>
            <a:gs pos="49000">
              <a:srgbClr val="FFB88C"/>
            </a:gs>
            <a:gs pos="87000">
              <a:srgbClr val="C7B3E2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09BAC-B2AF-139E-F6B3-4B219DADB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66F682-8DF4-E214-FA2D-9E672C24F0C7}"/>
              </a:ext>
            </a:extLst>
          </p:cNvPr>
          <p:cNvSpPr txBox="1"/>
          <p:nvPr/>
        </p:nvSpPr>
        <p:spPr>
          <a:xfrm>
            <a:off x="2133598" y="936171"/>
            <a:ext cx="7750629" cy="45089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solidFill>
                  <a:srgbClr val="FF6F61"/>
                </a:solidFill>
                <a:effectLst>
                  <a:outerShdw blurRad="50800" dist="50800" dir="6600000" algn="ctr" rotWithShape="0">
                    <a:srgbClr val="8FD0D0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rgbClr val="FF6F61">
                      <a:alpha val="98000"/>
                    </a:srgbClr>
                  </a:solidFill>
                </a:ln>
                <a:solidFill>
                  <a:srgbClr val="FF6F61"/>
                </a:solidFill>
                <a:effectLst>
                  <a:glow rad="127000">
                    <a:srgbClr val="C7F0D4"/>
                  </a:glow>
                  <a:outerShdw dist="50800" dir="1800000" sx="96000" sy="96000" algn="ctr" rotWithShape="0">
                    <a:srgbClr val="2E8B57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466A2BE5-E7C9-4C86-4F6E-570354E1B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38800" y="2960914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945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rgbClr val="AF83D3"/>
            </a:gs>
            <a:gs pos="33000">
              <a:srgbClr val="C7B3E2">
                <a:tint val="44500"/>
                <a:satMod val="160000"/>
              </a:srgbClr>
            </a:gs>
            <a:gs pos="97000">
              <a:srgbClr val="9B63C8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D55B81-C5CD-8789-DF92-69003C96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CE7476-159B-0CC2-3025-27B79B23AE9A}"/>
              </a:ext>
            </a:extLst>
          </p:cNvPr>
          <p:cNvSpPr txBox="1"/>
          <p:nvPr/>
        </p:nvSpPr>
        <p:spPr>
          <a:xfrm>
            <a:off x="2133598" y="947057"/>
            <a:ext cx="7750629" cy="45089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ln>
                  <a:solidFill>
                    <a:srgbClr val="FFD6B3"/>
                  </a:solidFill>
                </a:ln>
                <a:solidFill>
                  <a:srgbClr val="9B63C8"/>
                </a:solidFill>
                <a:effectLst>
                  <a:outerShdw blurRad="50800" dist="50800" dir="5400000" algn="ctr" rotWithShape="0">
                    <a:srgbClr val="FFB88C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rgbClr val="9B63C8">
                      <a:alpha val="98000"/>
                    </a:srgbClr>
                  </a:solidFill>
                </a:ln>
                <a:solidFill>
                  <a:srgbClr val="9B63C8"/>
                </a:solidFill>
                <a:effectLst>
                  <a:glow rad="127000">
                    <a:srgbClr val="FFD6B3"/>
                  </a:glow>
                  <a:outerShdw dist="50800" dir="7800000" algn="ctr" rotWithShape="0">
                    <a:srgbClr val="7030A0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54D30B45-D6B0-C373-AACA-67EACAD62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38800" y="2971800"/>
            <a:ext cx="914400" cy="91440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280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8000">
              <a:srgbClr val="FFD6C9"/>
            </a:gs>
            <a:gs pos="50000">
              <a:srgbClr val="FF85A1"/>
            </a:gs>
            <a:gs pos="87000">
              <a:srgbClr val="C7B3E2">
                <a:tint val="23500"/>
                <a:satMod val="16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1AC55E-339C-16F5-34B6-5B46772D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CDABAE-5F90-A85B-AAF9-90ADD996760A}"/>
              </a:ext>
            </a:extLst>
          </p:cNvPr>
          <p:cNvSpPr txBox="1"/>
          <p:nvPr/>
        </p:nvSpPr>
        <p:spPr>
          <a:xfrm>
            <a:off x="2133598" y="936171"/>
            <a:ext cx="7750629" cy="450892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IN" sz="23900" b="1" dirty="0">
                <a:solidFill>
                  <a:srgbClr val="FF4D6D"/>
                </a:solidFill>
                <a:effectLst>
                  <a:outerShdw blurRad="50800" dist="50800" dir="6600000" algn="ctr" rotWithShape="0">
                    <a:srgbClr val="FFB703"/>
                  </a:outerShdw>
                </a:effectLst>
                <a:latin typeface="Algerian" panose="04020705040A02060702" pitchFamily="82" charset="0"/>
              </a:rPr>
              <a:t>M R</a:t>
            </a:r>
          </a:p>
          <a:p>
            <a:pPr algn="ctr"/>
            <a:r>
              <a:rPr lang="en-IN" sz="4000" b="1" dirty="0">
                <a:ln>
                  <a:solidFill>
                    <a:srgbClr val="FFB703">
                      <a:alpha val="98000"/>
                    </a:srgbClr>
                  </a:solidFill>
                </a:ln>
                <a:solidFill>
                  <a:srgbClr val="FF4D6D"/>
                </a:solidFill>
                <a:effectLst>
                  <a:glow rad="127000">
                    <a:srgbClr val="FFD6C9"/>
                  </a:glow>
                  <a:outerShdw dist="50800" dir="4200000" sx="96000" sy="96000" algn="ctr" rotWithShape="0">
                    <a:srgbClr val="FF6F61"/>
                  </a:outerShdw>
                </a:effectLst>
                <a:latin typeface="Algerian" panose="04020705040A02060702" pitchFamily="82" charset="0"/>
              </a:rPr>
              <a:t>MADHURIMA RAWAT</a:t>
            </a:r>
          </a:p>
        </p:txBody>
      </p:sp>
      <p:pic>
        <p:nvPicPr>
          <p:cNvPr id="7" name="Graphic 6" descr="Wreath">
            <a:extLst>
              <a:ext uri="{FF2B5EF4-FFF2-40B4-BE49-F238E27FC236}">
                <a16:creationId xmlns:a16="http://schemas.microsoft.com/office/drawing/2014/main" id="{B8666499-A72B-3CAF-CFBF-119BC37E8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638800" y="2960914"/>
            <a:ext cx="914400" cy="91440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108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28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Madhurima Rawat</dc:creator>
  <cp:lastModifiedBy>Madhurima Rawat</cp:lastModifiedBy>
  <cp:revision>95</cp:revision>
  <dcterms:created xsi:type="dcterms:W3CDTF">2026-01-12T12:37:14Z</dcterms:created>
  <dcterms:modified xsi:type="dcterms:W3CDTF">2026-01-13T07:02:17Z</dcterms:modified>
</cp:coreProperties>
</file>