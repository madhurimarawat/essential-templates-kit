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</p:sldIdLst>
  <p:sldSz cx="14482763" cy="3621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40" userDrawn="1">
          <p15:clr>
            <a:srgbClr val="A4A3A4"/>
          </p15:clr>
        </p15:guide>
        <p15:guide id="2" pos="45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5500"/>
    <a:srgbClr val="FF7825"/>
    <a:srgbClr val="008E87"/>
    <a:srgbClr val="FFB703"/>
    <a:srgbClr val="FF4D6D"/>
    <a:srgbClr val="00B0A8"/>
    <a:srgbClr val="00DAD0"/>
    <a:srgbClr val="FFFFFF"/>
    <a:srgbClr val="05FFF3"/>
    <a:srgbClr val="09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32" y="544"/>
      </p:cViewPr>
      <p:guideLst>
        <p:guide orient="horz" pos="1140"/>
        <p:guide pos="45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0346" y="592618"/>
            <a:ext cx="10862072" cy="1260675"/>
          </a:xfrm>
        </p:spPr>
        <p:txBody>
          <a:bodyPr anchor="b"/>
          <a:lstStyle>
            <a:lvl1pPr algn="ctr">
              <a:defRPr sz="31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0346" y="1901910"/>
            <a:ext cx="10862072" cy="874258"/>
          </a:xfrm>
        </p:spPr>
        <p:txBody>
          <a:bodyPr/>
          <a:lstStyle>
            <a:lvl1pPr marL="0" indent="0" algn="ctr">
              <a:buNone/>
              <a:defRPr sz="1267"/>
            </a:lvl1pPr>
            <a:lvl2pPr marL="241402" indent="0" algn="ctr">
              <a:buNone/>
              <a:defRPr sz="1056"/>
            </a:lvl2pPr>
            <a:lvl3pPr marL="482803" indent="0" algn="ctr">
              <a:buNone/>
              <a:defRPr sz="950"/>
            </a:lvl3pPr>
            <a:lvl4pPr marL="724205" indent="0" algn="ctr">
              <a:buNone/>
              <a:defRPr sz="845"/>
            </a:lvl4pPr>
            <a:lvl5pPr marL="965606" indent="0" algn="ctr">
              <a:buNone/>
              <a:defRPr sz="845"/>
            </a:lvl5pPr>
            <a:lvl6pPr marL="1207008" indent="0" algn="ctr">
              <a:buNone/>
              <a:defRPr sz="845"/>
            </a:lvl6pPr>
            <a:lvl7pPr marL="1448410" indent="0" algn="ctr">
              <a:buNone/>
              <a:defRPr sz="845"/>
            </a:lvl7pPr>
            <a:lvl8pPr marL="1689811" indent="0" algn="ctr">
              <a:buNone/>
              <a:defRPr sz="845"/>
            </a:lvl8pPr>
            <a:lvl9pPr marL="1931213" indent="0" algn="ctr">
              <a:buNone/>
              <a:defRPr sz="845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69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95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147" y="902758"/>
            <a:ext cx="12491383" cy="1506272"/>
          </a:xfrm>
        </p:spPr>
        <p:txBody>
          <a:bodyPr anchor="b"/>
          <a:lstStyle>
            <a:lvl1pPr>
              <a:defRPr sz="31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8147" y="2423279"/>
            <a:ext cx="12491383" cy="792113"/>
          </a:xfrm>
        </p:spPr>
        <p:txBody>
          <a:bodyPr/>
          <a:lstStyle>
            <a:lvl1pPr marL="0" indent="0">
              <a:buNone/>
              <a:defRPr sz="1267">
                <a:solidFill>
                  <a:schemeClr val="tx1">
                    <a:tint val="75000"/>
                  </a:schemeClr>
                </a:solidFill>
              </a:defRPr>
            </a:lvl1pPr>
            <a:lvl2pPr marL="241402" indent="0">
              <a:buNone/>
              <a:defRPr sz="1056">
                <a:solidFill>
                  <a:schemeClr val="tx1">
                    <a:tint val="75000"/>
                  </a:schemeClr>
                </a:solidFill>
              </a:defRPr>
            </a:lvl2pPr>
            <a:lvl3pPr marL="482803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724205" indent="0">
              <a:buNone/>
              <a:defRPr sz="845">
                <a:solidFill>
                  <a:schemeClr val="tx1">
                    <a:tint val="75000"/>
                  </a:schemeClr>
                </a:solidFill>
              </a:defRPr>
            </a:lvl4pPr>
            <a:lvl5pPr marL="965606" indent="0">
              <a:buNone/>
              <a:defRPr sz="845">
                <a:solidFill>
                  <a:schemeClr val="tx1">
                    <a:tint val="75000"/>
                  </a:schemeClr>
                </a:solidFill>
              </a:defRPr>
            </a:lvl5pPr>
            <a:lvl6pPr marL="1207008" indent="0">
              <a:buNone/>
              <a:defRPr sz="845">
                <a:solidFill>
                  <a:schemeClr val="tx1">
                    <a:tint val="75000"/>
                  </a:schemeClr>
                </a:solidFill>
              </a:defRPr>
            </a:lvl6pPr>
            <a:lvl7pPr marL="1448410" indent="0">
              <a:buNone/>
              <a:defRPr sz="845">
                <a:solidFill>
                  <a:schemeClr val="tx1">
                    <a:tint val="75000"/>
                  </a:schemeClr>
                </a:solidFill>
              </a:defRPr>
            </a:lvl7pPr>
            <a:lvl8pPr marL="1689811" indent="0">
              <a:buNone/>
              <a:defRPr sz="845">
                <a:solidFill>
                  <a:schemeClr val="tx1">
                    <a:tint val="75000"/>
                  </a:schemeClr>
                </a:solidFill>
              </a:defRPr>
            </a:lvl8pPr>
            <a:lvl9pPr marL="1931213" indent="0">
              <a:buNone/>
              <a:defRPr sz="8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52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5690" y="963947"/>
            <a:ext cx="6155174" cy="22975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31899" y="963947"/>
            <a:ext cx="6155174" cy="22975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379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7576" y="192789"/>
            <a:ext cx="12491383" cy="6999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577" y="887670"/>
            <a:ext cx="6126887" cy="435033"/>
          </a:xfrm>
        </p:spPr>
        <p:txBody>
          <a:bodyPr anchor="b"/>
          <a:lstStyle>
            <a:lvl1pPr marL="0" indent="0">
              <a:buNone/>
              <a:defRPr sz="1267" b="1"/>
            </a:lvl1pPr>
            <a:lvl2pPr marL="241402" indent="0">
              <a:buNone/>
              <a:defRPr sz="1056" b="1"/>
            </a:lvl2pPr>
            <a:lvl3pPr marL="482803" indent="0">
              <a:buNone/>
              <a:defRPr sz="950" b="1"/>
            </a:lvl3pPr>
            <a:lvl4pPr marL="724205" indent="0">
              <a:buNone/>
              <a:defRPr sz="845" b="1"/>
            </a:lvl4pPr>
            <a:lvl5pPr marL="965606" indent="0">
              <a:buNone/>
              <a:defRPr sz="845" b="1"/>
            </a:lvl5pPr>
            <a:lvl6pPr marL="1207008" indent="0">
              <a:buNone/>
              <a:defRPr sz="845" b="1"/>
            </a:lvl6pPr>
            <a:lvl7pPr marL="1448410" indent="0">
              <a:buNone/>
              <a:defRPr sz="845" b="1"/>
            </a:lvl7pPr>
            <a:lvl8pPr marL="1689811" indent="0">
              <a:buNone/>
              <a:defRPr sz="845" b="1"/>
            </a:lvl8pPr>
            <a:lvl9pPr marL="1931213" indent="0">
              <a:buNone/>
              <a:defRPr sz="84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7577" y="1322703"/>
            <a:ext cx="6126887" cy="19454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31899" y="887670"/>
            <a:ext cx="6157061" cy="435033"/>
          </a:xfrm>
        </p:spPr>
        <p:txBody>
          <a:bodyPr anchor="b"/>
          <a:lstStyle>
            <a:lvl1pPr marL="0" indent="0">
              <a:buNone/>
              <a:defRPr sz="1267" b="1"/>
            </a:lvl1pPr>
            <a:lvl2pPr marL="241402" indent="0">
              <a:buNone/>
              <a:defRPr sz="1056" b="1"/>
            </a:lvl2pPr>
            <a:lvl3pPr marL="482803" indent="0">
              <a:buNone/>
              <a:defRPr sz="950" b="1"/>
            </a:lvl3pPr>
            <a:lvl4pPr marL="724205" indent="0">
              <a:buNone/>
              <a:defRPr sz="845" b="1"/>
            </a:lvl4pPr>
            <a:lvl5pPr marL="965606" indent="0">
              <a:buNone/>
              <a:defRPr sz="845" b="1"/>
            </a:lvl5pPr>
            <a:lvl6pPr marL="1207008" indent="0">
              <a:buNone/>
              <a:defRPr sz="845" b="1"/>
            </a:lvl6pPr>
            <a:lvl7pPr marL="1448410" indent="0">
              <a:buNone/>
              <a:defRPr sz="845" b="1"/>
            </a:lvl7pPr>
            <a:lvl8pPr marL="1689811" indent="0">
              <a:buNone/>
              <a:defRPr sz="845" b="1"/>
            </a:lvl8pPr>
            <a:lvl9pPr marL="1931213" indent="0">
              <a:buNone/>
              <a:defRPr sz="84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31899" y="1322703"/>
            <a:ext cx="6157061" cy="19454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7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85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03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7577" y="241406"/>
            <a:ext cx="4671068" cy="844921"/>
          </a:xfrm>
        </p:spPr>
        <p:txBody>
          <a:bodyPr anchor="b"/>
          <a:lstStyle>
            <a:lvl1pPr>
              <a:defRPr sz="16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7061" y="521370"/>
            <a:ext cx="7331899" cy="2573319"/>
          </a:xfrm>
        </p:spPr>
        <p:txBody>
          <a:bodyPr/>
          <a:lstStyle>
            <a:lvl1pPr>
              <a:defRPr sz="1690"/>
            </a:lvl1pPr>
            <a:lvl2pPr>
              <a:defRPr sz="1478"/>
            </a:lvl2pPr>
            <a:lvl3pPr>
              <a:defRPr sz="1267"/>
            </a:lvl3pPr>
            <a:lvl4pPr>
              <a:defRPr sz="1056"/>
            </a:lvl4pPr>
            <a:lvl5pPr>
              <a:defRPr sz="1056"/>
            </a:lvl5pPr>
            <a:lvl6pPr>
              <a:defRPr sz="1056"/>
            </a:lvl6pPr>
            <a:lvl7pPr>
              <a:defRPr sz="1056"/>
            </a:lvl7pPr>
            <a:lvl8pPr>
              <a:defRPr sz="1056"/>
            </a:lvl8pPr>
            <a:lvl9pPr>
              <a:defRPr sz="105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7577" y="1086326"/>
            <a:ext cx="4671068" cy="2012554"/>
          </a:xfrm>
        </p:spPr>
        <p:txBody>
          <a:bodyPr/>
          <a:lstStyle>
            <a:lvl1pPr marL="0" indent="0">
              <a:buNone/>
              <a:defRPr sz="845"/>
            </a:lvl1pPr>
            <a:lvl2pPr marL="241402" indent="0">
              <a:buNone/>
              <a:defRPr sz="739"/>
            </a:lvl2pPr>
            <a:lvl3pPr marL="482803" indent="0">
              <a:buNone/>
              <a:defRPr sz="634"/>
            </a:lvl3pPr>
            <a:lvl4pPr marL="724205" indent="0">
              <a:buNone/>
              <a:defRPr sz="528"/>
            </a:lvl4pPr>
            <a:lvl5pPr marL="965606" indent="0">
              <a:buNone/>
              <a:defRPr sz="528"/>
            </a:lvl5pPr>
            <a:lvl6pPr marL="1207008" indent="0">
              <a:buNone/>
              <a:defRPr sz="528"/>
            </a:lvl6pPr>
            <a:lvl7pPr marL="1448410" indent="0">
              <a:buNone/>
              <a:defRPr sz="528"/>
            </a:lvl7pPr>
            <a:lvl8pPr marL="1689811" indent="0">
              <a:buNone/>
              <a:defRPr sz="528"/>
            </a:lvl8pPr>
            <a:lvl9pPr marL="1931213" indent="0">
              <a:buNone/>
              <a:defRPr sz="52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11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7577" y="241406"/>
            <a:ext cx="4671068" cy="844921"/>
          </a:xfrm>
        </p:spPr>
        <p:txBody>
          <a:bodyPr anchor="b"/>
          <a:lstStyle>
            <a:lvl1pPr>
              <a:defRPr sz="16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57061" y="521370"/>
            <a:ext cx="7331899" cy="2573319"/>
          </a:xfrm>
        </p:spPr>
        <p:txBody>
          <a:bodyPr anchor="t"/>
          <a:lstStyle>
            <a:lvl1pPr marL="0" indent="0">
              <a:buNone/>
              <a:defRPr sz="1690"/>
            </a:lvl1pPr>
            <a:lvl2pPr marL="241402" indent="0">
              <a:buNone/>
              <a:defRPr sz="1478"/>
            </a:lvl2pPr>
            <a:lvl3pPr marL="482803" indent="0">
              <a:buNone/>
              <a:defRPr sz="1267"/>
            </a:lvl3pPr>
            <a:lvl4pPr marL="724205" indent="0">
              <a:buNone/>
              <a:defRPr sz="1056"/>
            </a:lvl4pPr>
            <a:lvl5pPr marL="965606" indent="0">
              <a:buNone/>
              <a:defRPr sz="1056"/>
            </a:lvl5pPr>
            <a:lvl6pPr marL="1207008" indent="0">
              <a:buNone/>
              <a:defRPr sz="1056"/>
            </a:lvl6pPr>
            <a:lvl7pPr marL="1448410" indent="0">
              <a:buNone/>
              <a:defRPr sz="1056"/>
            </a:lvl7pPr>
            <a:lvl8pPr marL="1689811" indent="0">
              <a:buNone/>
              <a:defRPr sz="1056"/>
            </a:lvl8pPr>
            <a:lvl9pPr marL="1931213" indent="0">
              <a:buNone/>
              <a:defRPr sz="105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7577" y="1086326"/>
            <a:ext cx="4671068" cy="2012554"/>
          </a:xfrm>
        </p:spPr>
        <p:txBody>
          <a:bodyPr/>
          <a:lstStyle>
            <a:lvl1pPr marL="0" indent="0">
              <a:buNone/>
              <a:defRPr sz="845"/>
            </a:lvl1pPr>
            <a:lvl2pPr marL="241402" indent="0">
              <a:buNone/>
              <a:defRPr sz="739"/>
            </a:lvl2pPr>
            <a:lvl3pPr marL="482803" indent="0">
              <a:buNone/>
              <a:defRPr sz="634"/>
            </a:lvl3pPr>
            <a:lvl4pPr marL="724205" indent="0">
              <a:buNone/>
              <a:defRPr sz="528"/>
            </a:lvl4pPr>
            <a:lvl5pPr marL="965606" indent="0">
              <a:buNone/>
              <a:defRPr sz="528"/>
            </a:lvl5pPr>
            <a:lvl6pPr marL="1207008" indent="0">
              <a:buNone/>
              <a:defRPr sz="528"/>
            </a:lvl6pPr>
            <a:lvl7pPr marL="1448410" indent="0">
              <a:buNone/>
              <a:defRPr sz="528"/>
            </a:lvl7pPr>
            <a:lvl8pPr marL="1689811" indent="0">
              <a:buNone/>
              <a:defRPr sz="528"/>
            </a:lvl8pPr>
            <a:lvl9pPr marL="1931213" indent="0">
              <a:buNone/>
              <a:defRPr sz="52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75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45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4227" y="192789"/>
            <a:ext cx="3122846" cy="306870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5690" y="192789"/>
            <a:ext cx="9187503" cy="306870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50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690" y="192789"/>
            <a:ext cx="12491383" cy="69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690" y="963947"/>
            <a:ext cx="12491383" cy="2297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5690" y="3356213"/>
            <a:ext cx="3258622" cy="192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7415" y="3356213"/>
            <a:ext cx="4887933" cy="192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28451" y="3356213"/>
            <a:ext cx="3258622" cy="192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3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2803" rtl="0" eaLnBrk="1" latinLnBrk="0" hangingPunct="1">
        <a:lnSpc>
          <a:spcPct val="90000"/>
        </a:lnSpc>
        <a:spcBef>
          <a:spcPct val="0"/>
        </a:spcBef>
        <a:buNone/>
        <a:defRPr sz="2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701" indent="-120701" algn="l" defTabSz="482803" rtl="0" eaLnBrk="1" latinLnBrk="0" hangingPunct="1">
        <a:lnSpc>
          <a:spcPct val="90000"/>
        </a:lnSpc>
        <a:spcBef>
          <a:spcPts val="528"/>
        </a:spcBef>
        <a:buFont typeface="Arial" panose="020B0604020202020204" pitchFamily="34" charset="0"/>
        <a:buChar char="•"/>
        <a:defRPr sz="1478" kern="1200">
          <a:solidFill>
            <a:schemeClr val="tx1"/>
          </a:solidFill>
          <a:latin typeface="+mn-lt"/>
          <a:ea typeface="+mn-ea"/>
          <a:cs typeface="+mn-cs"/>
        </a:defRPr>
      </a:lvl1pPr>
      <a:lvl2pPr marL="362102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603504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1056" kern="1200">
          <a:solidFill>
            <a:schemeClr val="tx1"/>
          </a:solidFill>
          <a:latin typeface="+mn-lt"/>
          <a:ea typeface="+mn-ea"/>
          <a:cs typeface="+mn-cs"/>
        </a:defRPr>
      </a:lvl3pPr>
      <a:lvl4pPr marL="844906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4pPr>
      <a:lvl5pPr marL="1086307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1327709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1569110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1810512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2051914" indent="-120701" algn="l" defTabSz="482803" rtl="0" eaLnBrk="1" latinLnBrk="0" hangingPunct="1">
        <a:lnSpc>
          <a:spcPct val="90000"/>
        </a:lnSpc>
        <a:spcBef>
          <a:spcPts val="264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1pPr>
      <a:lvl2pPr marL="241402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82803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3pPr>
      <a:lvl4pPr marL="724205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4pPr>
      <a:lvl5pPr marL="965606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1448410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1689811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1931213" algn="l" defTabSz="482803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rgbClr val="C7F0D4"/>
            </a:gs>
            <a:gs pos="43000">
              <a:srgbClr val="D4FC79"/>
            </a:gs>
            <a:gs pos="63000">
              <a:srgbClr val="96E6A1"/>
            </a:gs>
            <a:gs pos="89000">
              <a:srgbClr val="B5FFFC"/>
            </a:gs>
          </a:gsLst>
          <a:lin ang="33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F3C81-341C-EBBD-7287-AFC7F2CA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D6C95E-1627-68D0-F0E8-922D1A5B76F5}"/>
              </a:ext>
            </a:extLst>
          </p:cNvPr>
          <p:cNvSpPr txBox="1"/>
          <p:nvPr/>
        </p:nvSpPr>
        <p:spPr>
          <a:xfrm>
            <a:off x="603923" y="177629"/>
            <a:ext cx="4092404" cy="30008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8900" b="1" dirty="0">
                <a:ln>
                  <a:solidFill>
                    <a:srgbClr val="FFD6B3"/>
                  </a:solidFill>
                </a:ln>
                <a:solidFill>
                  <a:srgbClr val="2E8B57"/>
                </a:solidFill>
                <a:effectLst>
                  <a:outerShdw blurRad="50800" dist="50800" dir="5400000" algn="ctr" rotWithShape="0">
                    <a:srgbClr val="FFB88C"/>
                  </a:outerShdw>
                </a:effectLst>
                <a:latin typeface="Algerian" panose="04020705040A02060702" pitchFamily="82" charset="0"/>
              </a:rPr>
              <a:t>M R</a:t>
            </a:r>
            <a:endParaRPr lang="en-IN" sz="18900" b="1" dirty="0">
              <a:ln>
                <a:solidFill>
                  <a:schemeClr val="accent6">
                    <a:lumMod val="60000"/>
                    <a:lumOff val="40000"/>
                    <a:alpha val="98000"/>
                  </a:schemeClr>
                </a:solidFill>
              </a:ln>
              <a:solidFill>
                <a:srgbClr val="007D7D"/>
              </a:solidFill>
              <a:effectLst>
                <a:glow rad="127000">
                  <a:srgbClr val="C7F0D4"/>
                </a:glow>
                <a:outerShdw dist="50800" dir="10200000" algn="ctr" rotWithShape="0">
                  <a:srgbClr val="2E8B57"/>
                </a:outerShdw>
              </a:effectLst>
              <a:latin typeface="Algerian" panose="04020705040A02060702" pitchFamily="82" charset="0"/>
            </a:endParaRPr>
          </a:p>
        </p:txBody>
      </p:sp>
      <p:pic>
        <p:nvPicPr>
          <p:cNvPr id="4" name="Graphic 3" descr="Bullseye">
            <a:extLst>
              <a:ext uri="{FF2B5EF4-FFF2-40B4-BE49-F238E27FC236}">
                <a16:creationId xmlns:a16="http://schemas.microsoft.com/office/drawing/2014/main" id="{60DA0285-554A-A0AF-5A8C-08AA1C907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466196" y="1880544"/>
            <a:ext cx="644055" cy="644055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93D715-CD3E-EFBA-EC2A-C468D0DE41E1}"/>
              </a:ext>
            </a:extLst>
          </p:cNvPr>
          <p:cNvSpPr txBox="1"/>
          <p:nvPr/>
        </p:nvSpPr>
        <p:spPr>
          <a:xfrm>
            <a:off x="4975654" y="250376"/>
            <a:ext cx="8909222" cy="9233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n>
                  <a:solidFill>
                    <a:schemeClr val="accent6">
                      <a:lumMod val="60000"/>
                      <a:lumOff val="40000"/>
                      <a:alpha val="98000"/>
                    </a:schemeClr>
                  </a:solidFill>
                </a:ln>
                <a:solidFill>
                  <a:srgbClr val="FF7825"/>
                </a:solidFill>
                <a:effectLst>
                  <a:glow rad="127000">
                    <a:srgbClr val="C7F0D4"/>
                  </a:glow>
                  <a:outerShdw dist="50800" dir="10200000" algn="ctr" rotWithShape="0">
                    <a:srgbClr val="008E87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65DDBA38-51A8-808A-7C5A-A97C6FDADE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7872" y="1271522"/>
            <a:ext cx="614428" cy="614428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D84E1C-5B75-1FA5-FF4B-5B82FB5DEFC2}"/>
              </a:ext>
            </a:extLst>
          </p:cNvPr>
          <p:cNvSpPr txBox="1"/>
          <p:nvPr/>
        </p:nvSpPr>
        <p:spPr>
          <a:xfrm>
            <a:off x="7067550" y="1438275"/>
            <a:ext cx="715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DE5500"/>
                </a:solidFill>
                <a:latin typeface="Aptos Display" panose="020B0004020202020204" pitchFamily="34" charset="0"/>
              </a:rPr>
              <a:t>https://madhurimarawat.github.io/Portfolio-Website/</a:t>
            </a:r>
          </a:p>
        </p:txBody>
      </p:sp>
      <p:pic>
        <p:nvPicPr>
          <p:cNvPr id="12" name="Graphic 11" descr="Email">
            <a:extLst>
              <a:ext uri="{FF2B5EF4-FFF2-40B4-BE49-F238E27FC236}">
                <a16:creationId xmlns:a16="http://schemas.microsoft.com/office/drawing/2014/main" id="{A5BE0086-6D3D-38F8-3FCB-F74D7EFCF4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357872" y="1909697"/>
            <a:ext cx="614428" cy="614428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3" name="Graphic 12" descr="Gears">
            <a:extLst>
              <a:ext uri="{FF2B5EF4-FFF2-40B4-BE49-F238E27FC236}">
                <a16:creationId xmlns:a16="http://schemas.microsoft.com/office/drawing/2014/main" id="{F1C7CAC2-D5B6-9752-6A07-B15F8362C0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376922" y="2576447"/>
            <a:ext cx="614428" cy="614428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8F8BCD-7681-407E-AB05-70C2630F2FFA}"/>
              </a:ext>
            </a:extLst>
          </p:cNvPr>
          <p:cNvSpPr txBox="1"/>
          <p:nvPr/>
        </p:nvSpPr>
        <p:spPr>
          <a:xfrm>
            <a:off x="7067550" y="2076450"/>
            <a:ext cx="715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DE5500"/>
                </a:solidFill>
                <a:latin typeface="Aptos Display" panose="020B0004020202020204" pitchFamily="34" charset="0"/>
              </a:rPr>
              <a:t>rawatmadhurima4@gmail.com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06495-2F9A-494F-4564-9B5807B03956}"/>
              </a:ext>
            </a:extLst>
          </p:cNvPr>
          <p:cNvSpPr txBox="1"/>
          <p:nvPr/>
        </p:nvSpPr>
        <p:spPr>
          <a:xfrm>
            <a:off x="7077075" y="2733675"/>
            <a:ext cx="715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DE5500"/>
                </a:solidFill>
                <a:latin typeface="Aptos Display" panose="020B0004020202020204" pitchFamily="34" charset="0"/>
              </a:rPr>
              <a:t>https://github.com/madhurimarawat</a:t>
            </a:r>
          </a:p>
        </p:txBody>
      </p:sp>
      <p:pic>
        <p:nvPicPr>
          <p:cNvPr id="17" name="Graphic 16" descr="Person with idea">
            <a:extLst>
              <a:ext uri="{FF2B5EF4-FFF2-40B4-BE49-F238E27FC236}">
                <a16:creationId xmlns:a16="http://schemas.microsoft.com/office/drawing/2014/main" id="{BEDF2CD0-8F77-FE85-8A01-BFAEEC84ED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137402" y="3006660"/>
            <a:ext cx="614428" cy="614428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4BD7BF-B727-D6AC-9A7A-78EB7E7E8A32}"/>
              </a:ext>
            </a:extLst>
          </p:cNvPr>
          <p:cNvSpPr txBox="1"/>
          <p:nvPr/>
        </p:nvSpPr>
        <p:spPr>
          <a:xfrm>
            <a:off x="11630603" y="3251756"/>
            <a:ext cx="715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DE5500"/>
                </a:solidFill>
                <a:latin typeface="Aptos Display" panose="020B0004020202020204" pitchFamily="34" charset="0"/>
              </a:rPr>
              <a:t>Open for Conversation!</a:t>
            </a:r>
          </a:p>
        </p:txBody>
      </p:sp>
    </p:spTree>
    <p:extLst>
      <p:ext uri="{BB962C8B-B14F-4D97-AF65-F5344CB8AC3E}">
        <p14:creationId xmlns:p14="http://schemas.microsoft.com/office/powerpoint/2010/main" val="168614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275</TotalTime>
  <Words>30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122</cp:revision>
  <dcterms:created xsi:type="dcterms:W3CDTF">2026-01-12T12:37:14Z</dcterms:created>
  <dcterms:modified xsi:type="dcterms:W3CDTF">2026-01-13T13:35:55Z</dcterms:modified>
</cp:coreProperties>
</file>