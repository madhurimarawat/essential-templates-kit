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1" r:id="rId2"/>
  </p:sldIdLst>
  <p:sldSz cx="9525000" cy="3998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59" userDrawn="1">
          <p15:clr>
            <a:srgbClr val="A4A3A4"/>
          </p15:clr>
        </p15:guide>
        <p15:guide id="2" pos="30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5C0"/>
    <a:srgbClr val="3387FF"/>
    <a:srgbClr val="62D4FF"/>
    <a:srgbClr val="3399FF"/>
    <a:srgbClr val="66AAFF"/>
    <a:srgbClr val="CCE5FF"/>
    <a:srgbClr val="6EB6FF"/>
    <a:srgbClr val="BCE0FF"/>
    <a:srgbClr val="60EFFF"/>
    <a:srgbClr val="E0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32" y="48"/>
      </p:cViewPr>
      <p:guideLst>
        <p:guide orient="horz" pos="1259"/>
        <p:guide pos="30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1A42-B1CA-ED35-CF04-0D373812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5" y="654452"/>
            <a:ext cx="7143750" cy="1392214"/>
          </a:xfrm>
        </p:spPr>
        <p:txBody>
          <a:bodyPr anchor="b"/>
          <a:lstStyle>
            <a:lvl1pPr algn="ctr"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EADA0-4F1E-F8C1-CE3A-DB2073C46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625" y="2100355"/>
            <a:ext cx="7143750" cy="96547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93" indent="0" algn="ctr">
              <a:buNone/>
              <a:defRPr sz="1166"/>
            </a:lvl2pPr>
            <a:lvl3pPr marL="533187" indent="0" algn="ctr">
              <a:buNone/>
              <a:defRPr sz="1050"/>
            </a:lvl3pPr>
            <a:lvl4pPr marL="799780" indent="0" algn="ctr">
              <a:buNone/>
              <a:defRPr sz="933"/>
            </a:lvl4pPr>
            <a:lvl5pPr marL="1066373" indent="0" algn="ctr">
              <a:buNone/>
              <a:defRPr sz="933"/>
            </a:lvl5pPr>
            <a:lvl6pPr marL="1332967" indent="0" algn="ctr">
              <a:buNone/>
              <a:defRPr sz="933"/>
            </a:lvl6pPr>
            <a:lvl7pPr marL="1599560" indent="0" algn="ctr">
              <a:buNone/>
              <a:defRPr sz="933"/>
            </a:lvl7pPr>
            <a:lvl8pPr marL="1866153" indent="0" algn="ctr">
              <a:buNone/>
              <a:defRPr sz="933"/>
            </a:lvl8pPr>
            <a:lvl9pPr marL="2132747" indent="0" algn="ctr">
              <a:buNone/>
              <a:defRPr sz="93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1EA5-3B05-E2D0-405E-77D05CD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5B8A-64D6-A0FE-2C9D-2C7226EA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8629-7977-A17F-00AD-2D1C94D0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86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2E50-6999-A93F-8DE6-FFC9F64A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9F67-3C77-04C5-3E0A-1A897D07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5968-2BFC-BAF7-6711-EAFC1CED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8CEC-7DAA-1392-CEB1-ED139FC3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A14C-DD1F-3213-B59F-0FE8BDD4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5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C0AE-A215-4DB4-0E3A-8986FF10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83" y="996952"/>
            <a:ext cx="8215313" cy="1663436"/>
          </a:xfrm>
        </p:spPr>
        <p:txBody>
          <a:bodyPr anchor="b"/>
          <a:lstStyle>
            <a:lvl1pPr>
              <a:defRPr sz="349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2DFE-30A3-EB5C-B5BE-EB9562331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883" y="2676125"/>
            <a:ext cx="8215313" cy="874762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1pPr>
            <a:lvl2pPr marL="266593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18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3pPr>
            <a:lvl4pPr marL="79978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37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96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56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615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74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8288-2764-B80D-5155-FF3E0841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B17-C6A9-B2BA-F21D-CE766E46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0221-35DF-CA16-073F-2992B6FE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86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7FE5-ACD6-0C2E-E191-0540C6D3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6E65-FCFD-E654-C05C-4DDA8AA4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844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9E08-6421-9DB5-4B3F-EE342B5FC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2031" y="1064525"/>
            <a:ext cx="4048125" cy="25372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2D7D-8234-0C2F-4AAC-04C63666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01036-D300-0A9C-18AD-278F6D02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B364-FDE9-3F29-0599-94A9A74B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78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5971-6FE1-315C-E85A-9B2E4790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4" y="212906"/>
            <a:ext cx="8215313" cy="772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5741-531F-F000-83E3-6F66E8A9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085" y="980289"/>
            <a:ext cx="4029521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01C32-F8CE-BA63-DB51-FC7166366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085" y="1460714"/>
            <a:ext cx="4029521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2CEFA-25C3-44EC-2CA9-13CBFBB06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22031" y="980289"/>
            <a:ext cx="4049366" cy="480425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93" indent="0">
              <a:buNone/>
              <a:defRPr sz="1166" b="1"/>
            </a:lvl2pPr>
            <a:lvl3pPr marL="533187" indent="0">
              <a:buNone/>
              <a:defRPr sz="1050" b="1"/>
            </a:lvl3pPr>
            <a:lvl4pPr marL="799780" indent="0">
              <a:buNone/>
              <a:defRPr sz="933" b="1"/>
            </a:lvl4pPr>
            <a:lvl5pPr marL="1066373" indent="0">
              <a:buNone/>
              <a:defRPr sz="933" b="1"/>
            </a:lvl5pPr>
            <a:lvl6pPr marL="1332967" indent="0">
              <a:buNone/>
              <a:defRPr sz="933" b="1"/>
            </a:lvl6pPr>
            <a:lvl7pPr marL="1599560" indent="0">
              <a:buNone/>
              <a:defRPr sz="933" b="1"/>
            </a:lvl7pPr>
            <a:lvl8pPr marL="1866153" indent="0">
              <a:buNone/>
              <a:defRPr sz="933" b="1"/>
            </a:lvl8pPr>
            <a:lvl9pPr marL="213274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A4AF7-EE84-4E11-DBA8-ECDCF8966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22031" y="1460714"/>
            <a:ext cx="4049366" cy="2148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80CFA-3559-E3EB-76F7-FECADE5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7391-8E47-1009-0330-21CF7191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19F5D-1EA1-A9BA-61A9-29E18E06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11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F4A9-9C6F-BECE-F625-F0E5945E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81E8E-2352-BC55-60C8-E8B46BE1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FFF5E-99CB-0822-3F71-28F33ED1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E1A98-8A7F-FA6C-80A5-8BD991C8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0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D683F-7E68-6D45-A219-E3687268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2B896-2433-A776-01E3-68D50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22612-95AE-25EE-788E-11833FF7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6528-DFDF-2CD9-0FCF-95FB8397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9468-23DB-2921-247E-D93F4D8C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>
              <a:defRPr sz="1866"/>
            </a:lvl1pPr>
            <a:lvl2pPr>
              <a:defRPr sz="1633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0CA3-33B2-2F07-DD8B-8DF544BA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888B5-6CBD-C6ED-AEE6-33321167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31CE9-6F12-20E5-A885-5CA0C0A8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BE81-4D2B-02E7-BD92-A6B7ED96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3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74D1-7F60-AAE3-1AD7-1AE7210A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85" y="266594"/>
            <a:ext cx="3072060" cy="933080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B26B7-1095-48C3-0A33-C72875AB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49366" y="575770"/>
            <a:ext cx="4822031" cy="2841820"/>
          </a:xfrm>
        </p:spPr>
        <p:txBody>
          <a:bodyPr/>
          <a:lstStyle>
            <a:lvl1pPr marL="0" indent="0">
              <a:buNone/>
              <a:defRPr sz="1866"/>
            </a:lvl1pPr>
            <a:lvl2pPr marL="266593" indent="0">
              <a:buNone/>
              <a:defRPr sz="1633"/>
            </a:lvl2pPr>
            <a:lvl3pPr marL="533187" indent="0">
              <a:buNone/>
              <a:defRPr sz="1399"/>
            </a:lvl3pPr>
            <a:lvl4pPr marL="799780" indent="0">
              <a:buNone/>
              <a:defRPr sz="1166"/>
            </a:lvl4pPr>
            <a:lvl5pPr marL="1066373" indent="0">
              <a:buNone/>
              <a:defRPr sz="1166"/>
            </a:lvl5pPr>
            <a:lvl6pPr marL="1332967" indent="0">
              <a:buNone/>
              <a:defRPr sz="1166"/>
            </a:lvl6pPr>
            <a:lvl7pPr marL="1599560" indent="0">
              <a:buNone/>
              <a:defRPr sz="1166"/>
            </a:lvl7pPr>
            <a:lvl8pPr marL="1866153" indent="0">
              <a:buNone/>
              <a:defRPr sz="1166"/>
            </a:lvl8pPr>
            <a:lvl9pPr marL="2132747" indent="0">
              <a:buNone/>
              <a:defRPr sz="1166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B124-DFB5-D158-49A5-016F5CEC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085" y="1199674"/>
            <a:ext cx="3072060" cy="2222544"/>
          </a:xfrm>
        </p:spPr>
        <p:txBody>
          <a:bodyPr/>
          <a:lstStyle>
            <a:lvl1pPr marL="0" indent="0">
              <a:buNone/>
              <a:defRPr sz="933"/>
            </a:lvl1pPr>
            <a:lvl2pPr marL="266593" indent="0">
              <a:buNone/>
              <a:defRPr sz="816"/>
            </a:lvl2pPr>
            <a:lvl3pPr marL="533187" indent="0">
              <a:buNone/>
              <a:defRPr sz="700"/>
            </a:lvl3pPr>
            <a:lvl4pPr marL="799780" indent="0">
              <a:buNone/>
              <a:defRPr sz="583"/>
            </a:lvl4pPr>
            <a:lvl5pPr marL="1066373" indent="0">
              <a:buNone/>
              <a:defRPr sz="583"/>
            </a:lvl5pPr>
            <a:lvl6pPr marL="1332967" indent="0">
              <a:buNone/>
              <a:defRPr sz="583"/>
            </a:lvl6pPr>
            <a:lvl7pPr marL="1599560" indent="0">
              <a:buNone/>
              <a:defRPr sz="583"/>
            </a:lvl7pPr>
            <a:lvl8pPr marL="1866153" indent="0">
              <a:buNone/>
              <a:defRPr sz="583"/>
            </a:lvl8pPr>
            <a:lvl9pPr marL="2132747" indent="0">
              <a:buNone/>
              <a:defRPr sz="5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BC14D-F591-F9F8-A51E-5A9B88E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351C4-340A-8704-BF9C-86A431CE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54737-9482-E901-C7A4-97FE7C36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4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2435-E287-5E08-83D0-35CA5F3F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1B09D-E34F-0D8E-8143-4ED30A9BC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4395-BDB5-82CA-571C-0B8A46CA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C7338-AA3A-DD2A-BF0B-B51DB922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DE6F-6D6F-99CF-9A6D-9E5CAFC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0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35512-3AB7-BEDF-5658-26001E03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16328" y="212905"/>
            <a:ext cx="2053828" cy="33888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65C2-7A19-DE07-5E62-E77482242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4844" y="212905"/>
            <a:ext cx="6042422" cy="33888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851F-65E0-6ED8-F47E-B4ABEE15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4DB-037E-1172-66DE-753F2DFD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9470-15CC-E8D5-3668-24A26C7F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9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182E-1DB1-4B28-B1CA-19D0CEF0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844" y="212906"/>
            <a:ext cx="8215313" cy="772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38D6-923F-4515-7DA5-9E40B9AD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844" y="1064525"/>
            <a:ext cx="8215313" cy="2537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B97A-F4CE-E52A-09A3-A0F8304D4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4844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7059-B1DD-40AF-B05C-82A7ABFB7355}" type="datetimeFigureOut">
              <a:rPr lang="en-IN" smtClean="0"/>
              <a:t>17-05-2025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3E31-7886-B962-6706-419417B51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55156" y="3706400"/>
            <a:ext cx="3214688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9E6F-9368-14B0-BAF8-B104FA266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27031" y="3706400"/>
            <a:ext cx="2143125" cy="212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1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33187" rtl="0" eaLnBrk="1" latinLnBrk="0" hangingPunct="1">
        <a:lnSpc>
          <a:spcPct val="90000"/>
        </a:lnSpc>
        <a:spcBef>
          <a:spcPct val="0"/>
        </a:spcBef>
        <a:buNone/>
        <a:defRPr sz="25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97" indent="-133297" algn="l" defTabSz="533187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39989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48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307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9967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46626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732857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999450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266043" indent="-133297" algn="l" defTabSz="533187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59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18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9978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37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296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99560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153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2747" algn="l" defTabSz="53318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0F2FF"/>
            </a:gs>
            <a:gs pos="99000">
              <a:srgbClr val="66B2FF"/>
            </a:gs>
            <a:gs pos="54000">
              <a:srgbClr val="60EFFF"/>
            </a:gs>
            <a:gs pos="100000">
              <a:srgbClr val="C8AEEA"/>
            </a:gs>
            <a:gs pos="85616">
              <a:srgbClr val="66AAFF"/>
            </a:gs>
            <a:gs pos="92000">
              <a:srgbClr val="66AAFF"/>
            </a:gs>
            <a:gs pos="100000">
              <a:srgbClr val="BCE0FF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0587F-78F8-1383-80E8-B9D591A9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2925D96-37C1-B97D-412C-25E0E806111F}"/>
              </a:ext>
            </a:extLst>
          </p:cNvPr>
          <p:cNvSpPr/>
          <p:nvPr/>
        </p:nvSpPr>
        <p:spPr>
          <a:xfrm>
            <a:off x="361950" y="276509"/>
            <a:ext cx="8769350" cy="761725"/>
          </a:xfrm>
          <a:prstGeom prst="rect">
            <a:avLst/>
          </a:prstGeom>
          <a:noFill/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 err="1">
                <a:ln w="13462">
                  <a:solidFill>
                    <a:prstClr val="white">
                      <a:alpha val="86000"/>
                    </a:prstClr>
                  </a:solidFill>
                  <a:prstDash val="solid"/>
                </a:ln>
                <a:solidFill>
                  <a:srgbClr val="1565C0"/>
                </a:solidFill>
                <a:effectLst>
                  <a:outerShdw dist="38100" dir="2700000" algn="bl" rotWithShape="0">
                    <a:srgbClr val="6EB6FF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AquaScript</a:t>
            </a:r>
            <a:r>
              <a:rPr lang="en-US" sz="4600" b="1" dirty="0">
                <a:ln w="13462">
                  <a:solidFill>
                    <a:prstClr val="white">
                      <a:alpha val="86000"/>
                    </a:prstClr>
                  </a:solidFill>
                  <a:prstDash val="solid"/>
                </a:ln>
                <a:solidFill>
                  <a:srgbClr val="1565C0"/>
                </a:solidFill>
                <a:effectLst>
                  <a:outerShdw dist="38100" dir="2700000" algn="bl" rotWithShape="0">
                    <a:srgbClr val="6EB6FF"/>
                  </a:outerShdw>
                </a:effectLst>
                <a:latin typeface="Bahnschrift SemiBold Condensed" panose="020B0502040204020203" pitchFamily="34" charset="0"/>
              </a:rPr>
              <a:t>-</a:t>
            </a:r>
            <a:r>
              <a:rPr kumimoji="0" lang="en-US" sz="4600" b="1" i="0" u="none" strike="noStrike" kern="1200" cap="none" spc="0" normalizeH="0" baseline="0" noProof="0" dirty="0">
                <a:ln w="13462">
                  <a:solidFill>
                    <a:prstClr val="white">
                      <a:alpha val="86000"/>
                    </a:prstClr>
                  </a:solidFill>
                  <a:prstDash val="solid"/>
                </a:ln>
                <a:solidFill>
                  <a:srgbClr val="1565C0"/>
                </a:solidFill>
                <a:effectLst>
                  <a:outerShdw dist="38100" dir="2700000" algn="bl" rotWithShape="0">
                    <a:srgbClr val="6EB6FF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JSON Data APIs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8BE599-F403-EF6C-65AE-5AD7B53EDE5C}"/>
              </a:ext>
            </a:extLst>
          </p:cNvPr>
          <p:cNvSpPr/>
          <p:nvPr/>
        </p:nvSpPr>
        <p:spPr>
          <a:xfrm>
            <a:off x="641350" y="3177840"/>
            <a:ext cx="8077200" cy="546281"/>
          </a:xfrm>
          <a:prstGeom prst="rect">
            <a:avLst/>
          </a:prstGeom>
          <a:noFill/>
          <a:effectLst/>
        </p:spPr>
        <p:txBody>
          <a:bodyPr wrap="square" lIns="53319" tIns="26659" rIns="53319" bIns="26659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 w="13462">
                  <a:noFill/>
                  <a:prstDash val="solid"/>
                </a:ln>
                <a:solidFill>
                  <a:srgbClr val="E0F2FF"/>
                </a:solidFill>
                <a:effectLst>
                  <a:outerShdw dist="38100" dir="2700000" algn="bl" rotWithShape="0">
                    <a:srgbClr val="002060"/>
                  </a:outerShdw>
                </a:effectLst>
                <a:uLnTx/>
                <a:uFillTx/>
                <a:latin typeface="Bahnschrift SemiBold Condensed" panose="020B0502040204020203" pitchFamily="34" charset="0"/>
                <a:ea typeface="+mn-ea"/>
                <a:cs typeface="+mn-cs"/>
              </a:rPr>
              <a:t>Fake data, real results — Build faster</a:t>
            </a:r>
            <a:endParaRPr kumimoji="0" lang="en-IN" sz="3200" b="1" i="0" u="none" strike="noStrike" kern="1200" cap="none" spc="0" normalizeH="0" baseline="0" noProof="0" dirty="0">
              <a:ln w="13462">
                <a:noFill/>
                <a:prstDash val="solid"/>
              </a:ln>
              <a:solidFill>
                <a:srgbClr val="E0F2FF"/>
              </a:solidFill>
              <a:effectLst>
                <a:outerShdw dist="38100" dir="2700000" algn="bl" rotWithShape="0">
                  <a:srgbClr val="002060"/>
                </a:outerShdw>
              </a:effectLst>
              <a:uLnTx/>
              <a:uFillTx/>
              <a:latin typeface="Bahnschrift SemiBold Condensed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Graphic 4" descr="Books">
            <a:extLst>
              <a:ext uri="{FF2B5EF4-FFF2-40B4-BE49-F238E27FC236}">
                <a16:creationId xmlns:a16="http://schemas.microsoft.com/office/drawing/2014/main" id="{1155F02F-9B23-BE1F-7886-8360D27F2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537" y="1263650"/>
            <a:ext cx="1003412" cy="1003412"/>
          </a:xfrm>
          <a:prstGeom prst="rect">
            <a:avLst/>
          </a:prstGeom>
        </p:spPr>
      </p:pic>
      <p:pic>
        <p:nvPicPr>
          <p:cNvPr id="3" name="Graphic 2" descr="Funny face with solid fill">
            <a:extLst>
              <a:ext uri="{FF2B5EF4-FFF2-40B4-BE49-F238E27FC236}">
                <a16:creationId xmlns:a16="http://schemas.microsoft.com/office/drawing/2014/main" id="{7BC29E57-27B1-B50E-4123-CF1CD1CBD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178300" y="2116931"/>
            <a:ext cx="930274" cy="930274"/>
          </a:xfrm>
          <a:prstGeom prst="rect">
            <a:avLst/>
          </a:prstGeom>
        </p:spPr>
      </p:pic>
      <p:pic>
        <p:nvPicPr>
          <p:cNvPr id="8" name="Graphic 7" descr="Users">
            <a:extLst>
              <a:ext uri="{FF2B5EF4-FFF2-40B4-BE49-F238E27FC236}">
                <a16:creationId xmlns:a16="http://schemas.microsoft.com/office/drawing/2014/main" id="{99A86B3E-25AB-E261-7413-CB6449D037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22787" y="1257300"/>
            <a:ext cx="1003412" cy="1003412"/>
          </a:xfrm>
          <a:prstGeom prst="rect">
            <a:avLst/>
          </a:prstGeom>
        </p:spPr>
      </p:pic>
      <p:pic>
        <p:nvPicPr>
          <p:cNvPr id="10" name="Graphic 9" descr="Video camera">
            <a:extLst>
              <a:ext uri="{FF2B5EF4-FFF2-40B4-BE49-F238E27FC236}">
                <a16:creationId xmlns:a16="http://schemas.microsoft.com/office/drawing/2014/main" id="{C7720E22-D27C-092A-117A-210174D909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12900" y="1974056"/>
            <a:ext cx="1085850" cy="1085850"/>
          </a:xfrm>
          <a:prstGeom prst="rect">
            <a:avLst/>
          </a:prstGeom>
        </p:spPr>
      </p:pic>
      <p:pic>
        <p:nvPicPr>
          <p:cNvPr id="12" name="Graphic 11" descr="Fork and knife">
            <a:extLst>
              <a:ext uri="{FF2B5EF4-FFF2-40B4-BE49-F238E27FC236}">
                <a16:creationId xmlns:a16="http://schemas.microsoft.com/office/drawing/2014/main" id="{56512583-9CEC-847D-623E-0E467137B3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877844" y="2152650"/>
            <a:ext cx="805655" cy="805655"/>
          </a:xfrm>
          <a:prstGeom prst="rect">
            <a:avLst/>
          </a:prstGeom>
        </p:spPr>
      </p:pic>
      <p:pic>
        <p:nvPicPr>
          <p:cNvPr id="13" name="Graphic 12" descr="Music notes">
            <a:extLst>
              <a:ext uri="{FF2B5EF4-FFF2-40B4-BE49-F238E27FC236}">
                <a16:creationId xmlns:a16="http://schemas.microsoft.com/office/drawing/2014/main" id="{CB723458-7B0A-80C2-E409-56569CD45F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7981837" y="1238250"/>
            <a:ext cx="1003412" cy="1003412"/>
          </a:xfrm>
          <a:prstGeom prst="rect">
            <a:avLst/>
          </a:prstGeom>
        </p:spPr>
      </p:pic>
      <p:pic>
        <p:nvPicPr>
          <p:cNvPr id="14" name="Graphic 13" descr="Closed quotation mark">
            <a:extLst>
              <a:ext uri="{FF2B5EF4-FFF2-40B4-BE49-F238E27FC236}">
                <a16:creationId xmlns:a16="http://schemas.microsoft.com/office/drawing/2014/main" id="{E0227E22-AA4F-D634-F4CC-86034C67B61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958987" y="1257300"/>
            <a:ext cx="1003412" cy="100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38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465</TotalTime>
  <Words>11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Bahnschrift SemiBold Condensed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190</cp:revision>
  <dcterms:created xsi:type="dcterms:W3CDTF">2025-03-27T13:32:59Z</dcterms:created>
  <dcterms:modified xsi:type="dcterms:W3CDTF">2025-05-17T05:11:34Z</dcterms:modified>
</cp:coreProperties>
</file>