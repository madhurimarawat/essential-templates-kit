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sldIdLst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71" r:id="rId11"/>
    <p:sldId id="272" r:id="rId12"/>
    <p:sldId id="270" r:id="rId13"/>
  </p:sldIdLst>
  <p:sldSz cx="9525000" cy="3998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3D9"/>
    <a:srgbClr val="D11A7A"/>
    <a:srgbClr val="FF4DA6"/>
    <a:srgbClr val="B0005A"/>
    <a:srgbClr val="FFE6F0"/>
    <a:srgbClr val="FF80BF"/>
    <a:srgbClr val="6EB6FF"/>
    <a:srgbClr val="1565C0"/>
    <a:srgbClr val="3399FF"/>
    <a:srgbClr val="66B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>
        <p:scale>
          <a:sx n="99" d="100"/>
          <a:sy n="99" d="100"/>
        </p:scale>
        <p:origin x="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625" y="654452"/>
            <a:ext cx="7143750" cy="1392214"/>
          </a:xfrm>
        </p:spPr>
        <p:txBody>
          <a:bodyPr anchor="b"/>
          <a:lstStyle>
            <a:lvl1pPr algn="ctr">
              <a:defRPr sz="34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625" y="2100355"/>
            <a:ext cx="7143750" cy="96547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93" indent="0" algn="ctr">
              <a:buNone/>
              <a:defRPr sz="1166"/>
            </a:lvl2pPr>
            <a:lvl3pPr marL="533187" indent="0" algn="ctr">
              <a:buNone/>
              <a:defRPr sz="1050"/>
            </a:lvl3pPr>
            <a:lvl4pPr marL="799780" indent="0" algn="ctr">
              <a:buNone/>
              <a:defRPr sz="933"/>
            </a:lvl4pPr>
            <a:lvl5pPr marL="1066373" indent="0" algn="ctr">
              <a:buNone/>
              <a:defRPr sz="933"/>
            </a:lvl5pPr>
            <a:lvl6pPr marL="1332967" indent="0" algn="ctr">
              <a:buNone/>
              <a:defRPr sz="933"/>
            </a:lvl6pPr>
            <a:lvl7pPr marL="1599560" indent="0" algn="ctr">
              <a:buNone/>
              <a:defRPr sz="933"/>
            </a:lvl7pPr>
            <a:lvl8pPr marL="1866153" indent="0" algn="ctr">
              <a:buNone/>
              <a:defRPr sz="933"/>
            </a:lvl8pPr>
            <a:lvl9pPr marL="2132747" indent="0" algn="ctr">
              <a:buNone/>
              <a:defRPr sz="9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18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3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3" y="996952"/>
            <a:ext cx="8215313" cy="1663436"/>
          </a:xfrm>
        </p:spPr>
        <p:txBody>
          <a:bodyPr anchor="b"/>
          <a:lstStyle>
            <a:lvl1pPr>
              <a:defRPr sz="34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83" y="2676125"/>
            <a:ext cx="8215313" cy="874762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1pPr>
            <a:lvl2pPr marL="26659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18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3pPr>
            <a:lvl4pPr marL="79978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37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96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56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615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74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46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844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2031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22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4" y="212906"/>
            <a:ext cx="8215313" cy="772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6085" y="980289"/>
            <a:ext cx="4029521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085" y="1460714"/>
            <a:ext cx="4029521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2031" y="980289"/>
            <a:ext cx="4049366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2031" y="1460714"/>
            <a:ext cx="4049366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31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77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153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>
              <a:defRPr sz="1866"/>
            </a:lvl1pPr>
            <a:lvl2pPr>
              <a:defRPr sz="1633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91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49366" y="575770"/>
            <a:ext cx="4822031" cy="2841820"/>
          </a:xfrm>
        </p:spPr>
        <p:txBody>
          <a:bodyPr anchor="t"/>
          <a:lstStyle>
            <a:lvl1pPr marL="0" indent="0">
              <a:buNone/>
              <a:defRPr sz="1866"/>
            </a:lvl1pPr>
            <a:lvl2pPr marL="266593" indent="0">
              <a:buNone/>
              <a:defRPr sz="1633"/>
            </a:lvl2pPr>
            <a:lvl3pPr marL="533187" indent="0">
              <a:buNone/>
              <a:defRPr sz="1399"/>
            </a:lvl3pPr>
            <a:lvl4pPr marL="799780" indent="0">
              <a:buNone/>
              <a:defRPr sz="1166"/>
            </a:lvl4pPr>
            <a:lvl5pPr marL="1066373" indent="0">
              <a:buNone/>
              <a:defRPr sz="1166"/>
            </a:lvl5pPr>
            <a:lvl6pPr marL="1332967" indent="0">
              <a:buNone/>
              <a:defRPr sz="1166"/>
            </a:lvl6pPr>
            <a:lvl7pPr marL="1599560" indent="0">
              <a:buNone/>
              <a:defRPr sz="1166"/>
            </a:lvl7pPr>
            <a:lvl8pPr marL="1866153" indent="0">
              <a:buNone/>
              <a:defRPr sz="1166"/>
            </a:lvl8pPr>
            <a:lvl9pPr marL="2132747" indent="0">
              <a:buNone/>
              <a:defRPr sz="116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5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9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6328" y="212905"/>
            <a:ext cx="2053828" cy="33888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4844" y="212905"/>
            <a:ext cx="6042422" cy="33888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274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1A42-B1CA-ED35-CF04-0D373812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5" y="654452"/>
            <a:ext cx="7143750" cy="1392214"/>
          </a:xfrm>
        </p:spPr>
        <p:txBody>
          <a:bodyPr anchor="b"/>
          <a:lstStyle>
            <a:lvl1pPr algn="ctr"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EADA0-4F1E-F8C1-CE3A-DB2073C46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625" y="2100355"/>
            <a:ext cx="7143750" cy="96547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93" indent="0" algn="ctr">
              <a:buNone/>
              <a:defRPr sz="1166"/>
            </a:lvl2pPr>
            <a:lvl3pPr marL="533187" indent="0" algn="ctr">
              <a:buNone/>
              <a:defRPr sz="1050"/>
            </a:lvl3pPr>
            <a:lvl4pPr marL="799780" indent="0" algn="ctr">
              <a:buNone/>
              <a:defRPr sz="933"/>
            </a:lvl4pPr>
            <a:lvl5pPr marL="1066373" indent="0" algn="ctr">
              <a:buNone/>
              <a:defRPr sz="933"/>
            </a:lvl5pPr>
            <a:lvl6pPr marL="1332967" indent="0" algn="ctr">
              <a:buNone/>
              <a:defRPr sz="933"/>
            </a:lvl6pPr>
            <a:lvl7pPr marL="1599560" indent="0" algn="ctr">
              <a:buNone/>
              <a:defRPr sz="933"/>
            </a:lvl7pPr>
            <a:lvl8pPr marL="1866153" indent="0" algn="ctr">
              <a:buNone/>
              <a:defRPr sz="933"/>
            </a:lvl8pPr>
            <a:lvl9pPr marL="2132747" indent="0" algn="ctr">
              <a:buNone/>
              <a:defRPr sz="9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1EA5-3B05-E2D0-405E-77D05CD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5B8A-64D6-A0FE-2C9D-2C7226EA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8629-7977-A17F-00AD-2D1C94D0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8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2E50-6999-A93F-8DE6-FFC9F64A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9F67-3C77-04C5-3E0A-1A897D07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5968-2BFC-BAF7-6711-EAFC1CED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8CEC-7DAA-1392-CEB1-ED139FC3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A14C-DD1F-3213-B59F-0FE8BDD4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50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C0AE-A215-4DB4-0E3A-8986FF10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83" y="996952"/>
            <a:ext cx="8215313" cy="1663436"/>
          </a:xfrm>
        </p:spPr>
        <p:txBody>
          <a:bodyPr anchor="b"/>
          <a:lstStyle>
            <a:lvl1pPr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2DFE-30A3-EB5C-B5BE-EB9562331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883" y="2676125"/>
            <a:ext cx="8215313" cy="874762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1pPr>
            <a:lvl2pPr marL="26659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18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3pPr>
            <a:lvl4pPr marL="79978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37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96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56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615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74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8288-2764-B80D-5155-FF3E0841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B17-C6A9-B2BA-F21D-CE766E46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0221-35DF-CA16-073F-2992B6FE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865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7FE5-ACD6-0C2E-E191-0540C6D3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6E65-FCFD-E654-C05C-4DDA8AA4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844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9E08-6421-9DB5-4B3F-EE342B5FC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2031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2D7D-8234-0C2F-4AAC-04C63666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01036-D300-0A9C-18AD-278F6D02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B364-FDE9-3F29-0599-94A9A74B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781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5971-6FE1-315C-E85A-9B2E4790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4" y="212906"/>
            <a:ext cx="8215313" cy="772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5741-531F-F000-83E3-6F66E8A9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085" y="980289"/>
            <a:ext cx="4029521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01C32-F8CE-BA63-DB51-FC7166366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085" y="1460714"/>
            <a:ext cx="4029521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2CEFA-25C3-44EC-2CA9-13CBFBB06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22031" y="980289"/>
            <a:ext cx="4049366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A4AF7-EE84-4E11-DBA8-ECDCF8966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22031" y="1460714"/>
            <a:ext cx="4049366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80CFA-3559-E3EB-76F7-FECADE5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7391-8E47-1009-0330-21CF7191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19F5D-1EA1-A9BA-61A9-29E18E06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116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F4A9-9C6F-BECE-F625-F0E5945E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81E8E-2352-BC55-60C8-E8B46BE1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FFF5E-99CB-0822-3F71-28F33ED1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E1A98-8A7F-FA6C-80A5-8BD991C8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076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D683F-7E68-6D45-A219-E3687268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2B896-2433-A776-01E3-68D50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22612-95AE-25EE-788E-11833FF7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74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6528-DFDF-2CD9-0FCF-95FB8397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9468-23DB-2921-247E-D93F4D8C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>
              <a:defRPr sz="1866"/>
            </a:lvl1pPr>
            <a:lvl2pPr>
              <a:defRPr sz="1633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0CA3-33B2-2F07-DD8B-8DF544BA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888B5-6CBD-C6ED-AEE6-33321167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31CE9-6F12-20E5-A885-5CA0C0A8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BE81-4D2B-02E7-BD92-A6B7ED96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36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74D1-7F60-AAE3-1AD7-1AE7210A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B26B7-1095-48C3-0A33-C72875AB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 marL="0" indent="0">
              <a:buNone/>
              <a:defRPr sz="1866"/>
            </a:lvl1pPr>
            <a:lvl2pPr marL="266593" indent="0">
              <a:buNone/>
              <a:defRPr sz="1633"/>
            </a:lvl2pPr>
            <a:lvl3pPr marL="533187" indent="0">
              <a:buNone/>
              <a:defRPr sz="1399"/>
            </a:lvl3pPr>
            <a:lvl4pPr marL="799780" indent="0">
              <a:buNone/>
              <a:defRPr sz="1166"/>
            </a:lvl4pPr>
            <a:lvl5pPr marL="1066373" indent="0">
              <a:buNone/>
              <a:defRPr sz="1166"/>
            </a:lvl5pPr>
            <a:lvl6pPr marL="1332967" indent="0">
              <a:buNone/>
              <a:defRPr sz="1166"/>
            </a:lvl6pPr>
            <a:lvl7pPr marL="1599560" indent="0">
              <a:buNone/>
              <a:defRPr sz="1166"/>
            </a:lvl7pPr>
            <a:lvl8pPr marL="1866153" indent="0">
              <a:buNone/>
              <a:defRPr sz="1166"/>
            </a:lvl8pPr>
            <a:lvl9pPr marL="2132747" indent="0">
              <a:buNone/>
              <a:defRPr sz="1166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B124-DFB5-D158-49A5-016F5CEC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BC14D-F591-F9F8-A51E-5A9B88E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351C4-340A-8704-BF9C-86A431CE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54737-9482-E901-C7A4-97FE7C36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48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2435-E287-5E08-83D0-35CA5F3F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1B09D-E34F-0D8E-8143-4ED30A9BC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4395-BDB5-82CA-571C-0B8A46CA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C7338-AA3A-DD2A-BF0B-B51DB922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DE6F-6D6F-99CF-9A6D-9E5CAFC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080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35512-3AB7-BEDF-5658-26001E03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16328" y="212905"/>
            <a:ext cx="2053828" cy="33888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65C2-7A19-DE07-5E62-E77482242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4844" y="212905"/>
            <a:ext cx="6042422" cy="33888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851F-65E0-6ED8-F47E-B4ABEE15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4DB-037E-1172-66DE-753F2DFD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9470-15CC-E8D5-3668-24A26C7F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9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4844" y="212906"/>
            <a:ext cx="8215313" cy="77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844" y="1064525"/>
            <a:ext cx="8215313" cy="2537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4844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EB383-21F2-4708-AF5C-3EF7863C0F4A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5156" y="3706400"/>
            <a:ext cx="3214688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7031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374F6-1C5F-49E5-9164-BABFB41A7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78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33187" rtl="0" eaLnBrk="1" latinLnBrk="0" hangingPunct="1">
        <a:lnSpc>
          <a:spcPct val="90000"/>
        </a:lnSpc>
        <a:spcBef>
          <a:spcPct val="0"/>
        </a:spcBef>
        <a:buNone/>
        <a:defRPr sz="25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97" indent="-133297" algn="l" defTabSz="533187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39989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48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307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9967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46626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73285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9945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26604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59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18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9978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37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296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9956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15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274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182E-1DB1-4B28-B1CA-19D0CEF0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44" y="212906"/>
            <a:ext cx="8215313" cy="77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38D6-923F-4515-7DA5-9E40B9AD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844" y="1064525"/>
            <a:ext cx="8215313" cy="2537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B97A-F4CE-E52A-09A3-A0F8304D4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4844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7059-B1DD-40AF-B05C-82A7ABFB7355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3E31-7886-B962-6706-419417B51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55156" y="3706400"/>
            <a:ext cx="3214688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9E6F-9368-14B0-BAF8-B104FA266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27031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1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3187" rtl="0" eaLnBrk="1" latinLnBrk="0" hangingPunct="1">
        <a:lnSpc>
          <a:spcPct val="90000"/>
        </a:lnSpc>
        <a:spcBef>
          <a:spcPct val="0"/>
        </a:spcBef>
        <a:buNone/>
        <a:defRPr sz="25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97" indent="-133297" algn="l" defTabSz="533187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39989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48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307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9967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46626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73285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9945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26604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59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18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9978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37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296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9956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15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274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040493B-D87F-541D-C5D6-1833C1F2FC3B}"/>
              </a:ext>
            </a:extLst>
          </p:cNvPr>
          <p:cNvSpPr/>
          <p:nvPr/>
        </p:nvSpPr>
        <p:spPr>
          <a:xfrm>
            <a:off x="393700" y="193959"/>
            <a:ext cx="8769350" cy="1715832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 Condensed" panose="020B0502040204020203" pitchFamily="34" charset="0"/>
              </a:rPr>
              <a:t>⚙️ Steps to Set Up a Virtual Machine in </a:t>
            </a:r>
            <a:r>
              <a:rPr lang="en-US" sz="5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 Condensed" panose="020B0502040204020203" pitchFamily="34" charset="0"/>
              </a:rPr>
              <a:t>LocalStack</a:t>
            </a:r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 Condensed" panose="020B0502040204020203" pitchFamily="34" charset="0"/>
              </a:rPr>
              <a:t> 🖥️</a:t>
            </a:r>
            <a:endParaRPr lang="en-IN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2E3575-722F-AC7D-2BA5-67635442D06B}"/>
              </a:ext>
            </a:extLst>
          </p:cNvPr>
          <p:cNvSpPr/>
          <p:nvPr/>
        </p:nvSpPr>
        <p:spPr>
          <a:xfrm>
            <a:off x="1436330" y="2015790"/>
            <a:ext cx="6537904" cy="1038724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 Condensed" panose="020B0502040204020203" pitchFamily="34" charset="0"/>
              </a:rPr>
              <a:t>BY</a:t>
            </a:r>
          </a:p>
          <a:p>
            <a:pPr algn="ctr"/>
            <a:r>
              <a:rPr lang="en-IN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 Condensed" panose="020B0502040204020203" pitchFamily="34" charset="0"/>
              </a:rPr>
              <a:t>Madhurima Rawat</a:t>
            </a:r>
          </a:p>
        </p:txBody>
      </p:sp>
    </p:spTree>
    <p:extLst>
      <p:ext uri="{BB962C8B-B14F-4D97-AF65-F5344CB8AC3E}">
        <p14:creationId xmlns:p14="http://schemas.microsoft.com/office/powerpoint/2010/main" val="181892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7EA2E-24A9-9A7D-85FA-D4460E9A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7F2611-FA30-D3ED-B5A4-176BE01D4E43}"/>
              </a:ext>
            </a:extLst>
          </p:cNvPr>
          <p:cNvSpPr/>
          <p:nvPr/>
        </p:nvSpPr>
        <p:spPr>
          <a:xfrm>
            <a:off x="361950" y="276509"/>
            <a:ext cx="8769350" cy="1992831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63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dist="38100" dir="2700000" algn="bl" rotWithShape="0">
                    <a:srgbClr val="FF0000"/>
                  </a:outerShdw>
                </a:effectLst>
                <a:latin typeface="Bahnschrift SemiBold Condensed" panose="020B0502040204020203" pitchFamily="34" charset="0"/>
              </a:rPr>
              <a:t>🌐 Deploying a Web Application on a Cloud Server 🚀</a:t>
            </a:r>
            <a:endParaRPr lang="en-IN" sz="63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dist="38100" dir="2700000" algn="bl" rotWithShape="0">
                  <a:srgbClr val="FF0000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93E54-B2E5-C7FB-A051-1D4B4D6BC25D}"/>
              </a:ext>
            </a:extLst>
          </p:cNvPr>
          <p:cNvSpPr/>
          <p:nvPr/>
        </p:nvSpPr>
        <p:spPr>
          <a:xfrm>
            <a:off x="1410930" y="2485690"/>
            <a:ext cx="6537904" cy="128494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6"/>
                  </a:outerShdw>
                </a:effectLst>
                <a:latin typeface="Bahnschrift SemiBold Condensed" panose="020B0502040204020203" pitchFamily="34" charset="0"/>
              </a:rPr>
              <a:t>BY</a:t>
            </a:r>
          </a:p>
          <a:p>
            <a:pPr algn="ctr"/>
            <a:r>
              <a:rPr lang="en-IN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6"/>
                  </a:outerShdw>
                </a:effectLst>
                <a:latin typeface="Bahnschrift SemiBold Condensed" panose="020B0502040204020203" pitchFamily="34" charset="0"/>
              </a:rPr>
              <a:t>Madhurima Rawat</a:t>
            </a:r>
          </a:p>
        </p:txBody>
      </p:sp>
    </p:spTree>
    <p:extLst>
      <p:ext uri="{BB962C8B-B14F-4D97-AF65-F5344CB8AC3E}">
        <p14:creationId xmlns:p14="http://schemas.microsoft.com/office/powerpoint/2010/main" val="1964116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B716F-ECB5-584F-FA52-A9B89B1A2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017B46-A9F8-A210-C077-6D2DC96E0588}"/>
              </a:ext>
            </a:extLst>
          </p:cNvPr>
          <p:cNvSpPr/>
          <p:nvPr/>
        </p:nvSpPr>
        <p:spPr>
          <a:xfrm>
            <a:off x="361950" y="276509"/>
            <a:ext cx="8769350" cy="1992831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6300" b="1" dirty="0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bl" rotWithShape="0">
                    <a:schemeClr val="accent2"/>
                  </a:outerShdw>
                </a:effectLst>
                <a:latin typeface="Bahnschrift SemiBold Condensed" panose="020B0502040204020203" pitchFamily="34" charset="0"/>
              </a:rPr>
              <a:t>🗂️ Working with AWS S3 Cloud Storage Services 💾</a:t>
            </a:r>
            <a:endParaRPr lang="en-IN" sz="6300" b="1" dirty="0">
              <a:ln w="13462">
                <a:solidFill>
                  <a:schemeClr val="bg1">
                    <a:alpha val="86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outerShdw dist="38100" dir="2700000" algn="bl" rotWithShape="0">
                  <a:schemeClr val="accent2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6E67B5-1B12-2444-7BF3-538D1F8C3FB2}"/>
              </a:ext>
            </a:extLst>
          </p:cNvPr>
          <p:cNvSpPr/>
          <p:nvPr/>
        </p:nvSpPr>
        <p:spPr>
          <a:xfrm>
            <a:off x="1410930" y="2485690"/>
            <a:ext cx="6537904" cy="128494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40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bg1"/>
                  </a:outerShdw>
                </a:effectLst>
                <a:latin typeface="Bahnschrift SemiBold Condensed" panose="020B0502040204020203" pitchFamily="34" charset="0"/>
              </a:rPr>
              <a:t>BY</a:t>
            </a:r>
          </a:p>
          <a:p>
            <a:pPr algn="ctr"/>
            <a:r>
              <a:rPr lang="en-IN" sz="40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bg1"/>
                  </a:outerShdw>
                </a:effectLst>
                <a:latin typeface="Bahnschrift SemiBold Condensed" panose="020B0502040204020203" pitchFamily="34" charset="0"/>
              </a:rPr>
              <a:t>Madhurima Rawat</a:t>
            </a:r>
          </a:p>
        </p:txBody>
      </p:sp>
    </p:spTree>
    <p:extLst>
      <p:ext uri="{BB962C8B-B14F-4D97-AF65-F5344CB8AC3E}">
        <p14:creationId xmlns:p14="http://schemas.microsoft.com/office/powerpoint/2010/main" val="424195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37B4E-03AB-2380-1F1C-CB6BC211F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DB4DB2-902B-53B9-C236-F42EFCAE21BA}"/>
              </a:ext>
            </a:extLst>
          </p:cNvPr>
          <p:cNvSpPr/>
          <p:nvPr/>
        </p:nvSpPr>
        <p:spPr>
          <a:xfrm>
            <a:off x="361950" y="276509"/>
            <a:ext cx="8769350" cy="2054386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6500" b="1" dirty="0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2"/>
                  </a:outerShdw>
                </a:effectLst>
                <a:latin typeface="Bahnschrift SemiBold Condensed" panose="020B0502040204020203" pitchFamily="34" charset="0"/>
              </a:rPr>
              <a:t>📡 Setting Up and Configuring Cloud Networking 🔐</a:t>
            </a:r>
            <a:endParaRPr lang="en-IN" sz="6500" b="1" dirty="0">
              <a:ln w="13462">
                <a:solidFill>
                  <a:schemeClr val="bg1">
                    <a:alpha val="86000"/>
                  </a:schemeClr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2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073B77-B2B5-E202-FDB8-1D43E56A2C46}"/>
              </a:ext>
            </a:extLst>
          </p:cNvPr>
          <p:cNvSpPr/>
          <p:nvPr/>
        </p:nvSpPr>
        <p:spPr>
          <a:xfrm>
            <a:off x="1410930" y="2485690"/>
            <a:ext cx="6537904" cy="128494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40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bg1"/>
                  </a:outerShdw>
                </a:effectLst>
                <a:latin typeface="Bahnschrift SemiBold Condensed" panose="020B0502040204020203" pitchFamily="34" charset="0"/>
              </a:rPr>
              <a:t>BY</a:t>
            </a:r>
          </a:p>
          <a:p>
            <a:pPr algn="ctr"/>
            <a:r>
              <a:rPr lang="en-IN" sz="40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bg1"/>
                  </a:outerShdw>
                </a:effectLst>
                <a:latin typeface="Bahnschrift SemiBold Condensed" panose="020B0502040204020203" pitchFamily="34" charset="0"/>
              </a:rPr>
              <a:t>Madhurima Rawat</a:t>
            </a:r>
          </a:p>
        </p:txBody>
      </p:sp>
    </p:spTree>
    <p:extLst>
      <p:ext uri="{BB962C8B-B14F-4D97-AF65-F5344CB8AC3E}">
        <p14:creationId xmlns:p14="http://schemas.microsoft.com/office/powerpoint/2010/main" val="190257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5EC"/>
            </a:gs>
            <a:gs pos="74000">
              <a:srgbClr val="D4FC79"/>
            </a:gs>
            <a:gs pos="83000">
              <a:srgbClr val="96E6A1"/>
            </a:gs>
            <a:gs pos="100000">
              <a:srgbClr val="B5FFF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F3C81-341C-EBBD-7287-AFC7F2CA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9F0287-49AF-E7B3-ED9A-D6AD7DD351B1}"/>
              </a:ext>
            </a:extLst>
          </p:cNvPr>
          <p:cNvSpPr txBox="1"/>
          <p:nvPr/>
        </p:nvSpPr>
        <p:spPr>
          <a:xfrm>
            <a:off x="0" y="0"/>
            <a:ext cx="9525000" cy="3998913"/>
          </a:xfrm>
          <a:prstGeom prst="rect">
            <a:avLst/>
          </a:prstGeom>
          <a:blipFill dpi="0" rotWithShape="1">
            <a:blip r:embed="rId2">
              <a:alphaModFix amt="25000"/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772EA2-2C2F-7BF9-2569-8E0EEE39E047}"/>
              </a:ext>
            </a:extLst>
          </p:cNvPr>
          <p:cNvSpPr/>
          <p:nvPr/>
        </p:nvSpPr>
        <p:spPr>
          <a:xfrm>
            <a:off x="361950" y="276509"/>
            <a:ext cx="8769350" cy="2054386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6500" b="1" dirty="0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dist="38100" dir="2700000" algn="bl" rotWithShape="0">
                    <a:schemeClr val="accent2"/>
                  </a:outerShdw>
                </a:effectLst>
                <a:latin typeface="Bahnschrift SemiBold Condensed" panose="020B0502040204020203" pitchFamily="34" charset="0"/>
              </a:rPr>
              <a:t>🛠️ Using Cloud Functions for Serverless Computing 🧩</a:t>
            </a:r>
            <a:endParaRPr lang="en-IN" sz="6500" b="1" dirty="0">
              <a:ln w="13462">
                <a:solidFill>
                  <a:schemeClr val="bg1">
                    <a:alpha val="86000"/>
                  </a:schemeClr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dist="38100" dir="2700000" algn="bl" rotWithShape="0">
                  <a:schemeClr val="accent2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A9581-1DC1-D2FF-9BE5-2DB80C308503}"/>
              </a:ext>
            </a:extLst>
          </p:cNvPr>
          <p:cNvSpPr/>
          <p:nvPr/>
        </p:nvSpPr>
        <p:spPr>
          <a:xfrm>
            <a:off x="1410930" y="2485690"/>
            <a:ext cx="6537904" cy="128494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40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rgbClr val="FFFF00"/>
                  </a:outerShdw>
                </a:effectLst>
                <a:latin typeface="Bahnschrift SemiBold Condensed" panose="020B0502040204020203" pitchFamily="34" charset="0"/>
              </a:rPr>
              <a:t>BY</a:t>
            </a:r>
          </a:p>
          <a:p>
            <a:pPr algn="ctr"/>
            <a:r>
              <a:rPr lang="en-IN" sz="40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rgbClr val="FFFF00"/>
                  </a:outerShdw>
                </a:effectLst>
                <a:latin typeface="Bahnschrift SemiBold Condensed" panose="020B0502040204020203" pitchFamily="34" charset="0"/>
              </a:rPr>
              <a:t>Madhurima Rawat</a:t>
            </a:r>
          </a:p>
        </p:txBody>
      </p:sp>
    </p:spTree>
    <p:extLst>
      <p:ext uri="{BB962C8B-B14F-4D97-AF65-F5344CB8AC3E}">
        <p14:creationId xmlns:p14="http://schemas.microsoft.com/office/powerpoint/2010/main" val="41567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0F7F1"/>
            </a:gs>
            <a:gs pos="74000">
              <a:srgbClr val="90D7D0"/>
            </a:gs>
            <a:gs pos="83000">
              <a:srgbClr val="A3E4DB"/>
            </a:gs>
            <a:gs pos="100000">
              <a:srgbClr val="8BFFB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9FE9B-D680-CC53-BFF6-5515622E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raphic 7" descr="Gold bars">
            <a:extLst>
              <a:ext uri="{FF2B5EF4-FFF2-40B4-BE49-F238E27FC236}">
                <a16:creationId xmlns:a16="http://schemas.microsoft.com/office/drawing/2014/main" id="{3B2D49ED-8EC8-007A-F4C6-712C87A37412}"/>
              </a:ext>
            </a:extLst>
          </p:cNvPr>
          <p:cNvSpPr/>
          <p:nvPr/>
        </p:nvSpPr>
        <p:spPr>
          <a:xfrm>
            <a:off x="6556506" y="1499824"/>
            <a:ext cx="1946787" cy="1390562"/>
          </a:xfrm>
          <a:custGeom>
            <a:avLst/>
            <a:gdLst>
              <a:gd name="connsiteX0" fmla="*/ 1460091 w 1946787"/>
              <a:gd name="connsiteY0" fmla="*/ 1251506 h 1390562"/>
              <a:gd name="connsiteX1" fmla="*/ 1487902 w 1946787"/>
              <a:gd name="connsiteY1" fmla="*/ 1066098 h 1390562"/>
              <a:gd name="connsiteX2" fmla="*/ 1759062 w 1946787"/>
              <a:gd name="connsiteY2" fmla="*/ 1066098 h 1390562"/>
              <a:gd name="connsiteX3" fmla="*/ 1786873 w 1946787"/>
              <a:gd name="connsiteY3" fmla="*/ 1251506 h 1390562"/>
              <a:gd name="connsiteX4" fmla="*/ 1460091 w 1946787"/>
              <a:gd name="connsiteY4" fmla="*/ 1251506 h 1390562"/>
              <a:gd name="connsiteX5" fmla="*/ 1112450 w 1946787"/>
              <a:gd name="connsiteY5" fmla="*/ 787985 h 1390562"/>
              <a:gd name="connsiteX6" fmla="*/ 1140261 w 1946787"/>
              <a:gd name="connsiteY6" fmla="*/ 602577 h 1390562"/>
              <a:gd name="connsiteX7" fmla="*/ 1411421 w 1946787"/>
              <a:gd name="connsiteY7" fmla="*/ 602577 h 1390562"/>
              <a:gd name="connsiteX8" fmla="*/ 1439232 w 1946787"/>
              <a:gd name="connsiteY8" fmla="*/ 787985 h 1390562"/>
              <a:gd name="connsiteX9" fmla="*/ 1112450 w 1946787"/>
              <a:gd name="connsiteY9" fmla="*/ 787985 h 1390562"/>
              <a:gd name="connsiteX10" fmla="*/ 880690 w 1946787"/>
              <a:gd name="connsiteY10" fmla="*/ 463521 h 1390562"/>
              <a:gd name="connsiteX11" fmla="*/ 1019746 w 1946787"/>
              <a:gd name="connsiteY11" fmla="*/ 463521 h 1390562"/>
              <a:gd name="connsiteX12" fmla="*/ 950218 w 1946787"/>
              <a:gd name="connsiteY12" fmla="*/ 927042 h 1390562"/>
              <a:gd name="connsiteX13" fmla="*/ 880690 w 1946787"/>
              <a:gd name="connsiteY13" fmla="*/ 463521 h 1390562"/>
              <a:gd name="connsiteX14" fmla="*/ 811161 w 1946787"/>
              <a:gd name="connsiteY14" fmla="*/ 1251506 h 1390562"/>
              <a:gd name="connsiteX15" fmla="*/ 838973 w 1946787"/>
              <a:gd name="connsiteY15" fmla="*/ 1066098 h 1390562"/>
              <a:gd name="connsiteX16" fmla="*/ 1110132 w 1946787"/>
              <a:gd name="connsiteY16" fmla="*/ 1066098 h 1390562"/>
              <a:gd name="connsiteX17" fmla="*/ 1137944 w 1946787"/>
              <a:gd name="connsiteY17" fmla="*/ 1251506 h 1390562"/>
              <a:gd name="connsiteX18" fmla="*/ 811161 w 1946787"/>
              <a:gd name="connsiteY18" fmla="*/ 1251506 h 1390562"/>
              <a:gd name="connsiteX19" fmla="*/ 463521 w 1946787"/>
              <a:gd name="connsiteY19" fmla="*/ 787985 h 1390562"/>
              <a:gd name="connsiteX20" fmla="*/ 491332 w 1946787"/>
              <a:gd name="connsiteY20" fmla="*/ 602577 h 1390562"/>
              <a:gd name="connsiteX21" fmla="*/ 762492 w 1946787"/>
              <a:gd name="connsiteY21" fmla="*/ 602577 h 1390562"/>
              <a:gd name="connsiteX22" fmla="*/ 790303 w 1946787"/>
              <a:gd name="connsiteY22" fmla="*/ 787985 h 1390562"/>
              <a:gd name="connsiteX23" fmla="*/ 463521 w 1946787"/>
              <a:gd name="connsiteY23" fmla="*/ 787985 h 1390562"/>
              <a:gd name="connsiteX24" fmla="*/ 815797 w 1946787"/>
              <a:gd name="connsiteY24" fmla="*/ 139056 h 1390562"/>
              <a:gd name="connsiteX25" fmla="*/ 1086956 w 1946787"/>
              <a:gd name="connsiteY25" fmla="*/ 139056 h 1390562"/>
              <a:gd name="connsiteX26" fmla="*/ 1114768 w 1946787"/>
              <a:gd name="connsiteY26" fmla="*/ 324465 h 1390562"/>
              <a:gd name="connsiteX27" fmla="*/ 787985 w 1946787"/>
              <a:gd name="connsiteY27" fmla="*/ 324465 h 1390562"/>
              <a:gd name="connsiteX28" fmla="*/ 815797 w 1946787"/>
              <a:gd name="connsiteY28" fmla="*/ 139056 h 1390562"/>
              <a:gd name="connsiteX29" fmla="*/ 162232 w 1946787"/>
              <a:gd name="connsiteY29" fmla="*/ 1251506 h 1390562"/>
              <a:gd name="connsiteX30" fmla="*/ 190044 w 1946787"/>
              <a:gd name="connsiteY30" fmla="*/ 1066098 h 1390562"/>
              <a:gd name="connsiteX31" fmla="*/ 461203 w 1946787"/>
              <a:gd name="connsiteY31" fmla="*/ 1066098 h 1390562"/>
              <a:gd name="connsiteX32" fmla="*/ 489015 w 1946787"/>
              <a:gd name="connsiteY32" fmla="*/ 1251506 h 1390562"/>
              <a:gd name="connsiteX33" fmla="*/ 162232 w 1946787"/>
              <a:gd name="connsiteY33" fmla="*/ 1251506 h 1390562"/>
              <a:gd name="connsiteX34" fmla="*/ 1877259 w 1946787"/>
              <a:gd name="connsiteY34" fmla="*/ 927042 h 1390562"/>
              <a:gd name="connsiteX35" fmla="*/ 1599147 w 1946787"/>
              <a:gd name="connsiteY35" fmla="*/ 927042 h 1390562"/>
              <a:gd name="connsiteX36" fmla="*/ 1529619 w 1946787"/>
              <a:gd name="connsiteY36" fmla="*/ 463521 h 1390562"/>
              <a:gd name="connsiteX37" fmla="*/ 1274682 w 1946787"/>
              <a:gd name="connsiteY37" fmla="*/ 463521 h 1390562"/>
              <a:gd name="connsiteX38" fmla="*/ 1205154 w 1946787"/>
              <a:gd name="connsiteY38" fmla="*/ 0 h 1390562"/>
              <a:gd name="connsiteX39" fmla="*/ 695281 w 1946787"/>
              <a:gd name="connsiteY39" fmla="*/ 0 h 1390562"/>
              <a:gd name="connsiteX40" fmla="*/ 625753 w 1946787"/>
              <a:gd name="connsiteY40" fmla="*/ 463521 h 1390562"/>
              <a:gd name="connsiteX41" fmla="*/ 370817 w 1946787"/>
              <a:gd name="connsiteY41" fmla="*/ 463521 h 1390562"/>
              <a:gd name="connsiteX42" fmla="*/ 301289 w 1946787"/>
              <a:gd name="connsiteY42" fmla="*/ 927042 h 1390562"/>
              <a:gd name="connsiteX43" fmla="*/ 69528 w 1946787"/>
              <a:gd name="connsiteY43" fmla="*/ 927042 h 1390562"/>
              <a:gd name="connsiteX44" fmla="*/ 0 w 1946787"/>
              <a:gd name="connsiteY44" fmla="*/ 1390563 h 1390562"/>
              <a:gd name="connsiteX45" fmla="*/ 648929 w 1946787"/>
              <a:gd name="connsiteY45" fmla="*/ 1390563 h 1390562"/>
              <a:gd name="connsiteX46" fmla="*/ 579401 w 1946787"/>
              <a:gd name="connsiteY46" fmla="*/ 927042 h 1390562"/>
              <a:gd name="connsiteX47" fmla="*/ 718457 w 1946787"/>
              <a:gd name="connsiteY47" fmla="*/ 927042 h 1390562"/>
              <a:gd name="connsiteX48" fmla="*/ 648929 w 1946787"/>
              <a:gd name="connsiteY48" fmla="*/ 1390563 h 1390562"/>
              <a:gd name="connsiteX49" fmla="*/ 1297858 w 1946787"/>
              <a:gd name="connsiteY49" fmla="*/ 1390563 h 1390562"/>
              <a:gd name="connsiteX50" fmla="*/ 1228330 w 1946787"/>
              <a:gd name="connsiteY50" fmla="*/ 927042 h 1390562"/>
              <a:gd name="connsiteX51" fmla="*/ 1367387 w 1946787"/>
              <a:gd name="connsiteY51" fmla="*/ 927042 h 1390562"/>
              <a:gd name="connsiteX52" fmla="*/ 1297858 w 1946787"/>
              <a:gd name="connsiteY52" fmla="*/ 1390563 h 1390562"/>
              <a:gd name="connsiteX53" fmla="*/ 1946788 w 1946787"/>
              <a:gd name="connsiteY53" fmla="*/ 1390563 h 1390562"/>
              <a:gd name="connsiteX54" fmla="*/ 1877259 w 1946787"/>
              <a:gd name="connsiteY54" fmla="*/ 927042 h 139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946787" h="1390562">
                <a:moveTo>
                  <a:pt x="1460091" y="1251506"/>
                </a:moveTo>
                <a:lnTo>
                  <a:pt x="1487902" y="1066098"/>
                </a:lnTo>
                <a:lnTo>
                  <a:pt x="1759062" y="1066098"/>
                </a:lnTo>
                <a:lnTo>
                  <a:pt x="1786873" y="1251506"/>
                </a:lnTo>
                <a:lnTo>
                  <a:pt x="1460091" y="1251506"/>
                </a:lnTo>
                <a:close/>
                <a:moveTo>
                  <a:pt x="1112450" y="787985"/>
                </a:moveTo>
                <a:lnTo>
                  <a:pt x="1140261" y="602577"/>
                </a:lnTo>
                <a:lnTo>
                  <a:pt x="1411421" y="602577"/>
                </a:lnTo>
                <a:lnTo>
                  <a:pt x="1439232" y="787985"/>
                </a:lnTo>
                <a:lnTo>
                  <a:pt x="1112450" y="787985"/>
                </a:lnTo>
                <a:close/>
                <a:moveTo>
                  <a:pt x="880690" y="463521"/>
                </a:moveTo>
                <a:lnTo>
                  <a:pt x="1019746" y="463521"/>
                </a:lnTo>
                <a:lnTo>
                  <a:pt x="950218" y="927042"/>
                </a:lnTo>
                <a:lnTo>
                  <a:pt x="880690" y="463521"/>
                </a:lnTo>
                <a:close/>
                <a:moveTo>
                  <a:pt x="811161" y="1251506"/>
                </a:moveTo>
                <a:lnTo>
                  <a:pt x="838973" y="1066098"/>
                </a:lnTo>
                <a:lnTo>
                  <a:pt x="1110132" y="1066098"/>
                </a:lnTo>
                <a:lnTo>
                  <a:pt x="1137944" y="1251506"/>
                </a:lnTo>
                <a:lnTo>
                  <a:pt x="811161" y="1251506"/>
                </a:lnTo>
                <a:close/>
                <a:moveTo>
                  <a:pt x="463521" y="787985"/>
                </a:moveTo>
                <a:lnTo>
                  <a:pt x="491332" y="602577"/>
                </a:lnTo>
                <a:lnTo>
                  <a:pt x="762492" y="602577"/>
                </a:lnTo>
                <a:lnTo>
                  <a:pt x="790303" y="787985"/>
                </a:lnTo>
                <a:lnTo>
                  <a:pt x="463521" y="787985"/>
                </a:lnTo>
                <a:close/>
                <a:moveTo>
                  <a:pt x="815797" y="139056"/>
                </a:moveTo>
                <a:lnTo>
                  <a:pt x="1086956" y="139056"/>
                </a:lnTo>
                <a:lnTo>
                  <a:pt x="1114768" y="324465"/>
                </a:lnTo>
                <a:lnTo>
                  <a:pt x="787985" y="324465"/>
                </a:lnTo>
                <a:lnTo>
                  <a:pt x="815797" y="139056"/>
                </a:lnTo>
                <a:close/>
                <a:moveTo>
                  <a:pt x="162232" y="1251506"/>
                </a:moveTo>
                <a:lnTo>
                  <a:pt x="190044" y="1066098"/>
                </a:lnTo>
                <a:lnTo>
                  <a:pt x="461203" y="1066098"/>
                </a:lnTo>
                <a:lnTo>
                  <a:pt x="489015" y="1251506"/>
                </a:lnTo>
                <a:lnTo>
                  <a:pt x="162232" y="1251506"/>
                </a:lnTo>
                <a:close/>
                <a:moveTo>
                  <a:pt x="1877259" y="927042"/>
                </a:moveTo>
                <a:lnTo>
                  <a:pt x="1599147" y="927042"/>
                </a:lnTo>
                <a:lnTo>
                  <a:pt x="1529619" y="463521"/>
                </a:lnTo>
                <a:lnTo>
                  <a:pt x="1274682" y="463521"/>
                </a:lnTo>
                <a:lnTo>
                  <a:pt x="1205154" y="0"/>
                </a:lnTo>
                <a:lnTo>
                  <a:pt x="695281" y="0"/>
                </a:lnTo>
                <a:lnTo>
                  <a:pt x="625753" y="463521"/>
                </a:lnTo>
                <a:lnTo>
                  <a:pt x="370817" y="463521"/>
                </a:lnTo>
                <a:lnTo>
                  <a:pt x="301289" y="927042"/>
                </a:lnTo>
                <a:lnTo>
                  <a:pt x="69528" y="927042"/>
                </a:lnTo>
                <a:lnTo>
                  <a:pt x="0" y="1390563"/>
                </a:lnTo>
                <a:lnTo>
                  <a:pt x="648929" y="1390563"/>
                </a:lnTo>
                <a:lnTo>
                  <a:pt x="579401" y="927042"/>
                </a:lnTo>
                <a:lnTo>
                  <a:pt x="718457" y="927042"/>
                </a:lnTo>
                <a:lnTo>
                  <a:pt x="648929" y="1390563"/>
                </a:lnTo>
                <a:lnTo>
                  <a:pt x="1297858" y="1390563"/>
                </a:lnTo>
                <a:lnTo>
                  <a:pt x="1228330" y="927042"/>
                </a:lnTo>
                <a:lnTo>
                  <a:pt x="1367387" y="927042"/>
                </a:lnTo>
                <a:lnTo>
                  <a:pt x="1297858" y="1390563"/>
                </a:lnTo>
                <a:lnTo>
                  <a:pt x="1946788" y="1390563"/>
                </a:lnTo>
                <a:lnTo>
                  <a:pt x="1877259" y="927042"/>
                </a:lnTo>
                <a:close/>
              </a:path>
            </a:pathLst>
          </a:custGeom>
          <a:solidFill>
            <a:srgbClr val="2F4F4F"/>
          </a:solidFill>
          <a:ln w="231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8" name="Graphic 11" descr="Gears">
            <a:extLst>
              <a:ext uri="{FF2B5EF4-FFF2-40B4-BE49-F238E27FC236}">
                <a16:creationId xmlns:a16="http://schemas.microsoft.com/office/drawing/2014/main" id="{BE645C29-0B3B-18DD-8F9F-AA73C0281565}"/>
              </a:ext>
            </a:extLst>
          </p:cNvPr>
          <p:cNvGrpSpPr/>
          <p:nvPr/>
        </p:nvGrpSpPr>
        <p:grpSpPr>
          <a:xfrm>
            <a:off x="3950300" y="1475345"/>
            <a:ext cx="1185455" cy="1434546"/>
            <a:chOff x="3969350" y="1354695"/>
            <a:chExt cx="1185455" cy="1434546"/>
          </a:xfrm>
          <a:solidFill>
            <a:srgbClr val="2F4F4F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9F68C99-5B20-F431-FD27-41C405FA8D5F}"/>
                </a:ext>
              </a:extLst>
            </p:cNvPr>
            <p:cNvSpPr/>
            <p:nvPr/>
          </p:nvSpPr>
          <p:spPr>
            <a:xfrm>
              <a:off x="4380259" y="1354695"/>
              <a:ext cx="774546" cy="772727"/>
            </a:xfrm>
            <a:custGeom>
              <a:avLst/>
              <a:gdLst>
                <a:gd name="connsiteX0" fmla="*/ 387273 w 774546"/>
                <a:gd name="connsiteY0" fmla="*/ 523637 h 772727"/>
                <a:gd name="connsiteX1" fmla="*/ 250909 w 774546"/>
                <a:gd name="connsiteY1" fmla="*/ 387273 h 772727"/>
                <a:gd name="connsiteX2" fmla="*/ 387273 w 774546"/>
                <a:gd name="connsiteY2" fmla="*/ 250909 h 772727"/>
                <a:gd name="connsiteX3" fmla="*/ 523637 w 774546"/>
                <a:gd name="connsiteY3" fmla="*/ 387273 h 772727"/>
                <a:gd name="connsiteX4" fmla="*/ 387273 w 774546"/>
                <a:gd name="connsiteY4" fmla="*/ 523637 h 772727"/>
                <a:gd name="connsiteX5" fmla="*/ 694546 w 774546"/>
                <a:gd name="connsiteY5" fmla="*/ 301818 h 772727"/>
                <a:gd name="connsiteX6" fmla="*/ 665455 w 774546"/>
                <a:gd name="connsiteY6" fmla="*/ 230909 h 772727"/>
                <a:gd name="connsiteX7" fmla="*/ 694546 w 774546"/>
                <a:gd name="connsiteY7" fmla="*/ 145455 h 772727"/>
                <a:gd name="connsiteX8" fmla="*/ 629091 w 774546"/>
                <a:gd name="connsiteY8" fmla="*/ 80000 h 772727"/>
                <a:gd name="connsiteX9" fmla="*/ 543637 w 774546"/>
                <a:gd name="connsiteY9" fmla="*/ 109091 h 772727"/>
                <a:gd name="connsiteX10" fmla="*/ 472728 w 774546"/>
                <a:gd name="connsiteY10" fmla="*/ 80000 h 772727"/>
                <a:gd name="connsiteX11" fmla="*/ 432728 w 774546"/>
                <a:gd name="connsiteY11" fmla="*/ 0 h 772727"/>
                <a:gd name="connsiteX12" fmla="*/ 341818 w 774546"/>
                <a:gd name="connsiteY12" fmla="*/ 0 h 772727"/>
                <a:gd name="connsiteX13" fmla="*/ 301818 w 774546"/>
                <a:gd name="connsiteY13" fmla="*/ 80000 h 772727"/>
                <a:gd name="connsiteX14" fmla="*/ 230909 w 774546"/>
                <a:gd name="connsiteY14" fmla="*/ 109091 h 772727"/>
                <a:gd name="connsiteX15" fmla="*/ 145455 w 774546"/>
                <a:gd name="connsiteY15" fmla="*/ 80000 h 772727"/>
                <a:gd name="connsiteX16" fmla="*/ 80000 w 774546"/>
                <a:gd name="connsiteY16" fmla="*/ 145455 h 772727"/>
                <a:gd name="connsiteX17" fmla="*/ 109091 w 774546"/>
                <a:gd name="connsiteY17" fmla="*/ 230909 h 772727"/>
                <a:gd name="connsiteX18" fmla="*/ 80000 w 774546"/>
                <a:gd name="connsiteY18" fmla="*/ 301818 h 772727"/>
                <a:gd name="connsiteX19" fmla="*/ 0 w 774546"/>
                <a:gd name="connsiteY19" fmla="*/ 341818 h 772727"/>
                <a:gd name="connsiteX20" fmla="*/ 0 w 774546"/>
                <a:gd name="connsiteY20" fmla="*/ 432728 h 772727"/>
                <a:gd name="connsiteX21" fmla="*/ 80000 w 774546"/>
                <a:gd name="connsiteY21" fmla="*/ 472728 h 772727"/>
                <a:gd name="connsiteX22" fmla="*/ 109091 w 774546"/>
                <a:gd name="connsiteY22" fmla="*/ 543637 h 772727"/>
                <a:gd name="connsiteX23" fmla="*/ 80000 w 774546"/>
                <a:gd name="connsiteY23" fmla="*/ 629091 h 772727"/>
                <a:gd name="connsiteX24" fmla="*/ 143637 w 774546"/>
                <a:gd name="connsiteY24" fmla="*/ 692728 h 772727"/>
                <a:gd name="connsiteX25" fmla="*/ 229091 w 774546"/>
                <a:gd name="connsiteY25" fmla="*/ 663637 h 772727"/>
                <a:gd name="connsiteX26" fmla="*/ 300000 w 774546"/>
                <a:gd name="connsiteY26" fmla="*/ 692728 h 772727"/>
                <a:gd name="connsiteX27" fmla="*/ 340000 w 774546"/>
                <a:gd name="connsiteY27" fmla="*/ 772728 h 772727"/>
                <a:gd name="connsiteX28" fmla="*/ 430909 w 774546"/>
                <a:gd name="connsiteY28" fmla="*/ 772728 h 772727"/>
                <a:gd name="connsiteX29" fmla="*/ 470910 w 774546"/>
                <a:gd name="connsiteY29" fmla="*/ 692728 h 772727"/>
                <a:gd name="connsiteX30" fmla="*/ 541819 w 774546"/>
                <a:gd name="connsiteY30" fmla="*/ 663637 h 772727"/>
                <a:gd name="connsiteX31" fmla="*/ 627273 w 774546"/>
                <a:gd name="connsiteY31" fmla="*/ 692728 h 772727"/>
                <a:gd name="connsiteX32" fmla="*/ 692728 w 774546"/>
                <a:gd name="connsiteY32" fmla="*/ 629091 h 772727"/>
                <a:gd name="connsiteX33" fmla="*/ 663637 w 774546"/>
                <a:gd name="connsiteY33" fmla="*/ 543637 h 772727"/>
                <a:gd name="connsiteX34" fmla="*/ 694546 w 774546"/>
                <a:gd name="connsiteY34" fmla="*/ 472728 h 772727"/>
                <a:gd name="connsiteX35" fmla="*/ 774546 w 774546"/>
                <a:gd name="connsiteY35" fmla="*/ 432728 h 772727"/>
                <a:gd name="connsiteX36" fmla="*/ 774546 w 774546"/>
                <a:gd name="connsiteY36" fmla="*/ 341818 h 772727"/>
                <a:gd name="connsiteX37" fmla="*/ 694546 w 774546"/>
                <a:gd name="connsiteY37" fmla="*/ 301818 h 772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774546" h="772727">
                  <a:moveTo>
                    <a:pt x="387273" y="523637"/>
                  </a:moveTo>
                  <a:cubicBezTo>
                    <a:pt x="310909" y="523637"/>
                    <a:pt x="250909" y="461819"/>
                    <a:pt x="250909" y="387273"/>
                  </a:cubicBezTo>
                  <a:cubicBezTo>
                    <a:pt x="250909" y="312728"/>
                    <a:pt x="312728" y="250909"/>
                    <a:pt x="387273" y="250909"/>
                  </a:cubicBezTo>
                  <a:cubicBezTo>
                    <a:pt x="463637" y="250909"/>
                    <a:pt x="523637" y="312728"/>
                    <a:pt x="523637" y="387273"/>
                  </a:cubicBezTo>
                  <a:cubicBezTo>
                    <a:pt x="523637" y="461819"/>
                    <a:pt x="461819" y="523637"/>
                    <a:pt x="387273" y="523637"/>
                  </a:cubicBezTo>
                  <a:close/>
                  <a:moveTo>
                    <a:pt x="694546" y="301818"/>
                  </a:moveTo>
                  <a:cubicBezTo>
                    <a:pt x="687273" y="276364"/>
                    <a:pt x="678182" y="252727"/>
                    <a:pt x="665455" y="230909"/>
                  </a:cubicBezTo>
                  <a:lnTo>
                    <a:pt x="694546" y="145455"/>
                  </a:lnTo>
                  <a:lnTo>
                    <a:pt x="629091" y="80000"/>
                  </a:lnTo>
                  <a:lnTo>
                    <a:pt x="543637" y="109091"/>
                  </a:lnTo>
                  <a:cubicBezTo>
                    <a:pt x="521819" y="96364"/>
                    <a:pt x="498182" y="87273"/>
                    <a:pt x="472728" y="80000"/>
                  </a:cubicBezTo>
                  <a:lnTo>
                    <a:pt x="432728" y="0"/>
                  </a:lnTo>
                  <a:lnTo>
                    <a:pt x="341818" y="0"/>
                  </a:lnTo>
                  <a:lnTo>
                    <a:pt x="301818" y="80000"/>
                  </a:lnTo>
                  <a:cubicBezTo>
                    <a:pt x="276364" y="87273"/>
                    <a:pt x="252728" y="96364"/>
                    <a:pt x="230909" y="109091"/>
                  </a:cubicBezTo>
                  <a:lnTo>
                    <a:pt x="145455" y="80000"/>
                  </a:lnTo>
                  <a:lnTo>
                    <a:pt x="80000" y="145455"/>
                  </a:lnTo>
                  <a:lnTo>
                    <a:pt x="109091" y="230909"/>
                  </a:lnTo>
                  <a:cubicBezTo>
                    <a:pt x="96364" y="252727"/>
                    <a:pt x="87273" y="276364"/>
                    <a:pt x="80000" y="301818"/>
                  </a:cubicBezTo>
                  <a:lnTo>
                    <a:pt x="0" y="341818"/>
                  </a:lnTo>
                  <a:lnTo>
                    <a:pt x="0" y="432728"/>
                  </a:lnTo>
                  <a:lnTo>
                    <a:pt x="80000" y="472728"/>
                  </a:lnTo>
                  <a:cubicBezTo>
                    <a:pt x="87273" y="498182"/>
                    <a:pt x="96364" y="521819"/>
                    <a:pt x="109091" y="543637"/>
                  </a:cubicBezTo>
                  <a:lnTo>
                    <a:pt x="80000" y="629091"/>
                  </a:lnTo>
                  <a:lnTo>
                    <a:pt x="143637" y="692728"/>
                  </a:lnTo>
                  <a:lnTo>
                    <a:pt x="229091" y="663637"/>
                  </a:lnTo>
                  <a:cubicBezTo>
                    <a:pt x="250909" y="676364"/>
                    <a:pt x="274546" y="685455"/>
                    <a:pt x="300000" y="692728"/>
                  </a:cubicBezTo>
                  <a:lnTo>
                    <a:pt x="340000" y="772728"/>
                  </a:lnTo>
                  <a:lnTo>
                    <a:pt x="430909" y="772728"/>
                  </a:lnTo>
                  <a:lnTo>
                    <a:pt x="470910" y="692728"/>
                  </a:lnTo>
                  <a:cubicBezTo>
                    <a:pt x="496364" y="685455"/>
                    <a:pt x="520000" y="676364"/>
                    <a:pt x="541819" y="663637"/>
                  </a:cubicBezTo>
                  <a:lnTo>
                    <a:pt x="627273" y="692728"/>
                  </a:lnTo>
                  <a:lnTo>
                    <a:pt x="692728" y="629091"/>
                  </a:lnTo>
                  <a:lnTo>
                    <a:pt x="663637" y="543637"/>
                  </a:lnTo>
                  <a:cubicBezTo>
                    <a:pt x="676364" y="521819"/>
                    <a:pt x="687273" y="496364"/>
                    <a:pt x="694546" y="472728"/>
                  </a:cubicBezTo>
                  <a:lnTo>
                    <a:pt x="774546" y="432728"/>
                  </a:lnTo>
                  <a:lnTo>
                    <a:pt x="774546" y="341818"/>
                  </a:lnTo>
                  <a:lnTo>
                    <a:pt x="694546" y="301818"/>
                  </a:lnTo>
                  <a:close/>
                </a:path>
              </a:pathLst>
            </a:custGeom>
            <a:solidFill>
              <a:srgbClr val="2F4F4F"/>
            </a:solidFill>
            <a:ln w="181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3A4366A-B5D2-B803-5CAD-AA4A2A92A98F}"/>
                </a:ext>
              </a:extLst>
            </p:cNvPr>
            <p:cNvSpPr/>
            <p:nvPr/>
          </p:nvSpPr>
          <p:spPr>
            <a:xfrm>
              <a:off x="3969350" y="2016514"/>
              <a:ext cx="774546" cy="772727"/>
            </a:xfrm>
            <a:custGeom>
              <a:avLst/>
              <a:gdLst>
                <a:gd name="connsiteX0" fmla="*/ 387273 w 774546"/>
                <a:gd name="connsiteY0" fmla="*/ 523637 h 772727"/>
                <a:gd name="connsiteX1" fmla="*/ 250909 w 774546"/>
                <a:gd name="connsiteY1" fmla="*/ 387273 h 772727"/>
                <a:gd name="connsiteX2" fmla="*/ 387273 w 774546"/>
                <a:gd name="connsiteY2" fmla="*/ 250909 h 772727"/>
                <a:gd name="connsiteX3" fmla="*/ 523637 w 774546"/>
                <a:gd name="connsiteY3" fmla="*/ 387273 h 772727"/>
                <a:gd name="connsiteX4" fmla="*/ 387273 w 774546"/>
                <a:gd name="connsiteY4" fmla="*/ 523637 h 772727"/>
                <a:gd name="connsiteX5" fmla="*/ 387273 w 774546"/>
                <a:gd name="connsiteY5" fmla="*/ 523637 h 772727"/>
                <a:gd name="connsiteX6" fmla="*/ 665455 w 774546"/>
                <a:gd name="connsiteY6" fmla="*/ 230909 h 772727"/>
                <a:gd name="connsiteX7" fmla="*/ 694546 w 774546"/>
                <a:gd name="connsiteY7" fmla="*/ 145455 h 772727"/>
                <a:gd name="connsiteX8" fmla="*/ 629091 w 774546"/>
                <a:gd name="connsiteY8" fmla="*/ 80000 h 772727"/>
                <a:gd name="connsiteX9" fmla="*/ 543637 w 774546"/>
                <a:gd name="connsiteY9" fmla="*/ 109091 h 772727"/>
                <a:gd name="connsiteX10" fmla="*/ 472728 w 774546"/>
                <a:gd name="connsiteY10" fmla="*/ 80000 h 772727"/>
                <a:gd name="connsiteX11" fmla="*/ 432728 w 774546"/>
                <a:gd name="connsiteY11" fmla="*/ 0 h 772727"/>
                <a:gd name="connsiteX12" fmla="*/ 341819 w 774546"/>
                <a:gd name="connsiteY12" fmla="*/ 0 h 772727"/>
                <a:gd name="connsiteX13" fmla="*/ 301818 w 774546"/>
                <a:gd name="connsiteY13" fmla="*/ 80000 h 772727"/>
                <a:gd name="connsiteX14" fmla="*/ 230909 w 774546"/>
                <a:gd name="connsiteY14" fmla="*/ 109091 h 772727"/>
                <a:gd name="connsiteX15" fmla="*/ 145455 w 774546"/>
                <a:gd name="connsiteY15" fmla="*/ 80000 h 772727"/>
                <a:gd name="connsiteX16" fmla="*/ 81818 w 774546"/>
                <a:gd name="connsiteY16" fmla="*/ 143636 h 772727"/>
                <a:gd name="connsiteX17" fmla="*/ 109091 w 774546"/>
                <a:gd name="connsiteY17" fmla="*/ 229091 h 772727"/>
                <a:gd name="connsiteX18" fmla="*/ 80000 w 774546"/>
                <a:gd name="connsiteY18" fmla="*/ 300000 h 772727"/>
                <a:gd name="connsiteX19" fmla="*/ 0 w 774546"/>
                <a:gd name="connsiteY19" fmla="*/ 340000 h 772727"/>
                <a:gd name="connsiteX20" fmla="*/ 0 w 774546"/>
                <a:gd name="connsiteY20" fmla="*/ 430909 h 772727"/>
                <a:gd name="connsiteX21" fmla="*/ 80000 w 774546"/>
                <a:gd name="connsiteY21" fmla="*/ 470910 h 772727"/>
                <a:gd name="connsiteX22" fmla="*/ 109091 w 774546"/>
                <a:gd name="connsiteY22" fmla="*/ 541819 h 772727"/>
                <a:gd name="connsiteX23" fmla="*/ 81818 w 774546"/>
                <a:gd name="connsiteY23" fmla="*/ 627273 h 772727"/>
                <a:gd name="connsiteX24" fmla="*/ 145455 w 774546"/>
                <a:gd name="connsiteY24" fmla="*/ 690910 h 772727"/>
                <a:gd name="connsiteX25" fmla="*/ 230909 w 774546"/>
                <a:gd name="connsiteY25" fmla="*/ 663637 h 772727"/>
                <a:gd name="connsiteX26" fmla="*/ 301818 w 774546"/>
                <a:gd name="connsiteY26" fmla="*/ 692728 h 772727"/>
                <a:gd name="connsiteX27" fmla="*/ 341819 w 774546"/>
                <a:gd name="connsiteY27" fmla="*/ 772728 h 772727"/>
                <a:gd name="connsiteX28" fmla="*/ 432728 w 774546"/>
                <a:gd name="connsiteY28" fmla="*/ 772728 h 772727"/>
                <a:gd name="connsiteX29" fmla="*/ 472728 w 774546"/>
                <a:gd name="connsiteY29" fmla="*/ 692728 h 772727"/>
                <a:gd name="connsiteX30" fmla="*/ 543637 w 774546"/>
                <a:gd name="connsiteY30" fmla="*/ 663637 h 772727"/>
                <a:gd name="connsiteX31" fmla="*/ 629091 w 774546"/>
                <a:gd name="connsiteY31" fmla="*/ 692728 h 772727"/>
                <a:gd name="connsiteX32" fmla="*/ 692728 w 774546"/>
                <a:gd name="connsiteY32" fmla="*/ 627273 h 772727"/>
                <a:gd name="connsiteX33" fmla="*/ 665455 w 774546"/>
                <a:gd name="connsiteY33" fmla="*/ 543637 h 772727"/>
                <a:gd name="connsiteX34" fmla="*/ 694546 w 774546"/>
                <a:gd name="connsiteY34" fmla="*/ 472728 h 772727"/>
                <a:gd name="connsiteX35" fmla="*/ 774546 w 774546"/>
                <a:gd name="connsiteY35" fmla="*/ 432728 h 772727"/>
                <a:gd name="connsiteX36" fmla="*/ 774546 w 774546"/>
                <a:gd name="connsiteY36" fmla="*/ 341818 h 772727"/>
                <a:gd name="connsiteX37" fmla="*/ 694546 w 774546"/>
                <a:gd name="connsiteY37" fmla="*/ 301818 h 772727"/>
                <a:gd name="connsiteX38" fmla="*/ 665455 w 774546"/>
                <a:gd name="connsiteY38" fmla="*/ 230909 h 772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74546" h="772727">
                  <a:moveTo>
                    <a:pt x="387273" y="523637"/>
                  </a:moveTo>
                  <a:cubicBezTo>
                    <a:pt x="310909" y="523637"/>
                    <a:pt x="250909" y="461819"/>
                    <a:pt x="250909" y="387273"/>
                  </a:cubicBezTo>
                  <a:cubicBezTo>
                    <a:pt x="250909" y="310909"/>
                    <a:pt x="312728" y="250909"/>
                    <a:pt x="387273" y="250909"/>
                  </a:cubicBezTo>
                  <a:cubicBezTo>
                    <a:pt x="463637" y="250909"/>
                    <a:pt x="523637" y="312727"/>
                    <a:pt x="523637" y="387273"/>
                  </a:cubicBezTo>
                  <a:cubicBezTo>
                    <a:pt x="523637" y="461819"/>
                    <a:pt x="463637" y="523637"/>
                    <a:pt x="387273" y="523637"/>
                  </a:cubicBezTo>
                  <a:lnTo>
                    <a:pt x="387273" y="523637"/>
                  </a:lnTo>
                  <a:close/>
                  <a:moveTo>
                    <a:pt x="665455" y="230909"/>
                  </a:moveTo>
                  <a:lnTo>
                    <a:pt x="694546" y="145455"/>
                  </a:lnTo>
                  <a:lnTo>
                    <a:pt x="629091" y="80000"/>
                  </a:lnTo>
                  <a:lnTo>
                    <a:pt x="543637" y="109091"/>
                  </a:lnTo>
                  <a:cubicBezTo>
                    <a:pt x="521819" y="96364"/>
                    <a:pt x="496364" y="87273"/>
                    <a:pt x="472728" y="80000"/>
                  </a:cubicBezTo>
                  <a:lnTo>
                    <a:pt x="432728" y="0"/>
                  </a:lnTo>
                  <a:lnTo>
                    <a:pt x="341819" y="0"/>
                  </a:lnTo>
                  <a:lnTo>
                    <a:pt x="301818" y="80000"/>
                  </a:lnTo>
                  <a:cubicBezTo>
                    <a:pt x="276364" y="87273"/>
                    <a:pt x="252727" y="96364"/>
                    <a:pt x="230909" y="109091"/>
                  </a:cubicBezTo>
                  <a:lnTo>
                    <a:pt x="145455" y="80000"/>
                  </a:lnTo>
                  <a:lnTo>
                    <a:pt x="81818" y="143636"/>
                  </a:lnTo>
                  <a:lnTo>
                    <a:pt x="109091" y="229091"/>
                  </a:lnTo>
                  <a:cubicBezTo>
                    <a:pt x="96364" y="250909"/>
                    <a:pt x="87273" y="276364"/>
                    <a:pt x="80000" y="300000"/>
                  </a:cubicBezTo>
                  <a:lnTo>
                    <a:pt x="0" y="340000"/>
                  </a:lnTo>
                  <a:lnTo>
                    <a:pt x="0" y="430909"/>
                  </a:lnTo>
                  <a:lnTo>
                    <a:pt x="80000" y="470910"/>
                  </a:lnTo>
                  <a:cubicBezTo>
                    <a:pt x="87273" y="496364"/>
                    <a:pt x="96364" y="520000"/>
                    <a:pt x="109091" y="541819"/>
                  </a:cubicBezTo>
                  <a:lnTo>
                    <a:pt x="81818" y="627273"/>
                  </a:lnTo>
                  <a:lnTo>
                    <a:pt x="145455" y="690910"/>
                  </a:lnTo>
                  <a:lnTo>
                    <a:pt x="230909" y="663637"/>
                  </a:lnTo>
                  <a:cubicBezTo>
                    <a:pt x="252727" y="676364"/>
                    <a:pt x="276364" y="685455"/>
                    <a:pt x="301818" y="692728"/>
                  </a:cubicBezTo>
                  <a:lnTo>
                    <a:pt x="341819" y="772728"/>
                  </a:lnTo>
                  <a:lnTo>
                    <a:pt x="432728" y="772728"/>
                  </a:lnTo>
                  <a:lnTo>
                    <a:pt x="472728" y="692728"/>
                  </a:lnTo>
                  <a:cubicBezTo>
                    <a:pt x="498182" y="685455"/>
                    <a:pt x="521819" y="676364"/>
                    <a:pt x="543637" y="663637"/>
                  </a:cubicBezTo>
                  <a:lnTo>
                    <a:pt x="629091" y="692728"/>
                  </a:lnTo>
                  <a:lnTo>
                    <a:pt x="692728" y="627273"/>
                  </a:lnTo>
                  <a:lnTo>
                    <a:pt x="665455" y="543637"/>
                  </a:lnTo>
                  <a:cubicBezTo>
                    <a:pt x="678182" y="521819"/>
                    <a:pt x="687273" y="498182"/>
                    <a:pt x="694546" y="472728"/>
                  </a:cubicBezTo>
                  <a:lnTo>
                    <a:pt x="774546" y="432728"/>
                  </a:lnTo>
                  <a:lnTo>
                    <a:pt x="774546" y="341818"/>
                  </a:lnTo>
                  <a:lnTo>
                    <a:pt x="694546" y="301818"/>
                  </a:lnTo>
                  <a:cubicBezTo>
                    <a:pt x="687273" y="276364"/>
                    <a:pt x="678182" y="252727"/>
                    <a:pt x="665455" y="230909"/>
                  </a:cubicBezTo>
                  <a:close/>
                </a:path>
              </a:pathLst>
            </a:custGeom>
            <a:solidFill>
              <a:srgbClr val="2F4F4F"/>
            </a:solidFill>
            <a:ln w="181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1" name="Graphic 21" descr="Back RTL">
            <a:extLst>
              <a:ext uri="{FF2B5EF4-FFF2-40B4-BE49-F238E27FC236}">
                <a16:creationId xmlns:a16="http://schemas.microsoft.com/office/drawing/2014/main" id="{97C35F08-F7C1-D519-D6FF-DFD419220CCE}"/>
              </a:ext>
            </a:extLst>
          </p:cNvPr>
          <p:cNvSpPr/>
          <p:nvPr/>
        </p:nvSpPr>
        <p:spPr>
          <a:xfrm>
            <a:off x="2749550" y="2028031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Graphic 24" descr="Back RTL">
            <a:extLst>
              <a:ext uri="{FF2B5EF4-FFF2-40B4-BE49-F238E27FC236}">
                <a16:creationId xmlns:a16="http://schemas.microsoft.com/office/drawing/2014/main" id="{2BADB84B-F18B-39A3-8CC9-239248C49634}"/>
              </a:ext>
            </a:extLst>
          </p:cNvPr>
          <p:cNvSpPr/>
          <p:nvPr/>
        </p:nvSpPr>
        <p:spPr>
          <a:xfrm>
            <a:off x="5467350" y="1945481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6" name="Graphic 3" descr="Building">
            <a:extLst>
              <a:ext uri="{FF2B5EF4-FFF2-40B4-BE49-F238E27FC236}">
                <a16:creationId xmlns:a16="http://schemas.microsoft.com/office/drawing/2014/main" id="{E7987914-FDF5-3FA1-869B-A01EAE5900A4}"/>
              </a:ext>
            </a:extLst>
          </p:cNvPr>
          <p:cNvSpPr/>
          <p:nvPr/>
        </p:nvSpPr>
        <p:spPr>
          <a:xfrm>
            <a:off x="927100" y="1289049"/>
            <a:ext cx="1409700" cy="1949451"/>
          </a:xfrm>
          <a:custGeom>
            <a:avLst/>
            <a:gdLst>
              <a:gd name="connsiteX0" fmla="*/ 1262063 w 1570566"/>
              <a:gd name="connsiteY0" fmla="*/ 645054 h 2355850"/>
              <a:gd name="connsiteX1" fmla="*/ 1093788 w 1570566"/>
              <a:gd name="connsiteY1" fmla="*/ 645054 h 2355850"/>
              <a:gd name="connsiteX2" fmla="*/ 1093788 w 1570566"/>
              <a:gd name="connsiteY2" fmla="*/ 476779 h 2355850"/>
              <a:gd name="connsiteX3" fmla="*/ 1262063 w 1570566"/>
              <a:gd name="connsiteY3" fmla="*/ 476779 h 2355850"/>
              <a:gd name="connsiteX4" fmla="*/ 1262063 w 1570566"/>
              <a:gd name="connsiteY4" fmla="*/ 645054 h 2355850"/>
              <a:gd name="connsiteX5" fmla="*/ 1262063 w 1570566"/>
              <a:gd name="connsiteY5" fmla="*/ 1093788 h 2355850"/>
              <a:gd name="connsiteX6" fmla="*/ 1093788 w 1570566"/>
              <a:gd name="connsiteY6" fmla="*/ 1093788 h 2355850"/>
              <a:gd name="connsiteX7" fmla="*/ 1093788 w 1570566"/>
              <a:gd name="connsiteY7" fmla="*/ 925513 h 2355850"/>
              <a:gd name="connsiteX8" fmla="*/ 1262063 w 1570566"/>
              <a:gd name="connsiteY8" fmla="*/ 925513 h 2355850"/>
              <a:gd name="connsiteX9" fmla="*/ 1262063 w 1570566"/>
              <a:gd name="connsiteY9" fmla="*/ 1093788 h 2355850"/>
              <a:gd name="connsiteX10" fmla="*/ 1262063 w 1570566"/>
              <a:gd name="connsiteY10" fmla="*/ 1542521 h 2355850"/>
              <a:gd name="connsiteX11" fmla="*/ 1093788 w 1570566"/>
              <a:gd name="connsiteY11" fmla="*/ 1542521 h 2355850"/>
              <a:gd name="connsiteX12" fmla="*/ 1093788 w 1570566"/>
              <a:gd name="connsiteY12" fmla="*/ 1374246 h 2355850"/>
              <a:gd name="connsiteX13" fmla="*/ 1262063 w 1570566"/>
              <a:gd name="connsiteY13" fmla="*/ 1374246 h 2355850"/>
              <a:gd name="connsiteX14" fmla="*/ 1262063 w 1570566"/>
              <a:gd name="connsiteY14" fmla="*/ 1542521 h 2355850"/>
              <a:gd name="connsiteX15" fmla="*/ 1262063 w 1570566"/>
              <a:gd name="connsiteY15" fmla="*/ 1991254 h 2355850"/>
              <a:gd name="connsiteX16" fmla="*/ 1093788 w 1570566"/>
              <a:gd name="connsiteY16" fmla="*/ 1991254 h 2355850"/>
              <a:gd name="connsiteX17" fmla="*/ 1093788 w 1570566"/>
              <a:gd name="connsiteY17" fmla="*/ 1822979 h 2355850"/>
              <a:gd name="connsiteX18" fmla="*/ 1262063 w 1570566"/>
              <a:gd name="connsiteY18" fmla="*/ 1822979 h 2355850"/>
              <a:gd name="connsiteX19" fmla="*/ 1262063 w 1570566"/>
              <a:gd name="connsiteY19" fmla="*/ 1991254 h 2355850"/>
              <a:gd name="connsiteX20" fmla="*/ 869421 w 1570566"/>
              <a:gd name="connsiteY20" fmla="*/ 645054 h 2355850"/>
              <a:gd name="connsiteX21" fmla="*/ 701146 w 1570566"/>
              <a:gd name="connsiteY21" fmla="*/ 645054 h 2355850"/>
              <a:gd name="connsiteX22" fmla="*/ 701146 w 1570566"/>
              <a:gd name="connsiteY22" fmla="*/ 476779 h 2355850"/>
              <a:gd name="connsiteX23" fmla="*/ 869421 w 1570566"/>
              <a:gd name="connsiteY23" fmla="*/ 476779 h 2355850"/>
              <a:gd name="connsiteX24" fmla="*/ 869421 w 1570566"/>
              <a:gd name="connsiteY24" fmla="*/ 645054 h 2355850"/>
              <a:gd name="connsiteX25" fmla="*/ 869421 w 1570566"/>
              <a:gd name="connsiteY25" fmla="*/ 1093788 h 2355850"/>
              <a:gd name="connsiteX26" fmla="*/ 701146 w 1570566"/>
              <a:gd name="connsiteY26" fmla="*/ 1093788 h 2355850"/>
              <a:gd name="connsiteX27" fmla="*/ 701146 w 1570566"/>
              <a:gd name="connsiteY27" fmla="*/ 925513 h 2355850"/>
              <a:gd name="connsiteX28" fmla="*/ 869421 w 1570566"/>
              <a:gd name="connsiteY28" fmla="*/ 925513 h 2355850"/>
              <a:gd name="connsiteX29" fmla="*/ 869421 w 1570566"/>
              <a:gd name="connsiteY29" fmla="*/ 1093788 h 2355850"/>
              <a:gd name="connsiteX30" fmla="*/ 869421 w 1570566"/>
              <a:gd name="connsiteY30" fmla="*/ 1542521 h 2355850"/>
              <a:gd name="connsiteX31" fmla="*/ 701146 w 1570566"/>
              <a:gd name="connsiteY31" fmla="*/ 1542521 h 2355850"/>
              <a:gd name="connsiteX32" fmla="*/ 701146 w 1570566"/>
              <a:gd name="connsiteY32" fmla="*/ 1374246 h 2355850"/>
              <a:gd name="connsiteX33" fmla="*/ 869421 w 1570566"/>
              <a:gd name="connsiteY33" fmla="*/ 1374246 h 2355850"/>
              <a:gd name="connsiteX34" fmla="*/ 869421 w 1570566"/>
              <a:gd name="connsiteY34" fmla="*/ 1542521 h 2355850"/>
              <a:gd name="connsiteX35" fmla="*/ 869421 w 1570566"/>
              <a:gd name="connsiteY35" fmla="*/ 2159529 h 2355850"/>
              <a:gd name="connsiteX36" fmla="*/ 701146 w 1570566"/>
              <a:gd name="connsiteY36" fmla="*/ 2159529 h 2355850"/>
              <a:gd name="connsiteX37" fmla="*/ 701146 w 1570566"/>
              <a:gd name="connsiteY37" fmla="*/ 1822979 h 2355850"/>
              <a:gd name="connsiteX38" fmla="*/ 869421 w 1570566"/>
              <a:gd name="connsiteY38" fmla="*/ 1822979 h 2355850"/>
              <a:gd name="connsiteX39" fmla="*/ 869421 w 1570566"/>
              <a:gd name="connsiteY39" fmla="*/ 2159529 h 2355850"/>
              <a:gd name="connsiteX40" fmla="*/ 476779 w 1570566"/>
              <a:gd name="connsiteY40" fmla="*/ 645054 h 2355850"/>
              <a:gd name="connsiteX41" fmla="*/ 308504 w 1570566"/>
              <a:gd name="connsiteY41" fmla="*/ 645054 h 2355850"/>
              <a:gd name="connsiteX42" fmla="*/ 308504 w 1570566"/>
              <a:gd name="connsiteY42" fmla="*/ 476779 h 2355850"/>
              <a:gd name="connsiteX43" fmla="*/ 476779 w 1570566"/>
              <a:gd name="connsiteY43" fmla="*/ 476779 h 2355850"/>
              <a:gd name="connsiteX44" fmla="*/ 476779 w 1570566"/>
              <a:gd name="connsiteY44" fmla="*/ 645054 h 2355850"/>
              <a:gd name="connsiteX45" fmla="*/ 476779 w 1570566"/>
              <a:gd name="connsiteY45" fmla="*/ 1093788 h 2355850"/>
              <a:gd name="connsiteX46" fmla="*/ 308504 w 1570566"/>
              <a:gd name="connsiteY46" fmla="*/ 1093788 h 2355850"/>
              <a:gd name="connsiteX47" fmla="*/ 308504 w 1570566"/>
              <a:gd name="connsiteY47" fmla="*/ 925513 h 2355850"/>
              <a:gd name="connsiteX48" fmla="*/ 476779 w 1570566"/>
              <a:gd name="connsiteY48" fmla="*/ 925513 h 2355850"/>
              <a:gd name="connsiteX49" fmla="*/ 476779 w 1570566"/>
              <a:gd name="connsiteY49" fmla="*/ 1093788 h 2355850"/>
              <a:gd name="connsiteX50" fmla="*/ 476779 w 1570566"/>
              <a:gd name="connsiteY50" fmla="*/ 1542521 h 2355850"/>
              <a:gd name="connsiteX51" fmla="*/ 308504 w 1570566"/>
              <a:gd name="connsiteY51" fmla="*/ 1542521 h 2355850"/>
              <a:gd name="connsiteX52" fmla="*/ 308504 w 1570566"/>
              <a:gd name="connsiteY52" fmla="*/ 1374246 h 2355850"/>
              <a:gd name="connsiteX53" fmla="*/ 476779 w 1570566"/>
              <a:gd name="connsiteY53" fmla="*/ 1374246 h 2355850"/>
              <a:gd name="connsiteX54" fmla="*/ 476779 w 1570566"/>
              <a:gd name="connsiteY54" fmla="*/ 1542521 h 2355850"/>
              <a:gd name="connsiteX55" fmla="*/ 476779 w 1570566"/>
              <a:gd name="connsiteY55" fmla="*/ 1991254 h 2355850"/>
              <a:gd name="connsiteX56" fmla="*/ 308504 w 1570566"/>
              <a:gd name="connsiteY56" fmla="*/ 1991254 h 2355850"/>
              <a:gd name="connsiteX57" fmla="*/ 308504 w 1570566"/>
              <a:gd name="connsiteY57" fmla="*/ 1822979 h 2355850"/>
              <a:gd name="connsiteX58" fmla="*/ 476779 w 1570566"/>
              <a:gd name="connsiteY58" fmla="*/ 1822979 h 2355850"/>
              <a:gd name="connsiteX59" fmla="*/ 476779 w 1570566"/>
              <a:gd name="connsiteY59" fmla="*/ 1991254 h 2355850"/>
              <a:gd name="connsiteX60" fmla="*/ 1458383 w 1570566"/>
              <a:gd name="connsiteY60" fmla="*/ 2159529 h 2355850"/>
              <a:gd name="connsiteX61" fmla="*/ 1458383 w 1570566"/>
              <a:gd name="connsiteY61" fmla="*/ 280458 h 2355850"/>
              <a:gd name="connsiteX62" fmla="*/ 1374246 w 1570566"/>
              <a:gd name="connsiteY62" fmla="*/ 280458 h 2355850"/>
              <a:gd name="connsiteX63" fmla="*/ 1374246 w 1570566"/>
              <a:gd name="connsiteY63" fmla="*/ 112183 h 2355850"/>
              <a:gd name="connsiteX64" fmla="*/ 1290108 w 1570566"/>
              <a:gd name="connsiteY64" fmla="*/ 112183 h 2355850"/>
              <a:gd name="connsiteX65" fmla="*/ 1290108 w 1570566"/>
              <a:gd name="connsiteY65" fmla="*/ 0 h 2355850"/>
              <a:gd name="connsiteX66" fmla="*/ 280458 w 1570566"/>
              <a:gd name="connsiteY66" fmla="*/ 0 h 2355850"/>
              <a:gd name="connsiteX67" fmla="*/ 280458 w 1570566"/>
              <a:gd name="connsiteY67" fmla="*/ 112183 h 2355850"/>
              <a:gd name="connsiteX68" fmla="*/ 196321 w 1570566"/>
              <a:gd name="connsiteY68" fmla="*/ 112183 h 2355850"/>
              <a:gd name="connsiteX69" fmla="*/ 196321 w 1570566"/>
              <a:gd name="connsiteY69" fmla="*/ 280458 h 2355850"/>
              <a:gd name="connsiteX70" fmla="*/ 112183 w 1570566"/>
              <a:gd name="connsiteY70" fmla="*/ 280458 h 2355850"/>
              <a:gd name="connsiteX71" fmla="*/ 112183 w 1570566"/>
              <a:gd name="connsiteY71" fmla="*/ 2159529 h 2355850"/>
              <a:gd name="connsiteX72" fmla="*/ 0 w 1570566"/>
              <a:gd name="connsiteY72" fmla="*/ 2159529 h 2355850"/>
              <a:gd name="connsiteX73" fmla="*/ 0 w 1570566"/>
              <a:gd name="connsiteY73" fmla="*/ 2355850 h 2355850"/>
              <a:gd name="connsiteX74" fmla="*/ 1570567 w 1570566"/>
              <a:gd name="connsiteY74" fmla="*/ 2355850 h 2355850"/>
              <a:gd name="connsiteX75" fmla="*/ 1570567 w 1570566"/>
              <a:gd name="connsiteY75" fmla="*/ 2159529 h 2355850"/>
              <a:gd name="connsiteX76" fmla="*/ 1458383 w 1570566"/>
              <a:gd name="connsiteY76" fmla="*/ 2159529 h 235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1570566" h="2355850">
                <a:moveTo>
                  <a:pt x="1262063" y="645054"/>
                </a:moveTo>
                <a:lnTo>
                  <a:pt x="1093788" y="645054"/>
                </a:lnTo>
                <a:lnTo>
                  <a:pt x="1093788" y="476779"/>
                </a:lnTo>
                <a:lnTo>
                  <a:pt x="1262063" y="476779"/>
                </a:lnTo>
                <a:lnTo>
                  <a:pt x="1262063" y="645054"/>
                </a:lnTo>
                <a:close/>
                <a:moveTo>
                  <a:pt x="1262063" y="1093788"/>
                </a:moveTo>
                <a:lnTo>
                  <a:pt x="1093788" y="1093788"/>
                </a:lnTo>
                <a:lnTo>
                  <a:pt x="1093788" y="925513"/>
                </a:lnTo>
                <a:lnTo>
                  <a:pt x="1262063" y="925513"/>
                </a:lnTo>
                <a:lnTo>
                  <a:pt x="1262063" y="1093788"/>
                </a:lnTo>
                <a:close/>
                <a:moveTo>
                  <a:pt x="1262063" y="1542521"/>
                </a:moveTo>
                <a:lnTo>
                  <a:pt x="1093788" y="1542521"/>
                </a:lnTo>
                <a:lnTo>
                  <a:pt x="1093788" y="1374246"/>
                </a:lnTo>
                <a:lnTo>
                  <a:pt x="1262063" y="1374246"/>
                </a:lnTo>
                <a:lnTo>
                  <a:pt x="1262063" y="1542521"/>
                </a:lnTo>
                <a:close/>
                <a:moveTo>
                  <a:pt x="1262063" y="1991254"/>
                </a:moveTo>
                <a:lnTo>
                  <a:pt x="1093788" y="1991254"/>
                </a:lnTo>
                <a:lnTo>
                  <a:pt x="1093788" y="1822979"/>
                </a:lnTo>
                <a:lnTo>
                  <a:pt x="1262063" y="1822979"/>
                </a:lnTo>
                <a:lnTo>
                  <a:pt x="1262063" y="1991254"/>
                </a:lnTo>
                <a:close/>
                <a:moveTo>
                  <a:pt x="869421" y="645054"/>
                </a:moveTo>
                <a:lnTo>
                  <a:pt x="701146" y="645054"/>
                </a:lnTo>
                <a:lnTo>
                  <a:pt x="701146" y="476779"/>
                </a:lnTo>
                <a:lnTo>
                  <a:pt x="869421" y="476779"/>
                </a:lnTo>
                <a:lnTo>
                  <a:pt x="869421" y="645054"/>
                </a:lnTo>
                <a:close/>
                <a:moveTo>
                  <a:pt x="869421" y="1093788"/>
                </a:moveTo>
                <a:lnTo>
                  <a:pt x="701146" y="1093788"/>
                </a:lnTo>
                <a:lnTo>
                  <a:pt x="701146" y="925513"/>
                </a:lnTo>
                <a:lnTo>
                  <a:pt x="869421" y="925513"/>
                </a:lnTo>
                <a:lnTo>
                  <a:pt x="869421" y="1093788"/>
                </a:lnTo>
                <a:close/>
                <a:moveTo>
                  <a:pt x="869421" y="1542521"/>
                </a:moveTo>
                <a:lnTo>
                  <a:pt x="701146" y="1542521"/>
                </a:lnTo>
                <a:lnTo>
                  <a:pt x="701146" y="1374246"/>
                </a:lnTo>
                <a:lnTo>
                  <a:pt x="869421" y="1374246"/>
                </a:lnTo>
                <a:lnTo>
                  <a:pt x="869421" y="1542521"/>
                </a:lnTo>
                <a:close/>
                <a:moveTo>
                  <a:pt x="869421" y="2159529"/>
                </a:moveTo>
                <a:lnTo>
                  <a:pt x="701146" y="2159529"/>
                </a:lnTo>
                <a:lnTo>
                  <a:pt x="701146" y="1822979"/>
                </a:lnTo>
                <a:lnTo>
                  <a:pt x="869421" y="1822979"/>
                </a:lnTo>
                <a:lnTo>
                  <a:pt x="869421" y="2159529"/>
                </a:lnTo>
                <a:close/>
                <a:moveTo>
                  <a:pt x="476779" y="645054"/>
                </a:moveTo>
                <a:lnTo>
                  <a:pt x="308504" y="645054"/>
                </a:lnTo>
                <a:lnTo>
                  <a:pt x="308504" y="476779"/>
                </a:lnTo>
                <a:lnTo>
                  <a:pt x="476779" y="476779"/>
                </a:lnTo>
                <a:lnTo>
                  <a:pt x="476779" y="645054"/>
                </a:lnTo>
                <a:close/>
                <a:moveTo>
                  <a:pt x="476779" y="1093788"/>
                </a:moveTo>
                <a:lnTo>
                  <a:pt x="308504" y="1093788"/>
                </a:lnTo>
                <a:lnTo>
                  <a:pt x="308504" y="925513"/>
                </a:lnTo>
                <a:lnTo>
                  <a:pt x="476779" y="925513"/>
                </a:lnTo>
                <a:lnTo>
                  <a:pt x="476779" y="1093788"/>
                </a:lnTo>
                <a:close/>
                <a:moveTo>
                  <a:pt x="476779" y="1542521"/>
                </a:moveTo>
                <a:lnTo>
                  <a:pt x="308504" y="1542521"/>
                </a:lnTo>
                <a:lnTo>
                  <a:pt x="308504" y="1374246"/>
                </a:lnTo>
                <a:lnTo>
                  <a:pt x="476779" y="1374246"/>
                </a:lnTo>
                <a:lnTo>
                  <a:pt x="476779" y="1542521"/>
                </a:lnTo>
                <a:close/>
                <a:moveTo>
                  <a:pt x="476779" y="1991254"/>
                </a:moveTo>
                <a:lnTo>
                  <a:pt x="308504" y="1991254"/>
                </a:lnTo>
                <a:lnTo>
                  <a:pt x="308504" y="1822979"/>
                </a:lnTo>
                <a:lnTo>
                  <a:pt x="476779" y="1822979"/>
                </a:lnTo>
                <a:lnTo>
                  <a:pt x="476779" y="1991254"/>
                </a:lnTo>
                <a:close/>
                <a:moveTo>
                  <a:pt x="1458383" y="2159529"/>
                </a:moveTo>
                <a:lnTo>
                  <a:pt x="1458383" y="280458"/>
                </a:lnTo>
                <a:lnTo>
                  <a:pt x="1374246" y="280458"/>
                </a:lnTo>
                <a:lnTo>
                  <a:pt x="1374246" y="112183"/>
                </a:lnTo>
                <a:lnTo>
                  <a:pt x="1290108" y="112183"/>
                </a:lnTo>
                <a:lnTo>
                  <a:pt x="1290108" y="0"/>
                </a:lnTo>
                <a:lnTo>
                  <a:pt x="280458" y="0"/>
                </a:lnTo>
                <a:lnTo>
                  <a:pt x="280458" y="112183"/>
                </a:lnTo>
                <a:lnTo>
                  <a:pt x="196321" y="112183"/>
                </a:lnTo>
                <a:lnTo>
                  <a:pt x="196321" y="280458"/>
                </a:lnTo>
                <a:lnTo>
                  <a:pt x="112183" y="280458"/>
                </a:lnTo>
                <a:lnTo>
                  <a:pt x="112183" y="2159529"/>
                </a:lnTo>
                <a:lnTo>
                  <a:pt x="0" y="2159529"/>
                </a:lnTo>
                <a:lnTo>
                  <a:pt x="0" y="2355850"/>
                </a:lnTo>
                <a:lnTo>
                  <a:pt x="1570567" y="2355850"/>
                </a:lnTo>
                <a:lnTo>
                  <a:pt x="1570567" y="2159529"/>
                </a:lnTo>
                <a:lnTo>
                  <a:pt x="1458383" y="2159529"/>
                </a:lnTo>
                <a:close/>
              </a:path>
            </a:pathLst>
          </a:custGeom>
          <a:solidFill>
            <a:srgbClr val="2F4F4F"/>
          </a:solidFill>
          <a:ln w="2798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CE1D7C-EEA5-F990-1AC1-AF207DAB20D6}"/>
              </a:ext>
            </a:extLst>
          </p:cNvPr>
          <p:cNvSpPr/>
          <p:nvPr/>
        </p:nvSpPr>
        <p:spPr>
          <a:xfrm>
            <a:off x="361950" y="276509"/>
            <a:ext cx="8769350" cy="88483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>
                      <a:alpha val="86000"/>
                    </a:schemeClr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dist="38100" dir="2700000" algn="bl" rotWithShape="0">
                    <a:srgbClr val="00B050"/>
                  </a:outerShdw>
                </a:effectLst>
                <a:latin typeface="Bahnschrift SemiBold Condensed" panose="020B0502040204020203" pitchFamily="34" charset="0"/>
              </a:rPr>
              <a:t>Code Refactoring</a:t>
            </a:r>
            <a:endParaRPr lang="en-IN" sz="5400" b="1" dirty="0">
              <a:ln w="13462">
                <a:solidFill>
                  <a:schemeClr val="bg1">
                    <a:alpha val="86000"/>
                  </a:schemeClr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dist="38100" dir="2700000" algn="bl" rotWithShape="0">
                  <a:srgbClr val="00B050"/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193D5E-48DD-9155-E02B-FC5F74CCDC68}"/>
              </a:ext>
            </a:extLst>
          </p:cNvPr>
          <p:cNvSpPr/>
          <p:nvPr/>
        </p:nvSpPr>
        <p:spPr>
          <a:xfrm>
            <a:off x="641350" y="3177840"/>
            <a:ext cx="8077200" cy="546281"/>
          </a:xfrm>
          <a:prstGeom prst="rect">
            <a:avLst/>
          </a:prstGeom>
          <a:noFill/>
          <a:effectLst>
            <a:outerShdw blurRad="50800" dist="50800" dir="5400000" algn="ctr" rotWithShape="0">
              <a:srgbClr val="8BFFBF"/>
            </a:outerShdw>
          </a:effectLst>
        </p:spPr>
        <p:txBody>
          <a:bodyPr wrap="square" lIns="53319" tIns="26659" rIns="53319" bIns="26659">
            <a:spAutoFit/>
          </a:bodyPr>
          <a:lstStyle/>
          <a:p>
            <a:pPr algn="ctr"/>
            <a:r>
              <a:rPr lang="en-IN" sz="3200" b="1" dirty="0">
                <a:ln w="13462">
                  <a:noFill/>
                  <a:prstDash val="solid"/>
                </a:ln>
                <a:solidFill>
                  <a:srgbClr val="2F4F4F"/>
                </a:solidFill>
                <a:effectLst>
                  <a:outerShdw dist="38100" dir="2700000" algn="bl" rotWithShape="0">
                    <a:srgbClr val="8BFFBF"/>
                  </a:outerShdw>
                </a:effectLst>
                <a:latin typeface="Bahnschrift SemiBold Condensed" panose="020B0502040204020203" pitchFamily="34" charset="0"/>
              </a:rPr>
              <a:t>By Madhurima Rawat</a:t>
            </a:r>
          </a:p>
        </p:txBody>
      </p:sp>
    </p:spTree>
    <p:extLst>
      <p:ext uri="{BB962C8B-B14F-4D97-AF65-F5344CB8AC3E}">
        <p14:creationId xmlns:p14="http://schemas.microsoft.com/office/powerpoint/2010/main" val="408224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AB9"/>
            </a:gs>
            <a:gs pos="50000">
              <a:srgbClr val="FBCEB1"/>
            </a:gs>
            <a:gs pos="94000">
              <a:srgbClr val="FFA07A"/>
            </a:gs>
            <a:gs pos="100000">
              <a:srgbClr val="FFA07A">
                <a:alpha val="74902"/>
              </a:srgb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84C67-A1C0-A561-6EB4-98A3C7C4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raphic 21" descr="Back RTL">
            <a:extLst>
              <a:ext uri="{FF2B5EF4-FFF2-40B4-BE49-F238E27FC236}">
                <a16:creationId xmlns:a16="http://schemas.microsoft.com/office/drawing/2014/main" id="{018C72F9-6907-C0EC-5F97-3080072F1C8D}"/>
              </a:ext>
            </a:extLst>
          </p:cNvPr>
          <p:cNvSpPr/>
          <p:nvPr/>
        </p:nvSpPr>
        <p:spPr>
          <a:xfrm>
            <a:off x="2749550" y="1979046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FF7F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raphic 24" descr="Back RTL">
            <a:extLst>
              <a:ext uri="{FF2B5EF4-FFF2-40B4-BE49-F238E27FC236}">
                <a16:creationId xmlns:a16="http://schemas.microsoft.com/office/drawing/2014/main" id="{0DC88461-00A4-4293-C2D8-B6F6D750AB09}"/>
              </a:ext>
            </a:extLst>
          </p:cNvPr>
          <p:cNvSpPr/>
          <p:nvPr/>
        </p:nvSpPr>
        <p:spPr>
          <a:xfrm>
            <a:off x="5646964" y="1920081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FF7F5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7E311A-43C1-77E5-A6D9-479AFA58CF18}"/>
              </a:ext>
            </a:extLst>
          </p:cNvPr>
          <p:cNvSpPr/>
          <p:nvPr/>
        </p:nvSpPr>
        <p:spPr>
          <a:xfrm>
            <a:off x="361950" y="276509"/>
            <a:ext cx="8769350" cy="88483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13462">
                  <a:solidFill>
                    <a:prstClr val="white">
                      <a:alpha val="86000"/>
                    </a:prst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700000" algn="bl" rotWithShape="0">
                    <a:srgbClr val="FFE5EC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Load Balancing and Auto Scaling</a:t>
            </a:r>
            <a:endParaRPr kumimoji="0" lang="en-IN" sz="5400" b="1" i="0" u="none" strike="noStrike" kern="1200" cap="none" spc="0" normalizeH="0" baseline="0" noProof="0" dirty="0">
              <a:ln w="13462">
                <a:solidFill>
                  <a:prstClr val="white">
                    <a:alpha val="86000"/>
                  </a:prst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dist="38100" dir="2700000" algn="bl" rotWithShape="0">
                  <a:srgbClr val="FFE5EC"/>
                </a:outerShdw>
              </a:effectLst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F4BAC8-6BAA-DF49-CDD6-461BD94B77B7}"/>
              </a:ext>
            </a:extLst>
          </p:cNvPr>
          <p:cNvSpPr/>
          <p:nvPr/>
        </p:nvSpPr>
        <p:spPr>
          <a:xfrm>
            <a:off x="665843" y="3177840"/>
            <a:ext cx="8077200" cy="546281"/>
          </a:xfrm>
          <a:prstGeom prst="rect">
            <a:avLst/>
          </a:prstGeom>
          <a:noFill/>
          <a:effectLst>
            <a:outerShdw blurRad="50800" dist="50800" dir="5400000" algn="ctr" rotWithShape="0">
              <a:srgbClr val="FFDAB9"/>
            </a:outerShdw>
          </a:effectLst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 w="13462">
                  <a:noFill/>
                  <a:prstDash val="solid"/>
                </a:ln>
                <a:solidFill>
                  <a:srgbClr val="C00000"/>
                </a:solidFill>
                <a:effectLst>
                  <a:outerShdw dist="38100" dir="2700000" algn="bl" rotWithShape="0">
                    <a:srgbClr val="FFDAB9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By Madhurima Rawat</a:t>
            </a:r>
          </a:p>
        </p:txBody>
      </p:sp>
      <p:pic>
        <p:nvPicPr>
          <p:cNvPr id="3" name="Graphic 2" descr="Wheelbarrow">
            <a:extLst>
              <a:ext uri="{FF2B5EF4-FFF2-40B4-BE49-F238E27FC236}">
                <a16:creationId xmlns:a16="http://schemas.microsoft.com/office/drawing/2014/main" id="{70760DAE-A21B-9EFF-3851-36464C8EC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857" y="1735479"/>
            <a:ext cx="987878" cy="987878"/>
          </a:xfrm>
          <a:prstGeom prst="rect">
            <a:avLst/>
          </a:prstGeom>
        </p:spPr>
      </p:pic>
      <p:pic>
        <p:nvPicPr>
          <p:cNvPr id="5" name="Graphic 4" descr="Business Growth">
            <a:extLst>
              <a:ext uri="{FF2B5EF4-FFF2-40B4-BE49-F238E27FC236}">
                <a16:creationId xmlns:a16="http://schemas.microsoft.com/office/drawing/2014/main" id="{7C2D3787-8A11-FE50-C0CB-604193C05F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1469" y="1667761"/>
            <a:ext cx="1080085" cy="1080085"/>
          </a:xfrm>
          <a:prstGeom prst="rect">
            <a:avLst/>
          </a:prstGeom>
        </p:spPr>
      </p:pic>
      <p:pic>
        <p:nvPicPr>
          <p:cNvPr id="7" name="Graphic 6" descr="Scales of justice">
            <a:extLst>
              <a:ext uri="{FF2B5EF4-FFF2-40B4-BE49-F238E27FC236}">
                <a16:creationId xmlns:a16="http://schemas.microsoft.com/office/drawing/2014/main" id="{1A2A976B-7FC7-C0F3-FCCA-A7E8B51908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0414" y="1626619"/>
            <a:ext cx="1081201" cy="1081201"/>
          </a:xfrm>
          <a:prstGeom prst="rect">
            <a:avLst/>
          </a:prstGeom>
        </p:spPr>
      </p:pic>
      <p:pic>
        <p:nvPicPr>
          <p:cNvPr id="13" name="Graphic 12" descr="Hierarchy">
            <a:extLst>
              <a:ext uri="{FF2B5EF4-FFF2-40B4-BE49-F238E27FC236}">
                <a16:creationId xmlns:a16="http://schemas.microsoft.com/office/drawing/2014/main" id="{8D25B3EC-144D-9E13-2EF9-E44DCADB19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0630" y="1668236"/>
            <a:ext cx="1139484" cy="1139484"/>
          </a:xfrm>
          <a:prstGeom prst="rect">
            <a:avLst/>
          </a:prstGeom>
        </p:spPr>
      </p:pic>
      <p:pic>
        <p:nvPicPr>
          <p:cNvPr id="45" name="Graphic 44" descr="Bar graph with upward trend">
            <a:extLst>
              <a:ext uri="{FF2B5EF4-FFF2-40B4-BE49-F238E27FC236}">
                <a16:creationId xmlns:a16="http://schemas.microsoft.com/office/drawing/2014/main" id="{37255C29-8BE5-BAEB-6C0D-DAB049BB21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64285" y="2263435"/>
            <a:ext cx="539750" cy="539750"/>
          </a:xfrm>
          <a:prstGeom prst="rect">
            <a:avLst/>
          </a:prstGeom>
        </p:spPr>
      </p:pic>
      <p:pic>
        <p:nvPicPr>
          <p:cNvPr id="47" name="Graphic 46" descr="Bar graph with upward trend RTL">
            <a:extLst>
              <a:ext uri="{FF2B5EF4-FFF2-40B4-BE49-F238E27FC236}">
                <a16:creationId xmlns:a16="http://schemas.microsoft.com/office/drawing/2014/main" id="{93C5282F-5048-2ED0-3385-AC9031AF8C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95230" y="1729014"/>
            <a:ext cx="603250" cy="60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5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3EAFB"/>
            </a:gs>
            <a:gs pos="74000">
              <a:srgbClr val="E3D5F5"/>
            </a:gs>
            <a:gs pos="100000">
              <a:srgbClr val="C8AEEA"/>
            </a:gs>
            <a:gs pos="100000">
              <a:srgbClr val="A57FCE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980E4-134F-10F8-021D-A42538A5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raphic 21" descr="Back RTL">
            <a:extLst>
              <a:ext uri="{FF2B5EF4-FFF2-40B4-BE49-F238E27FC236}">
                <a16:creationId xmlns:a16="http://schemas.microsoft.com/office/drawing/2014/main" id="{C96EA755-CE08-F63B-0484-52F5E53FEB8A}"/>
              </a:ext>
            </a:extLst>
          </p:cNvPr>
          <p:cNvSpPr/>
          <p:nvPr/>
        </p:nvSpPr>
        <p:spPr>
          <a:xfrm>
            <a:off x="2749550" y="2028031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A57FC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raphic 24" descr="Back RTL">
            <a:extLst>
              <a:ext uri="{FF2B5EF4-FFF2-40B4-BE49-F238E27FC236}">
                <a16:creationId xmlns:a16="http://schemas.microsoft.com/office/drawing/2014/main" id="{09B08E12-B79C-6E16-3164-231C3D04C7CC}"/>
              </a:ext>
            </a:extLst>
          </p:cNvPr>
          <p:cNvSpPr/>
          <p:nvPr/>
        </p:nvSpPr>
        <p:spPr>
          <a:xfrm>
            <a:off x="5467350" y="1978138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A57FC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5CCBEF-A5E9-707B-1387-E5D6D7181E8D}"/>
              </a:ext>
            </a:extLst>
          </p:cNvPr>
          <p:cNvSpPr/>
          <p:nvPr/>
        </p:nvSpPr>
        <p:spPr>
          <a:xfrm>
            <a:off x="361950" y="276509"/>
            <a:ext cx="8769350" cy="854058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 w="13462">
                  <a:solidFill>
                    <a:prstClr val="white">
                      <a:alpha val="86000"/>
                    </a:prstClr>
                  </a:solidFill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C8AEEA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Cloud Databases and Data Management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9CF589-671B-E1DD-E2C2-8E185FEB4ACB}"/>
              </a:ext>
            </a:extLst>
          </p:cNvPr>
          <p:cNvSpPr/>
          <p:nvPr/>
        </p:nvSpPr>
        <p:spPr>
          <a:xfrm>
            <a:off x="641350" y="3177840"/>
            <a:ext cx="8077200" cy="546281"/>
          </a:xfrm>
          <a:prstGeom prst="rect">
            <a:avLst/>
          </a:prstGeom>
          <a:noFill/>
          <a:effectLst>
            <a:outerShdw blurRad="50800" dist="50800" dir="5400000" algn="ctr" rotWithShape="0">
              <a:srgbClr val="E3D5F5"/>
            </a:outerShdw>
          </a:effectLst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 w="13462">
                  <a:noFill/>
                  <a:prstDash val="solid"/>
                </a:ln>
                <a:solidFill>
                  <a:srgbClr val="7030A0"/>
                </a:solidFill>
                <a:effectLst>
                  <a:outerShdw dist="38100" dir="2700000" algn="bl" rotWithShape="0">
                    <a:srgbClr val="C8AEEA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By Madhurima Rawat</a:t>
            </a:r>
          </a:p>
        </p:txBody>
      </p:sp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E37F189C-94AD-2DCD-52D2-072F29F67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001" y="1494064"/>
            <a:ext cx="1719148" cy="1719148"/>
          </a:xfrm>
          <a:prstGeom prst="rect">
            <a:avLst/>
          </a:prstGeom>
        </p:spPr>
      </p:pic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841BCDE1-B9E7-E536-B420-49C148837E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88920" y="1566749"/>
            <a:ext cx="1303565" cy="1303565"/>
          </a:xfrm>
          <a:prstGeom prst="rect">
            <a:avLst/>
          </a:prstGeom>
        </p:spPr>
      </p:pic>
      <p:pic>
        <p:nvPicPr>
          <p:cNvPr id="9" name="Graphic 8" descr="Presentation with bar chart">
            <a:extLst>
              <a:ext uri="{FF2B5EF4-FFF2-40B4-BE49-F238E27FC236}">
                <a16:creationId xmlns:a16="http://schemas.microsoft.com/office/drawing/2014/main" id="{4AC79838-1355-F4D7-9008-8598B3CD85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9220" y="1667763"/>
            <a:ext cx="1099929" cy="1099929"/>
          </a:xfrm>
          <a:prstGeom prst="rect">
            <a:avLst/>
          </a:prstGeom>
        </p:spPr>
      </p:pic>
      <p:pic>
        <p:nvPicPr>
          <p:cNvPr id="11" name="Graphic 10" descr="Pie chart">
            <a:extLst>
              <a:ext uri="{FF2B5EF4-FFF2-40B4-BE49-F238E27FC236}">
                <a16:creationId xmlns:a16="http://schemas.microsoft.com/office/drawing/2014/main" id="{D981FBBD-4A55-BC37-6CAD-B4DBC1A88F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11785" y="1719791"/>
            <a:ext cx="949929" cy="94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13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0F2FF"/>
            </a:gs>
            <a:gs pos="99000">
              <a:srgbClr val="66B2FF"/>
            </a:gs>
            <a:gs pos="54000">
              <a:srgbClr val="B3D9FF"/>
            </a:gs>
            <a:gs pos="100000">
              <a:srgbClr val="C8AEEA"/>
            </a:gs>
            <a:gs pos="100000">
              <a:srgbClr val="A57FCE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0587F-78F8-1383-80E8-B9D591A9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raphic 21" descr="Back RTL">
            <a:extLst>
              <a:ext uri="{FF2B5EF4-FFF2-40B4-BE49-F238E27FC236}">
                <a16:creationId xmlns:a16="http://schemas.microsoft.com/office/drawing/2014/main" id="{DC4CDB06-9B09-D0E7-727F-69E88750E8E1}"/>
              </a:ext>
            </a:extLst>
          </p:cNvPr>
          <p:cNvSpPr/>
          <p:nvPr/>
        </p:nvSpPr>
        <p:spPr>
          <a:xfrm>
            <a:off x="2749550" y="2028031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3399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raphic 24" descr="Back RTL">
            <a:extLst>
              <a:ext uri="{FF2B5EF4-FFF2-40B4-BE49-F238E27FC236}">
                <a16:creationId xmlns:a16="http://schemas.microsoft.com/office/drawing/2014/main" id="{278D4FF0-AC52-FC83-5B6C-696BBC69964F}"/>
              </a:ext>
            </a:extLst>
          </p:cNvPr>
          <p:cNvSpPr/>
          <p:nvPr/>
        </p:nvSpPr>
        <p:spPr>
          <a:xfrm>
            <a:off x="5467350" y="1978138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3399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925D96-37C1-B97D-412C-25E0E806111F}"/>
              </a:ext>
            </a:extLst>
          </p:cNvPr>
          <p:cNvSpPr/>
          <p:nvPr/>
        </p:nvSpPr>
        <p:spPr>
          <a:xfrm>
            <a:off x="361950" y="276509"/>
            <a:ext cx="8769350" cy="76172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 w="13462">
                  <a:solidFill>
                    <a:prstClr val="white">
                      <a:alpha val="86000"/>
                    </a:prstClr>
                  </a:solidFill>
                  <a:prstDash val="solid"/>
                </a:ln>
                <a:solidFill>
                  <a:srgbClr val="1565C0"/>
                </a:solidFill>
                <a:effectLst>
                  <a:outerShdw dist="38100" dir="2700000" algn="bl" rotWithShape="0">
                    <a:srgbClr val="6EB6FF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Cloud Identity and Access Management (IAM)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8BE599-F403-EF6C-65AE-5AD7B53EDE5C}"/>
              </a:ext>
            </a:extLst>
          </p:cNvPr>
          <p:cNvSpPr/>
          <p:nvPr/>
        </p:nvSpPr>
        <p:spPr>
          <a:xfrm>
            <a:off x="641350" y="3177840"/>
            <a:ext cx="8077200" cy="546281"/>
          </a:xfrm>
          <a:prstGeom prst="rect">
            <a:avLst/>
          </a:prstGeom>
          <a:noFill/>
          <a:effectLst/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 w="13462">
                  <a:noFill/>
                  <a:prstDash val="solid"/>
                </a:ln>
                <a:solidFill>
                  <a:srgbClr val="E0F2FF"/>
                </a:solidFill>
                <a:effectLst>
                  <a:outerShdw dist="38100" dir="2700000" algn="bl" rotWithShape="0">
                    <a:srgbClr val="66B2FF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By Madhurima Rawat</a:t>
            </a:r>
          </a:p>
        </p:txBody>
      </p:sp>
      <p:pic>
        <p:nvPicPr>
          <p:cNvPr id="5" name="Graphic 4" descr="Internet">
            <a:extLst>
              <a:ext uri="{FF2B5EF4-FFF2-40B4-BE49-F238E27FC236}">
                <a16:creationId xmlns:a16="http://schemas.microsoft.com/office/drawing/2014/main" id="{1155F02F-9B23-BE1F-7886-8360D27F2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4001" y="1494064"/>
            <a:ext cx="1719148" cy="1719148"/>
          </a:xfrm>
          <a:prstGeom prst="rect">
            <a:avLst/>
          </a:prstGeom>
        </p:spPr>
      </p:pic>
      <p:pic>
        <p:nvPicPr>
          <p:cNvPr id="7" name="Graphic 6" descr="Social network">
            <a:extLst>
              <a:ext uri="{FF2B5EF4-FFF2-40B4-BE49-F238E27FC236}">
                <a16:creationId xmlns:a16="http://schemas.microsoft.com/office/drawing/2014/main" id="{6DED92EE-CDCA-9C22-8808-7BC5B5627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8920" y="1566749"/>
            <a:ext cx="1303565" cy="1303565"/>
          </a:xfrm>
          <a:prstGeom prst="rect">
            <a:avLst/>
          </a:prstGeom>
        </p:spPr>
      </p:pic>
      <p:pic>
        <p:nvPicPr>
          <p:cNvPr id="9" name="Graphic 8" descr="Lock">
            <a:extLst>
              <a:ext uri="{FF2B5EF4-FFF2-40B4-BE49-F238E27FC236}">
                <a16:creationId xmlns:a16="http://schemas.microsoft.com/office/drawing/2014/main" id="{3A4DD98B-43D0-6AC3-AABD-B06C4C5724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439220" y="1667763"/>
            <a:ext cx="1099929" cy="1099929"/>
          </a:xfrm>
          <a:prstGeom prst="rect">
            <a:avLst/>
          </a:prstGeom>
        </p:spPr>
      </p:pic>
      <p:pic>
        <p:nvPicPr>
          <p:cNvPr id="11" name="Graphic 10" descr="Employee badge">
            <a:extLst>
              <a:ext uri="{FF2B5EF4-FFF2-40B4-BE49-F238E27FC236}">
                <a16:creationId xmlns:a16="http://schemas.microsoft.com/office/drawing/2014/main" id="{D885020F-A040-95D7-561A-98EB12A45C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552607" y="1793271"/>
            <a:ext cx="949929" cy="94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6F0"/>
            </a:gs>
            <a:gs pos="99000">
              <a:srgbClr val="FF4DA6"/>
            </a:gs>
            <a:gs pos="92000">
              <a:srgbClr val="FF80BF"/>
            </a:gs>
            <a:gs pos="30000">
              <a:srgbClr val="FFB3D9"/>
            </a:gs>
            <a:gs pos="100000">
              <a:srgbClr val="FF4DA6"/>
            </a:gs>
            <a:gs pos="100000">
              <a:srgbClr val="FF4DA6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99A9B-FDF9-295D-0273-A3A0A714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raphic 21" descr="Back RTL">
            <a:extLst>
              <a:ext uri="{FF2B5EF4-FFF2-40B4-BE49-F238E27FC236}">
                <a16:creationId xmlns:a16="http://schemas.microsoft.com/office/drawing/2014/main" id="{467392A0-F6BA-17B5-6ED0-17625F161891}"/>
              </a:ext>
            </a:extLst>
          </p:cNvPr>
          <p:cNvSpPr/>
          <p:nvPr/>
        </p:nvSpPr>
        <p:spPr>
          <a:xfrm>
            <a:off x="2749550" y="2028031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FFE6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raphic 24" descr="Back RTL">
            <a:extLst>
              <a:ext uri="{FF2B5EF4-FFF2-40B4-BE49-F238E27FC236}">
                <a16:creationId xmlns:a16="http://schemas.microsoft.com/office/drawing/2014/main" id="{105AB059-2BAD-472A-C9BE-092EB41518C3}"/>
              </a:ext>
            </a:extLst>
          </p:cNvPr>
          <p:cNvSpPr/>
          <p:nvPr/>
        </p:nvSpPr>
        <p:spPr>
          <a:xfrm>
            <a:off x="5467350" y="1978138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rgbClr val="FFE6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14AD01-818F-1A15-344C-45735582204F}"/>
              </a:ext>
            </a:extLst>
          </p:cNvPr>
          <p:cNvSpPr/>
          <p:nvPr/>
        </p:nvSpPr>
        <p:spPr>
          <a:xfrm>
            <a:off x="361950" y="276509"/>
            <a:ext cx="8769350" cy="76172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 w="13462">
                  <a:solidFill>
                    <a:prstClr val="white">
                      <a:alpha val="86000"/>
                    </a:prstClr>
                  </a:solidFill>
                  <a:prstDash val="solid"/>
                </a:ln>
                <a:solidFill>
                  <a:srgbClr val="D11A7A"/>
                </a:solidFill>
                <a:effectLst>
                  <a:outerShdw dist="38100" dir="2700000" algn="bl" rotWithShape="0">
                    <a:srgbClr val="FF80BF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Implementing Cloud Monitoring and Logging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CE164C-603B-B909-E07A-3257559103BE}"/>
              </a:ext>
            </a:extLst>
          </p:cNvPr>
          <p:cNvSpPr/>
          <p:nvPr/>
        </p:nvSpPr>
        <p:spPr>
          <a:xfrm>
            <a:off x="641350" y="3177840"/>
            <a:ext cx="8077200" cy="546281"/>
          </a:xfrm>
          <a:prstGeom prst="rect">
            <a:avLst/>
          </a:prstGeom>
          <a:noFill/>
          <a:effectLst/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 w="13462">
                  <a:noFill/>
                  <a:prstDash val="solid"/>
                </a:ln>
                <a:solidFill>
                  <a:srgbClr val="B0005A"/>
                </a:solidFill>
                <a:effectLst>
                  <a:outerShdw dist="38100" dir="2700000" algn="bl" rotWithShape="0">
                    <a:srgbClr val="FFB3D9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By Madhurima Rawat</a:t>
            </a:r>
          </a:p>
        </p:txBody>
      </p:sp>
      <p:pic>
        <p:nvPicPr>
          <p:cNvPr id="5" name="Graphic 4" descr="Gauge">
            <a:extLst>
              <a:ext uri="{FF2B5EF4-FFF2-40B4-BE49-F238E27FC236}">
                <a16:creationId xmlns:a16="http://schemas.microsoft.com/office/drawing/2014/main" id="{F639686F-07B9-1A64-1220-256C895B1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4001" y="1494064"/>
            <a:ext cx="1719148" cy="1719148"/>
          </a:xfrm>
          <a:prstGeom prst="rect">
            <a:avLst/>
          </a:prstGeom>
        </p:spPr>
      </p:pic>
      <p:pic>
        <p:nvPicPr>
          <p:cNvPr id="7" name="Graphic 6" descr="Checklist">
            <a:extLst>
              <a:ext uri="{FF2B5EF4-FFF2-40B4-BE49-F238E27FC236}">
                <a16:creationId xmlns:a16="http://schemas.microsoft.com/office/drawing/2014/main" id="{A6837822-ADD9-5B79-0A2A-4512696C9E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88920" y="1566749"/>
            <a:ext cx="1303565" cy="1303565"/>
          </a:xfrm>
          <a:prstGeom prst="rect">
            <a:avLst/>
          </a:prstGeom>
        </p:spPr>
      </p:pic>
      <p:pic>
        <p:nvPicPr>
          <p:cNvPr id="9" name="Graphic 8" descr="High voltage">
            <a:extLst>
              <a:ext uri="{FF2B5EF4-FFF2-40B4-BE49-F238E27FC236}">
                <a16:creationId xmlns:a16="http://schemas.microsoft.com/office/drawing/2014/main" id="{8308F7B2-DCDB-23B9-17A6-2928505099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439220" y="1667763"/>
            <a:ext cx="1099929" cy="1099929"/>
          </a:xfrm>
          <a:prstGeom prst="rect">
            <a:avLst/>
          </a:prstGeom>
        </p:spPr>
      </p:pic>
      <p:pic>
        <p:nvPicPr>
          <p:cNvPr id="11" name="Graphic 10" descr="Heart with pulse">
            <a:extLst>
              <a:ext uri="{FF2B5EF4-FFF2-40B4-BE49-F238E27FC236}">
                <a16:creationId xmlns:a16="http://schemas.microsoft.com/office/drawing/2014/main" id="{E7BB95BC-66E2-24D2-C63D-1D254C2675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01592" y="1662642"/>
            <a:ext cx="1183179" cy="118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49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E2E2E"/>
            </a:gs>
            <a:gs pos="84000">
              <a:srgbClr val="4B4B4B"/>
            </a:gs>
            <a:gs pos="52000">
              <a:srgbClr val="6C6C6C"/>
            </a:gs>
            <a:gs pos="100000">
              <a:srgbClr val="1C1C1C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95E14-7578-CA38-33A5-F479F884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raphic 21" descr="Back RTL">
            <a:extLst>
              <a:ext uri="{FF2B5EF4-FFF2-40B4-BE49-F238E27FC236}">
                <a16:creationId xmlns:a16="http://schemas.microsoft.com/office/drawing/2014/main" id="{5C2AC760-3A79-11ED-125B-42BDF3E156F2}"/>
              </a:ext>
            </a:extLst>
          </p:cNvPr>
          <p:cNvSpPr/>
          <p:nvPr/>
        </p:nvSpPr>
        <p:spPr>
          <a:xfrm>
            <a:off x="2749550" y="2028031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Graphic 24" descr="Back RTL">
            <a:extLst>
              <a:ext uri="{FF2B5EF4-FFF2-40B4-BE49-F238E27FC236}">
                <a16:creationId xmlns:a16="http://schemas.microsoft.com/office/drawing/2014/main" id="{6EA84BF6-FB40-D60C-772F-D6D7E7EC5CF0}"/>
              </a:ext>
            </a:extLst>
          </p:cNvPr>
          <p:cNvSpPr/>
          <p:nvPr/>
        </p:nvSpPr>
        <p:spPr>
          <a:xfrm>
            <a:off x="5630635" y="1912823"/>
            <a:ext cx="762000" cy="561975"/>
          </a:xfrm>
          <a:custGeom>
            <a:avLst/>
            <a:gdLst>
              <a:gd name="connsiteX0" fmla="*/ 762000 w 762000"/>
              <a:gd name="connsiteY0" fmla="*/ 228600 h 561975"/>
              <a:gd name="connsiteX1" fmla="*/ 489585 w 762000"/>
              <a:gd name="connsiteY1" fmla="*/ 0 h 561975"/>
              <a:gd name="connsiteX2" fmla="*/ 489585 w 762000"/>
              <a:gd name="connsiteY2" fmla="*/ 133350 h 561975"/>
              <a:gd name="connsiteX3" fmla="*/ 0 w 762000"/>
              <a:gd name="connsiteY3" fmla="*/ 561975 h 561975"/>
              <a:gd name="connsiteX4" fmla="*/ 489585 w 762000"/>
              <a:gd name="connsiteY4" fmla="*/ 333375 h 561975"/>
              <a:gd name="connsiteX5" fmla="*/ 489585 w 762000"/>
              <a:gd name="connsiteY5" fmla="*/ 457200 h 561975"/>
              <a:gd name="connsiteX6" fmla="*/ 762000 w 762000"/>
              <a:gd name="connsiteY6" fmla="*/ 22860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" h="561975">
                <a:moveTo>
                  <a:pt x="762000" y="228600"/>
                </a:moveTo>
                <a:lnTo>
                  <a:pt x="489585" y="0"/>
                </a:lnTo>
                <a:lnTo>
                  <a:pt x="489585" y="133350"/>
                </a:lnTo>
                <a:cubicBezTo>
                  <a:pt x="71438" y="137160"/>
                  <a:pt x="0" y="561975"/>
                  <a:pt x="0" y="561975"/>
                </a:cubicBezTo>
                <a:cubicBezTo>
                  <a:pt x="0" y="561975"/>
                  <a:pt x="155258" y="336233"/>
                  <a:pt x="489585" y="333375"/>
                </a:cubicBezTo>
                <a:lnTo>
                  <a:pt x="489585" y="457200"/>
                </a:lnTo>
                <a:lnTo>
                  <a:pt x="762000" y="2286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CCD6D97-2E4C-3882-00F4-1D170E74AF8D}"/>
              </a:ext>
            </a:extLst>
          </p:cNvPr>
          <p:cNvSpPr/>
          <p:nvPr/>
        </p:nvSpPr>
        <p:spPr>
          <a:xfrm>
            <a:off x="361950" y="276509"/>
            <a:ext cx="8769350" cy="854058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B050">
                <a:alpha val="40000"/>
              </a:srgbClr>
            </a:outerShdw>
          </a:effectLst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 w="13462">
                  <a:solidFill>
                    <a:prstClr val="white">
                      <a:alpha val="86000"/>
                    </a:prstClr>
                  </a:solidFill>
                  <a:prstDash val="solid"/>
                </a:ln>
                <a:solidFill>
                  <a:srgbClr val="D3D3D3"/>
                </a:solidFill>
                <a:effectLst>
                  <a:outerShdw dist="38100" dir="2700000" algn="bl" rotWithShape="0">
                    <a:srgbClr val="4F8A8B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Setting Up Cloud-based CI-CD Pipeline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763825C-E62F-4244-FD1C-0ED369F1B831}"/>
              </a:ext>
            </a:extLst>
          </p:cNvPr>
          <p:cNvSpPr/>
          <p:nvPr/>
        </p:nvSpPr>
        <p:spPr>
          <a:xfrm>
            <a:off x="641350" y="3177840"/>
            <a:ext cx="8077200" cy="546281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B050">
                <a:alpha val="40000"/>
              </a:srgbClr>
            </a:outerShdw>
          </a:effectLst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 w="13462">
                  <a:noFill/>
                  <a:prstDash val="solid"/>
                </a:ln>
                <a:solidFill>
                  <a:srgbClr val="D3D3D3"/>
                </a:solidFill>
                <a:effectLst>
                  <a:outerShdw dist="38100" dir="2700000" algn="bl" rotWithShape="0">
                    <a:srgbClr val="FFDAB9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By Madhurima Rawat</a:t>
            </a:r>
          </a:p>
        </p:txBody>
      </p:sp>
      <p:pic>
        <p:nvPicPr>
          <p:cNvPr id="3" name="Graphic 2" descr="Branching diagram">
            <a:extLst>
              <a:ext uri="{FF2B5EF4-FFF2-40B4-BE49-F238E27FC236}">
                <a16:creationId xmlns:a16="http://schemas.microsoft.com/office/drawing/2014/main" id="{8C887C1D-31FE-54BA-1AF2-454DFD70A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905" y="1566748"/>
            <a:ext cx="1393371" cy="1393371"/>
          </a:xfrm>
          <a:prstGeom prst="rect">
            <a:avLst/>
          </a:prstGeom>
        </p:spPr>
      </p:pic>
      <p:pic>
        <p:nvPicPr>
          <p:cNvPr id="5" name="Graphic 4" descr="Syncing cloud">
            <a:extLst>
              <a:ext uri="{FF2B5EF4-FFF2-40B4-BE49-F238E27FC236}">
                <a16:creationId xmlns:a16="http://schemas.microsoft.com/office/drawing/2014/main" id="{F32F5175-A6AB-D93C-FB1E-FCC186917B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671" y="1520807"/>
            <a:ext cx="1431150" cy="1431150"/>
          </a:xfrm>
          <a:prstGeom prst="rect">
            <a:avLst/>
          </a:prstGeom>
        </p:spPr>
      </p:pic>
      <p:pic>
        <p:nvPicPr>
          <p:cNvPr id="7" name="Graphic 6" descr="Cycle with people">
            <a:extLst>
              <a:ext uri="{FF2B5EF4-FFF2-40B4-BE49-F238E27FC236}">
                <a16:creationId xmlns:a16="http://schemas.microsoft.com/office/drawing/2014/main" id="{9CA4D60E-C8A2-12AB-4B75-D93BFEC555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4329" y="1449727"/>
            <a:ext cx="1558471" cy="155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92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433</TotalTime>
  <Words>109</Words>
  <Application>Microsoft Office PowerPoint</Application>
  <PresentationFormat>Custom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Bahnschrift SemiBold Condensed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155</cp:revision>
  <dcterms:created xsi:type="dcterms:W3CDTF">2025-03-27T13:32:59Z</dcterms:created>
  <dcterms:modified xsi:type="dcterms:W3CDTF">2025-07-16T05:59:54Z</dcterms:modified>
</cp:coreProperties>
</file>