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7" r:id="rId2"/>
  </p:sldIdLst>
  <p:sldSz cx="9525000" cy="3998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1A7A"/>
    <a:srgbClr val="2F4F4F"/>
    <a:srgbClr val="FF4DA6"/>
    <a:srgbClr val="FFB3D9"/>
    <a:srgbClr val="B0005A"/>
    <a:srgbClr val="FFE6F0"/>
    <a:srgbClr val="FF80BF"/>
    <a:srgbClr val="6EB6FF"/>
    <a:srgbClr val="1565C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99" d="100"/>
          <a:sy n="99" d="100"/>
        </p:scale>
        <p:origin x="6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8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6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1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3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9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F7F1"/>
            </a:gs>
            <a:gs pos="74000">
              <a:srgbClr val="90D7D0"/>
            </a:gs>
            <a:gs pos="83000">
              <a:srgbClr val="A3E4DB"/>
            </a:gs>
            <a:gs pos="100000">
              <a:srgbClr val="8BFFB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9FE9B-D680-CC53-BFF6-5515622E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aphic 11" descr="Gears">
            <a:extLst>
              <a:ext uri="{FF2B5EF4-FFF2-40B4-BE49-F238E27FC236}">
                <a16:creationId xmlns:a16="http://schemas.microsoft.com/office/drawing/2014/main" id="{BE645C29-0B3B-18DD-8F9F-AA73C0281565}"/>
              </a:ext>
            </a:extLst>
          </p:cNvPr>
          <p:cNvGrpSpPr/>
          <p:nvPr/>
        </p:nvGrpSpPr>
        <p:grpSpPr>
          <a:xfrm>
            <a:off x="3666965" y="1873875"/>
            <a:ext cx="950111" cy="1087531"/>
            <a:chOff x="3969350" y="1354695"/>
            <a:chExt cx="1185455" cy="1434546"/>
          </a:xfrm>
          <a:solidFill>
            <a:srgbClr val="D11A7A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9F68C99-5B20-F431-FD27-41C405FA8D5F}"/>
                </a:ext>
              </a:extLst>
            </p:cNvPr>
            <p:cNvSpPr/>
            <p:nvPr/>
          </p:nvSpPr>
          <p:spPr>
            <a:xfrm>
              <a:off x="4380259" y="1354695"/>
              <a:ext cx="774546" cy="772727"/>
            </a:xfrm>
            <a:custGeom>
              <a:avLst/>
              <a:gdLst>
                <a:gd name="connsiteX0" fmla="*/ 387273 w 774546"/>
                <a:gd name="connsiteY0" fmla="*/ 523637 h 772727"/>
                <a:gd name="connsiteX1" fmla="*/ 250909 w 774546"/>
                <a:gd name="connsiteY1" fmla="*/ 387273 h 772727"/>
                <a:gd name="connsiteX2" fmla="*/ 387273 w 774546"/>
                <a:gd name="connsiteY2" fmla="*/ 250909 h 772727"/>
                <a:gd name="connsiteX3" fmla="*/ 523637 w 774546"/>
                <a:gd name="connsiteY3" fmla="*/ 387273 h 772727"/>
                <a:gd name="connsiteX4" fmla="*/ 387273 w 774546"/>
                <a:gd name="connsiteY4" fmla="*/ 523637 h 772727"/>
                <a:gd name="connsiteX5" fmla="*/ 694546 w 774546"/>
                <a:gd name="connsiteY5" fmla="*/ 301818 h 772727"/>
                <a:gd name="connsiteX6" fmla="*/ 665455 w 774546"/>
                <a:gd name="connsiteY6" fmla="*/ 230909 h 772727"/>
                <a:gd name="connsiteX7" fmla="*/ 694546 w 774546"/>
                <a:gd name="connsiteY7" fmla="*/ 145455 h 772727"/>
                <a:gd name="connsiteX8" fmla="*/ 629091 w 774546"/>
                <a:gd name="connsiteY8" fmla="*/ 80000 h 772727"/>
                <a:gd name="connsiteX9" fmla="*/ 543637 w 774546"/>
                <a:gd name="connsiteY9" fmla="*/ 109091 h 772727"/>
                <a:gd name="connsiteX10" fmla="*/ 472728 w 774546"/>
                <a:gd name="connsiteY10" fmla="*/ 80000 h 772727"/>
                <a:gd name="connsiteX11" fmla="*/ 432728 w 774546"/>
                <a:gd name="connsiteY11" fmla="*/ 0 h 772727"/>
                <a:gd name="connsiteX12" fmla="*/ 341818 w 774546"/>
                <a:gd name="connsiteY12" fmla="*/ 0 h 772727"/>
                <a:gd name="connsiteX13" fmla="*/ 301818 w 774546"/>
                <a:gd name="connsiteY13" fmla="*/ 80000 h 772727"/>
                <a:gd name="connsiteX14" fmla="*/ 230909 w 774546"/>
                <a:gd name="connsiteY14" fmla="*/ 109091 h 772727"/>
                <a:gd name="connsiteX15" fmla="*/ 145455 w 774546"/>
                <a:gd name="connsiteY15" fmla="*/ 80000 h 772727"/>
                <a:gd name="connsiteX16" fmla="*/ 80000 w 774546"/>
                <a:gd name="connsiteY16" fmla="*/ 145455 h 772727"/>
                <a:gd name="connsiteX17" fmla="*/ 109091 w 774546"/>
                <a:gd name="connsiteY17" fmla="*/ 230909 h 772727"/>
                <a:gd name="connsiteX18" fmla="*/ 80000 w 774546"/>
                <a:gd name="connsiteY18" fmla="*/ 301818 h 772727"/>
                <a:gd name="connsiteX19" fmla="*/ 0 w 774546"/>
                <a:gd name="connsiteY19" fmla="*/ 341818 h 772727"/>
                <a:gd name="connsiteX20" fmla="*/ 0 w 774546"/>
                <a:gd name="connsiteY20" fmla="*/ 432728 h 772727"/>
                <a:gd name="connsiteX21" fmla="*/ 80000 w 774546"/>
                <a:gd name="connsiteY21" fmla="*/ 472728 h 772727"/>
                <a:gd name="connsiteX22" fmla="*/ 109091 w 774546"/>
                <a:gd name="connsiteY22" fmla="*/ 543637 h 772727"/>
                <a:gd name="connsiteX23" fmla="*/ 80000 w 774546"/>
                <a:gd name="connsiteY23" fmla="*/ 629091 h 772727"/>
                <a:gd name="connsiteX24" fmla="*/ 143637 w 774546"/>
                <a:gd name="connsiteY24" fmla="*/ 692728 h 772727"/>
                <a:gd name="connsiteX25" fmla="*/ 229091 w 774546"/>
                <a:gd name="connsiteY25" fmla="*/ 663637 h 772727"/>
                <a:gd name="connsiteX26" fmla="*/ 300000 w 774546"/>
                <a:gd name="connsiteY26" fmla="*/ 692728 h 772727"/>
                <a:gd name="connsiteX27" fmla="*/ 340000 w 774546"/>
                <a:gd name="connsiteY27" fmla="*/ 772728 h 772727"/>
                <a:gd name="connsiteX28" fmla="*/ 430909 w 774546"/>
                <a:gd name="connsiteY28" fmla="*/ 772728 h 772727"/>
                <a:gd name="connsiteX29" fmla="*/ 470910 w 774546"/>
                <a:gd name="connsiteY29" fmla="*/ 692728 h 772727"/>
                <a:gd name="connsiteX30" fmla="*/ 541819 w 774546"/>
                <a:gd name="connsiteY30" fmla="*/ 663637 h 772727"/>
                <a:gd name="connsiteX31" fmla="*/ 627273 w 774546"/>
                <a:gd name="connsiteY31" fmla="*/ 692728 h 772727"/>
                <a:gd name="connsiteX32" fmla="*/ 692728 w 774546"/>
                <a:gd name="connsiteY32" fmla="*/ 629091 h 772727"/>
                <a:gd name="connsiteX33" fmla="*/ 663637 w 774546"/>
                <a:gd name="connsiteY33" fmla="*/ 543637 h 772727"/>
                <a:gd name="connsiteX34" fmla="*/ 694546 w 774546"/>
                <a:gd name="connsiteY34" fmla="*/ 472728 h 772727"/>
                <a:gd name="connsiteX35" fmla="*/ 774546 w 774546"/>
                <a:gd name="connsiteY35" fmla="*/ 432728 h 772727"/>
                <a:gd name="connsiteX36" fmla="*/ 774546 w 774546"/>
                <a:gd name="connsiteY36" fmla="*/ 341818 h 772727"/>
                <a:gd name="connsiteX37" fmla="*/ 694546 w 774546"/>
                <a:gd name="connsiteY37" fmla="*/ 301818 h 77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774546" h="772727">
                  <a:moveTo>
                    <a:pt x="387273" y="523637"/>
                  </a:moveTo>
                  <a:cubicBezTo>
                    <a:pt x="310909" y="523637"/>
                    <a:pt x="250909" y="461819"/>
                    <a:pt x="250909" y="387273"/>
                  </a:cubicBezTo>
                  <a:cubicBezTo>
                    <a:pt x="250909" y="312728"/>
                    <a:pt x="312728" y="250909"/>
                    <a:pt x="387273" y="250909"/>
                  </a:cubicBezTo>
                  <a:cubicBezTo>
                    <a:pt x="463637" y="250909"/>
                    <a:pt x="523637" y="312728"/>
                    <a:pt x="523637" y="387273"/>
                  </a:cubicBezTo>
                  <a:cubicBezTo>
                    <a:pt x="523637" y="461819"/>
                    <a:pt x="461819" y="523637"/>
                    <a:pt x="387273" y="523637"/>
                  </a:cubicBezTo>
                  <a:close/>
                  <a:moveTo>
                    <a:pt x="694546" y="301818"/>
                  </a:moveTo>
                  <a:cubicBezTo>
                    <a:pt x="687273" y="276364"/>
                    <a:pt x="678182" y="252727"/>
                    <a:pt x="665455" y="230909"/>
                  </a:cubicBezTo>
                  <a:lnTo>
                    <a:pt x="694546" y="145455"/>
                  </a:lnTo>
                  <a:lnTo>
                    <a:pt x="629091" y="80000"/>
                  </a:lnTo>
                  <a:lnTo>
                    <a:pt x="543637" y="109091"/>
                  </a:lnTo>
                  <a:cubicBezTo>
                    <a:pt x="521819" y="96364"/>
                    <a:pt x="498182" y="87273"/>
                    <a:pt x="472728" y="80000"/>
                  </a:cubicBezTo>
                  <a:lnTo>
                    <a:pt x="432728" y="0"/>
                  </a:lnTo>
                  <a:lnTo>
                    <a:pt x="341818" y="0"/>
                  </a:lnTo>
                  <a:lnTo>
                    <a:pt x="301818" y="80000"/>
                  </a:lnTo>
                  <a:cubicBezTo>
                    <a:pt x="276364" y="87273"/>
                    <a:pt x="252728" y="96364"/>
                    <a:pt x="230909" y="109091"/>
                  </a:cubicBezTo>
                  <a:lnTo>
                    <a:pt x="145455" y="80000"/>
                  </a:lnTo>
                  <a:lnTo>
                    <a:pt x="80000" y="145455"/>
                  </a:lnTo>
                  <a:lnTo>
                    <a:pt x="109091" y="230909"/>
                  </a:lnTo>
                  <a:cubicBezTo>
                    <a:pt x="96364" y="252727"/>
                    <a:pt x="87273" y="276364"/>
                    <a:pt x="80000" y="301818"/>
                  </a:cubicBezTo>
                  <a:lnTo>
                    <a:pt x="0" y="341818"/>
                  </a:lnTo>
                  <a:lnTo>
                    <a:pt x="0" y="432728"/>
                  </a:lnTo>
                  <a:lnTo>
                    <a:pt x="80000" y="472728"/>
                  </a:lnTo>
                  <a:cubicBezTo>
                    <a:pt x="87273" y="498182"/>
                    <a:pt x="96364" y="521819"/>
                    <a:pt x="109091" y="543637"/>
                  </a:cubicBezTo>
                  <a:lnTo>
                    <a:pt x="80000" y="629091"/>
                  </a:lnTo>
                  <a:lnTo>
                    <a:pt x="143637" y="692728"/>
                  </a:lnTo>
                  <a:lnTo>
                    <a:pt x="229091" y="663637"/>
                  </a:lnTo>
                  <a:cubicBezTo>
                    <a:pt x="250909" y="676364"/>
                    <a:pt x="274546" y="685455"/>
                    <a:pt x="300000" y="692728"/>
                  </a:cubicBezTo>
                  <a:lnTo>
                    <a:pt x="340000" y="772728"/>
                  </a:lnTo>
                  <a:lnTo>
                    <a:pt x="430909" y="772728"/>
                  </a:lnTo>
                  <a:lnTo>
                    <a:pt x="470910" y="692728"/>
                  </a:lnTo>
                  <a:cubicBezTo>
                    <a:pt x="496364" y="685455"/>
                    <a:pt x="520000" y="676364"/>
                    <a:pt x="541819" y="663637"/>
                  </a:cubicBezTo>
                  <a:lnTo>
                    <a:pt x="627273" y="692728"/>
                  </a:lnTo>
                  <a:lnTo>
                    <a:pt x="692728" y="629091"/>
                  </a:lnTo>
                  <a:lnTo>
                    <a:pt x="663637" y="543637"/>
                  </a:lnTo>
                  <a:cubicBezTo>
                    <a:pt x="676364" y="521819"/>
                    <a:pt x="687273" y="496364"/>
                    <a:pt x="694546" y="472728"/>
                  </a:cubicBezTo>
                  <a:lnTo>
                    <a:pt x="774546" y="432728"/>
                  </a:lnTo>
                  <a:lnTo>
                    <a:pt x="774546" y="341818"/>
                  </a:lnTo>
                  <a:lnTo>
                    <a:pt x="694546" y="301818"/>
                  </a:lnTo>
                  <a:close/>
                </a:path>
              </a:pathLst>
            </a:custGeom>
            <a:grpFill/>
            <a:ln w="18157" cap="flat">
              <a:solidFill>
                <a:srgbClr val="2F4F4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3A4366A-B5D2-B803-5CAD-AA4A2A92A98F}"/>
                </a:ext>
              </a:extLst>
            </p:cNvPr>
            <p:cNvSpPr/>
            <p:nvPr/>
          </p:nvSpPr>
          <p:spPr>
            <a:xfrm>
              <a:off x="3969350" y="2016514"/>
              <a:ext cx="774546" cy="772727"/>
            </a:xfrm>
            <a:custGeom>
              <a:avLst/>
              <a:gdLst>
                <a:gd name="connsiteX0" fmla="*/ 387273 w 774546"/>
                <a:gd name="connsiteY0" fmla="*/ 523637 h 772727"/>
                <a:gd name="connsiteX1" fmla="*/ 250909 w 774546"/>
                <a:gd name="connsiteY1" fmla="*/ 387273 h 772727"/>
                <a:gd name="connsiteX2" fmla="*/ 387273 w 774546"/>
                <a:gd name="connsiteY2" fmla="*/ 250909 h 772727"/>
                <a:gd name="connsiteX3" fmla="*/ 523637 w 774546"/>
                <a:gd name="connsiteY3" fmla="*/ 387273 h 772727"/>
                <a:gd name="connsiteX4" fmla="*/ 387273 w 774546"/>
                <a:gd name="connsiteY4" fmla="*/ 523637 h 772727"/>
                <a:gd name="connsiteX5" fmla="*/ 387273 w 774546"/>
                <a:gd name="connsiteY5" fmla="*/ 523637 h 772727"/>
                <a:gd name="connsiteX6" fmla="*/ 665455 w 774546"/>
                <a:gd name="connsiteY6" fmla="*/ 230909 h 772727"/>
                <a:gd name="connsiteX7" fmla="*/ 694546 w 774546"/>
                <a:gd name="connsiteY7" fmla="*/ 145455 h 772727"/>
                <a:gd name="connsiteX8" fmla="*/ 629091 w 774546"/>
                <a:gd name="connsiteY8" fmla="*/ 80000 h 772727"/>
                <a:gd name="connsiteX9" fmla="*/ 543637 w 774546"/>
                <a:gd name="connsiteY9" fmla="*/ 109091 h 772727"/>
                <a:gd name="connsiteX10" fmla="*/ 472728 w 774546"/>
                <a:gd name="connsiteY10" fmla="*/ 80000 h 772727"/>
                <a:gd name="connsiteX11" fmla="*/ 432728 w 774546"/>
                <a:gd name="connsiteY11" fmla="*/ 0 h 772727"/>
                <a:gd name="connsiteX12" fmla="*/ 341819 w 774546"/>
                <a:gd name="connsiteY12" fmla="*/ 0 h 772727"/>
                <a:gd name="connsiteX13" fmla="*/ 301818 w 774546"/>
                <a:gd name="connsiteY13" fmla="*/ 80000 h 772727"/>
                <a:gd name="connsiteX14" fmla="*/ 230909 w 774546"/>
                <a:gd name="connsiteY14" fmla="*/ 109091 h 772727"/>
                <a:gd name="connsiteX15" fmla="*/ 145455 w 774546"/>
                <a:gd name="connsiteY15" fmla="*/ 80000 h 772727"/>
                <a:gd name="connsiteX16" fmla="*/ 81818 w 774546"/>
                <a:gd name="connsiteY16" fmla="*/ 143636 h 772727"/>
                <a:gd name="connsiteX17" fmla="*/ 109091 w 774546"/>
                <a:gd name="connsiteY17" fmla="*/ 229091 h 772727"/>
                <a:gd name="connsiteX18" fmla="*/ 80000 w 774546"/>
                <a:gd name="connsiteY18" fmla="*/ 300000 h 772727"/>
                <a:gd name="connsiteX19" fmla="*/ 0 w 774546"/>
                <a:gd name="connsiteY19" fmla="*/ 340000 h 772727"/>
                <a:gd name="connsiteX20" fmla="*/ 0 w 774546"/>
                <a:gd name="connsiteY20" fmla="*/ 430909 h 772727"/>
                <a:gd name="connsiteX21" fmla="*/ 80000 w 774546"/>
                <a:gd name="connsiteY21" fmla="*/ 470910 h 772727"/>
                <a:gd name="connsiteX22" fmla="*/ 109091 w 774546"/>
                <a:gd name="connsiteY22" fmla="*/ 541819 h 772727"/>
                <a:gd name="connsiteX23" fmla="*/ 81818 w 774546"/>
                <a:gd name="connsiteY23" fmla="*/ 627273 h 772727"/>
                <a:gd name="connsiteX24" fmla="*/ 145455 w 774546"/>
                <a:gd name="connsiteY24" fmla="*/ 690910 h 772727"/>
                <a:gd name="connsiteX25" fmla="*/ 230909 w 774546"/>
                <a:gd name="connsiteY25" fmla="*/ 663637 h 772727"/>
                <a:gd name="connsiteX26" fmla="*/ 301818 w 774546"/>
                <a:gd name="connsiteY26" fmla="*/ 692728 h 772727"/>
                <a:gd name="connsiteX27" fmla="*/ 341819 w 774546"/>
                <a:gd name="connsiteY27" fmla="*/ 772728 h 772727"/>
                <a:gd name="connsiteX28" fmla="*/ 432728 w 774546"/>
                <a:gd name="connsiteY28" fmla="*/ 772728 h 772727"/>
                <a:gd name="connsiteX29" fmla="*/ 472728 w 774546"/>
                <a:gd name="connsiteY29" fmla="*/ 692728 h 772727"/>
                <a:gd name="connsiteX30" fmla="*/ 543637 w 774546"/>
                <a:gd name="connsiteY30" fmla="*/ 663637 h 772727"/>
                <a:gd name="connsiteX31" fmla="*/ 629091 w 774546"/>
                <a:gd name="connsiteY31" fmla="*/ 692728 h 772727"/>
                <a:gd name="connsiteX32" fmla="*/ 692728 w 774546"/>
                <a:gd name="connsiteY32" fmla="*/ 627273 h 772727"/>
                <a:gd name="connsiteX33" fmla="*/ 665455 w 774546"/>
                <a:gd name="connsiteY33" fmla="*/ 543637 h 772727"/>
                <a:gd name="connsiteX34" fmla="*/ 694546 w 774546"/>
                <a:gd name="connsiteY34" fmla="*/ 472728 h 772727"/>
                <a:gd name="connsiteX35" fmla="*/ 774546 w 774546"/>
                <a:gd name="connsiteY35" fmla="*/ 432728 h 772727"/>
                <a:gd name="connsiteX36" fmla="*/ 774546 w 774546"/>
                <a:gd name="connsiteY36" fmla="*/ 341818 h 772727"/>
                <a:gd name="connsiteX37" fmla="*/ 694546 w 774546"/>
                <a:gd name="connsiteY37" fmla="*/ 301818 h 772727"/>
                <a:gd name="connsiteX38" fmla="*/ 665455 w 774546"/>
                <a:gd name="connsiteY38" fmla="*/ 230909 h 77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74546" h="772727">
                  <a:moveTo>
                    <a:pt x="387273" y="523637"/>
                  </a:moveTo>
                  <a:cubicBezTo>
                    <a:pt x="310909" y="523637"/>
                    <a:pt x="250909" y="461819"/>
                    <a:pt x="250909" y="387273"/>
                  </a:cubicBezTo>
                  <a:cubicBezTo>
                    <a:pt x="250909" y="310909"/>
                    <a:pt x="312728" y="250909"/>
                    <a:pt x="387273" y="250909"/>
                  </a:cubicBezTo>
                  <a:cubicBezTo>
                    <a:pt x="463637" y="250909"/>
                    <a:pt x="523637" y="312727"/>
                    <a:pt x="523637" y="387273"/>
                  </a:cubicBezTo>
                  <a:cubicBezTo>
                    <a:pt x="523637" y="461819"/>
                    <a:pt x="463637" y="523637"/>
                    <a:pt x="387273" y="523637"/>
                  </a:cubicBezTo>
                  <a:lnTo>
                    <a:pt x="387273" y="523637"/>
                  </a:lnTo>
                  <a:close/>
                  <a:moveTo>
                    <a:pt x="665455" y="230909"/>
                  </a:moveTo>
                  <a:lnTo>
                    <a:pt x="694546" y="145455"/>
                  </a:lnTo>
                  <a:lnTo>
                    <a:pt x="629091" y="80000"/>
                  </a:lnTo>
                  <a:lnTo>
                    <a:pt x="543637" y="109091"/>
                  </a:lnTo>
                  <a:cubicBezTo>
                    <a:pt x="521819" y="96364"/>
                    <a:pt x="496364" y="87273"/>
                    <a:pt x="472728" y="80000"/>
                  </a:cubicBezTo>
                  <a:lnTo>
                    <a:pt x="432728" y="0"/>
                  </a:lnTo>
                  <a:lnTo>
                    <a:pt x="341819" y="0"/>
                  </a:lnTo>
                  <a:lnTo>
                    <a:pt x="301818" y="80000"/>
                  </a:lnTo>
                  <a:cubicBezTo>
                    <a:pt x="276364" y="87273"/>
                    <a:pt x="252727" y="96364"/>
                    <a:pt x="230909" y="109091"/>
                  </a:cubicBezTo>
                  <a:lnTo>
                    <a:pt x="145455" y="80000"/>
                  </a:lnTo>
                  <a:lnTo>
                    <a:pt x="81818" y="143636"/>
                  </a:lnTo>
                  <a:lnTo>
                    <a:pt x="109091" y="229091"/>
                  </a:lnTo>
                  <a:cubicBezTo>
                    <a:pt x="96364" y="250909"/>
                    <a:pt x="87273" y="276364"/>
                    <a:pt x="80000" y="300000"/>
                  </a:cubicBezTo>
                  <a:lnTo>
                    <a:pt x="0" y="340000"/>
                  </a:lnTo>
                  <a:lnTo>
                    <a:pt x="0" y="430909"/>
                  </a:lnTo>
                  <a:lnTo>
                    <a:pt x="80000" y="470910"/>
                  </a:lnTo>
                  <a:cubicBezTo>
                    <a:pt x="87273" y="496364"/>
                    <a:pt x="96364" y="520000"/>
                    <a:pt x="109091" y="541819"/>
                  </a:cubicBezTo>
                  <a:lnTo>
                    <a:pt x="81818" y="627273"/>
                  </a:lnTo>
                  <a:lnTo>
                    <a:pt x="145455" y="690910"/>
                  </a:lnTo>
                  <a:lnTo>
                    <a:pt x="230909" y="663637"/>
                  </a:lnTo>
                  <a:cubicBezTo>
                    <a:pt x="252727" y="676364"/>
                    <a:pt x="276364" y="685455"/>
                    <a:pt x="301818" y="692728"/>
                  </a:cubicBezTo>
                  <a:lnTo>
                    <a:pt x="341819" y="772728"/>
                  </a:lnTo>
                  <a:lnTo>
                    <a:pt x="432728" y="772728"/>
                  </a:lnTo>
                  <a:lnTo>
                    <a:pt x="472728" y="692728"/>
                  </a:lnTo>
                  <a:cubicBezTo>
                    <a:pt x="498182" y="685455"/>
                    <a:pt x="521819" y="676364"/>
                    <a:pt x="543637" y="663637"/>
                  </a:cubicBezTo>
                  <a:lnTo>
                    <a:pt x="629091" y="692728"/>
                  </a:lnTo>
                  <a:lnTo>
                    <a:pt x="692728" y="627273"/>
                  </a:lnTo>
                  <a:lnTo>
                    <a:pt x="665455" y="543637"/>
                  </a:lnTo>
                  <a:cubicBezTo>
                    <a:pt x="678182" y="521819"/>
                    <a:pt x="687273" y="498182"/>
                    <a:pt x="694546" y="472728"/>
                  </a:cubicBezTo>
                  <a:lnTo>
                    <a:pt x="774546" y="432728"/>
                  </a:lnTo>
                  <a:lnTo>
                    <a:pt x="774546" y="341818"/>
                  </a:lnTo>
                  <a:lnTo>
                    <a:pt x="694546" y="301818"/>
                  </a:lnTo>
                  <a:cubicBezTo>
                    <a:pt x="687273" y="276364"/>
                    <a:pt x="678182" y="252727"/>
                    <a:pt x="665455" y="230909"/>
                  </a:cubicBezTo>
                  <a:close/>
                </a:path>
              </a:pathLst>
            </a:custGeom>
            <a:grpFill/>
            <a:ln w="18157" cap="flat">
              <a:solidFill>
                <a:srgbClr val="2F4F4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97C35F08-F7C1-D519-D6FF-DFD419220CCE}"/>
              </a:ext>
            </a:extLst>
          </p:cNvPr>
          <p:cNvSpPr/>
          <p:nvPr/>
        </p:nvSpPr>
        <p:spPr>
          <a:xfrm>
            <a:off x="2620762" y="202159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2F4F4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2BADB84B-F18B-39A3-8CC9-239248C49634}"/>
              </a:ext>
            </a:extLst>
          </p:cNvPr>
          <p:cNvSpPr/>
          <p:nvPr/>
        </p:nvSpPr>
        <p:spPr>
          <a:xfrm>
            <a:off x="5042347" y="2042073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00B050"/>
          </a:solidFill>
          <a:ln w="9525" cap="flat">
            <a:solidFill>
              <a:srgbClr val="2F4F4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CE1D7C-EEA5-F990-1AC1-AF207DAB20D6}"/>
              </a:ext>
            </a:extLst>
          </p:cNvPr>
          <p:cNvSpPr/>
          <p:nvPr/>
        </p:nvSpPr>
        <p:spPr>
          <a:xfrm>
            <a:off x="374829" y="109084"/>
            <a:ext cx="8769350" cy="1408056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dist="38100" dir="2700000" algn="bl" rotWithShape="0">
                    <a:srgbClr val="00B050"/>
                  </a:outerShdw>
                </a:effectLst>
                <a:latin typeface="Bahnschrift SemiBold Condensed" panose="020B0502040204020203" pitchFamily="34" charset="0"/>
              </a:rPr>
              <a:t>💡 Stand Out: Creative Portfolio Concepts for Developers 🎨</a:t>
            </a:r>
            <a:endParaRPr lang="en-IN" sz="44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dist="38100" dir="2700000" algn="bl" rotWithShape="0">
                  <a:srgbClr val="00B050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193D5E-48DD-9155-E02B-FC5F74CCDC68}"/>
              </a:ext>
            </a:extLst>
          </p:cNvPr>
          <p:cNvSpPr/>
          <p:nvPr/>
        </p:nvSpPr>
        <p:spPr>
          <a:xfrm>
            <a:off x="622032" y="3338826"/>
            <a:ext cx="8077200" cy="48472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8BFFBF"/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2800" b="1" dirty="0">
                <a:ln w="13462">
                  <a:noFill/>
                  <a:prstDash val="solid"/>
                </a:ln>
                <a:solidFill>
                  <a:srgbClr val="2F4F4F"/>
                </a:solidFill>
                <a:effectLst>
                  <a:outerShdw dist="38100" dir="2700000" algn="bl" rotWithShape="0">
                    <a:srgbClr val="8BFFBF"/>
                  </a:outerShdw>
                </a:effectLst>
                <a:latin typeface="Bahnschrift SemiBold Condensed" panose="020B0502040204020203" pitchFamily="34" charset="0"/>
              </a:rPr>
              <a:t>By Madhurima Rawat</a:t>
            </a:r>
          </a:p>
        </p:txBody>
      </p:sp>
      <p:pic>
        <p:nvPicPr>
          <p:cNvPr id="6" name="Graphic 5" descr="Palette">
            <a:extLst>
              <a:ext uri="{FF2B5EF4-FFF2-40B4-BE49-F238E27FC236}">
                <a16:creationId xmlns:a16="http://schemas.microsoft.com/office/drawing/2014/main" id="{F13D39C3-2E33-2EBF-B9F3-B93F6AE75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697" y="1754757"/>
            <a:ext cx="1136024" cy="1136024"/>
          </a:xfrm>
          <a:prstGeom prst="rect">
            <a:avLst/>
          </a:prstGeom>
        </p:spPr>
      </p:pic>
      <p:pic>
        <p:nvPicPr>
          <p:cNvPr id="8" name="Graphic 7" descr="Lightbulb">
            <a:extLst>
              <a:ext uri="{FF2B5EF4-FFF2-40B4-BE49-F238E27FC236}">
                <a16:creationId xmlns:a16="http://schemas.microsoft.com/office/drawing/2014/main" id="{5767416C-811B-67AE-4D09-4389370B9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3160" y="1814607"/>
            <a:ext cx="934508" cy="934508"/>
          </a:xfrm>
          <a:prstGeom prst="rect">
            <a:avLst/>
          </a:prstGeom>
        </p:spPr>
      </p:pic>
      <p:pic>
        <p:nvPicPr>
          <p:cNvPr id="10" name="Graphic 9" descr="Employee badge">
            <a:extLst>
              <a:ext uri="{FF2B5EF4-FFF2-40B4-BE49-F238E27FC236}">
                <a16:creationId xmlns:a16="http://schemas.microsoft.com/office/drawing/2014/main" id="{7960A55C-29A4-AC35-8164-977D7B1AAA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5312" y="1780516"/>
            <a:ext cx="914400" cy="914400"/>
          </a:xfrm>
          <a:prstGeom prst="rect">
            <a:avLst/>
          </a:prstGeom>
        </p:spPr>
      </p:pic>
      <p:pic>
        <p:nvPicPr>
          <p:cNvPr id="12" name="Graphic 11" descr="Boardroom">
            <a:extLst>
              <a:ext uri="{FF2B5EF4-FFF2-40B4-BE49-F238E27FC236}">
                <a16:creationId xmlns:a16="http://schemas.microsoft.com/office/drawing/2014/main" id="{AE62BF64-05B4-240C-CC60-CB085928B1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962" y="1788848"/>
            <a:ext cx="914400" cy="914400"/>
          </a:xfrm>
          <a:prstGeom prst="rect">
            <a:avLst/>
          </a:prstGeom>
        </p:spPr>
      </p:pic>
      <p:pic>
        <p:nvPicPr>
          <p:cNvPr id="14" name="Graphic 13" descr="Social network">
            <a:extLst>
              <a:ext uri="{FF2B5EF4-FFF2-40B4-BE49-F238E27FC236}">
                <a16:creationId xmlns:a16="http://schemas.microsoft.com/office/drawing/2014/main" id="{771E41C2-4F40-5E9F-03A1-757ADE6DE8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58348" y="17392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458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475</TotalTime>
  <Words>13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 SemiBold Condensed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177</cp:revision>
  <dcterms:created xsi:type="dcterms:W3CDTF">2025-03-27T13:32:59Z</dcterms:created>
  <dcterms:modified xsi:type="dcterms:W3CDTF">2025-07-17T05:28:41Z</dcterms:modified>
</cp:coreProperties>
</file>