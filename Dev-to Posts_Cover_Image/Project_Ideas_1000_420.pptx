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3" r:id="rId2"/>
  </p:sldIdLst>
  <p:sldSz cx="9525000" cy="3998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9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A6"/>
    <a:srgbClr val="B0005A"/>
    <a:srgbClr val="66B2FF"/>
    <a:srgbClr val="FFB3D9"/>
    <a:srgbClr val="D11A7A"/>
    <a:srgbClr val="FFE6F0"/>
    <a:srgbClr val="FF80BF"/>
    <a:srgbClr val="6EB6FF"/>
    <a:srgbClr val="1565C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8" y="112"/>
      </p:cViewPr>
      <p:guideLst>
        <p:guide orient="horz" pos="1259"/>
        <p:guide pos="30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8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6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1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3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9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t="-35000" b="-3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A85B5-4A8D-0105-49C6-09CCD4EF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6FC0FC-2E56-67BC-EBA7-FFB54003020E}"/>
              </a:ext>
            </a:extLst>
          </p:cNvPr>
          <p:cNvSpPr/>
          <p:nvPr/>
        </p:nvSpPr>
        <p:spPr>
          <a:xfrm>
            <a:off x="355644" y="862987"/>
            <a:ext cx="8769350" cy="1531166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48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🚀 Project Ideas for GitHub AI, ML and Full Stack</a:t>
            </a:r>
            <a:endParaRPr lang="en-IN" sz="48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effectLst>
                <a:outerShdw dist="38100" dir="2700000" algn="bl" rotWithShape="0">
                  <a:schemeClr val="accent2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A671F-83DA-C889-4379-31F74F0E1A7D}"/>
              </a:ext>
            </a:extLst>
          </p:cNvPr>
          <p:cNvSpPr/>
          <p:nvPr/>
        </p:nvSpPr>
        <p:spPr>
          <a:xfrm>
            <a:off x="1149588" y="2839906"/>
            <a:ext cx="7028128" cy="669392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4000" b="1" dirty="0">
                <a:ln w="13462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dist="38100" dir="2700000" algn="bl" rotWithShape="0">
                    <a:srgbClr val="FFFF00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30568226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489</TotalTime>
  <Words>13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 SemiBold Condensed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172</cp:revision>
  <dcterms:created xsi:type="dcterms:W3CDTF">2025-03-27T13:32:59Z</dcterms:created>
  <dcterms:modified xsi:type="dcterms:W3CDTF">2026-02-27T09:01:45Z</dcterms:modified>
</cp:coreProperties>
</file>