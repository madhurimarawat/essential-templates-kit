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9" r:id="rId3"/>
    <p:sldId id="270" r:id="rId4"/>
    <p:sldId id="293" r:id="rId5"/>
    <p:sldId id="292" r:id="rId6"/>
    <p:sldId id="323" r:id="rId7"/>
    <p:sldId id="272" r:id="rId8"/>
    <p:sldId id="273" r:id="rId9"/>
    <p:sldId id="275" r:id="rId10"/>
    <p:sldId id="294" r:id="rId11"/>
    <p:sldId id="297" r:id="rId12"/>
    <p:sldId id="322" r:id="rId13"/>
    <p:sldId id="274" r:id="rId14"/>
    <p:sldId id="282" r:id="rId15"/>
    <p:sldId id="295" r:id="rId16"/>
    <p:sldId id="276" r:id="rId17"/>
    <p:sldId id="299" r:id="rId18"/>
    <p:sldId id="298" r:id="rId19"/>
    <p:sldId id="280" r:id="rId20"/>
    <p:sldId id="279" r:id="rId21"/>
    <p:sldId id="281" r:id="rId22"/>
    <p:sldId id="268" r:id="rId23"/>
    <p:sldId id="257" r:id="rId24"/>
    <p:sldId id="265" r:id="rId25"/>
    <p:sldId id="260" r:id="rId26"/>
    <p:sldId id="303" r:id="rId27"/>
    <p:sldId id="284" r:id="rId28"/>
    <p:sldId id="285" r:id="rId29"/>
    <p:sldId id="286" r:id="rId30"/>
    <p:sldId id="287" r:id="rId31"/>
    <p:sldId id="288" r:id="rId32"/>
    <p:sldId id="289" r:id="rId33"/>
    <p:sldId id="290" r:id="rId34"/>
    <p:sldId id="300" r:id="rId35"/>
    <p:sldId id="320" r:id="rId36"/>
    <p:sldId id="314" r:id="rId37"/>
    <p:sldId id="317" r:id="rId38"/>
    <p:sldId id="318" r:id="rId39"/>
    <p:sldId id="319" r:id="rId40"/>
    <p:sldId id="321" r:id="rId41"/>
    <p:sldId id="316" r:id="rId42"/>
    <p:sldId id="315" r:id="rId43"/>
    <p:sldId id="301" r:id="rId44"/>
    <p:sldId id="302" r:id="rId45"/>
    <p:sldId id="304" r:id="rId46"/>
    <p:sldId id="305" r:id="rId47"/>
    <p:sldId id="306" r:id="rId48"/>
    <p:sldId id="307" r:id="rId49"/>
    <p:sldId id="308" r:id="rId50"/>
    <p:sldId id="312" r:id="rId51"/>
    <p:sldId id="311" r:id="rId52"/>
    <p:sldId id="310" r:id="rId53"/>
    <p:sldId id="309" r:id="rId54"/>
    <p:sldId id="259"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99FF9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showGuides="1">
      <p:cViewPr varScale="1">
        <p:scale>
          <a:sx n="63" d="100"/>
          <a:sy n="63" d="100"/>
        </p:scale>
        <p:origin x="772" y="52"/>
      </p:cViewPr>
      <p:guideLst>
        <p:guide orient="horz" pos="225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rima Rawat" userId="8714a400033bb3ee" providerId="LiveId" clId="{29B6F2A1-C709-4D85-8CFB-67B930612F9B}"/>
    <pc:docChg chg="undo custSel addSld delSld modSld sldOrd">
      <pc:chgData name="Madhurima Rawat" userId="8714a400033bb3ee" providerId="LiveId" clId="{29B6F2A1-C709-4D85-8CFB-67B930612F9B}" dt="2023-04-27T08:30:18.950" v="932" actId="255"/>
      <pc:docMkLst>
        <pc:docMk/>
      </pc:docMkLst>
      <pc:sldChg chg="addSp modSp mod">
        <pc:chgData name="Madhurima Rawat" userId="8714a400033bb3ee" providerId="LiveId" clId="{29B6F2A1-C709-4D85-8CFB-67B930612F9B}" dt="2023-04-27T07:34:06.643" v="600" actId="1076"/>
        <pc:sldMkLst>
          <pc:docMk/>
          <pc:sldMk cId="2902394404" sldId="256"/>
        </pc:sldMkLst>
        <pc:spChg chg="mod">
          <ac:chgData name="Madhurima Rawat" userId="8714a400033bb3ee" providerId="LiveId" clId="{29B6F2A1-C709-4D85-8CFB-67B930612F9B}" dt="2023-04-27T07:29:25.111" v="560" actId="1076"/>
          <ac:spMkLst>
            <pc:docMk/>
            <pc:sldMk cId="2902394404" sldId="256"/>
            <ac:spMk id="2" creationId="{3B01A062-BFAC-2597-07F6-775E46996218}"/>
          </ac:spMkLst>
        </pc:spChg>
        <pc:spChg chg="mod">
          <ac:chgData name="Madhurima Rawat" userId="8714a400033bb3ee" providerId="LiveId" clId="{29B6F2A1-C709-4D85-8CFB-67B930612F9B}" dt="2023-04-27T06:44:26.063" v="249"/>
          <ac:spMkLst>
            <pc:docMk/>
            <pc:sldMk cId="2902394404" sldId="256"/>
            <ac:spMk id="3" creationId="{17BF47B3-D397-B631-80A1-39F9CA7283E9}"/>
          </ac:spMkLst>
        </pc:spChg>
        <pc:picChg chg="mod">
          <ac:chgData name="Madhurima Rawat" userId="8714a400033bb3ee" providerId="LiveId" clId="{29B6F2A1-C709-4D85-8CFB-67B930612F9B}" dt="2023-04-27T07:30:26.906" v="567" actId="1076"/>
          <ac:picMkLst>
            <pc:docMk/>
            <pc:sldMk cId="2902394404" sldId="256"/>
            <ac:picMk id="5" creationId="{2A88403C-0626-3D50-DBD1-5E1723D2A370}"/>
          </ac:picMkLst>
        </pc:picChg>
        <pc:picChg chg="add mod">
          <ac:chgData name="Madhurima Rawat" userId="8714a400033bb3ee" providerId="LiveId" clId="{29B6F2A1-C709-4D85-8CFB-67B930612F9B}" dt="2023-04-27T07:34:06.643" v="600" actId="1076"/>
          <ac:picMkLst>
            <pc:docMk/>
            <pc:sldMk cId="2902394404" sldId="256"/>
            <ac:picMk id="6" creationId="{A52D39A7-8E16-0606-79FC-7767C2758847}"/>
          </ac:picMkLst>
        </pc:picChg>
      </pc:sldChg>
      <pc:sldChg chg="addSp delSp modSp del mod">
        <pc:chgData name="Madhurima Rawat" userId="8714a400033bb3ee" providerId="LiveId" clId="{29B6F2A1-C709-4D85-8CFB-67B930612F9B}" dt="2023-04-27T06:49:07.772" v="283" actId="47"/>
        <pc:sldMkLst>
          <pc:docMk/>
          <pc:sldMk cId="1491304073" sldId="258"/>
        </pc:sldMkLst>
        <pc:spChg chg="add del mod">
          <ac:chgData name="Madhurima Rawat" userId="8714a400033bb3ee" providerId="LiveId" clId="{29B6F2A1-C709-4D85-8CFB-67B930612F9B}" dt="2023-04-27T06:47:01.625" v="264" actId="21"/>
          <ac:spMkLst>
            <pc:docMk/>
            <pc:sldMk cId="1491304073" sldId="258"/>
            <ac:spMk id="3" creationId="{687F9910-E215-8EAD-1DE1-2775296748BD}"/>
          </ac:spMkLst>
        </pc:spChg>
        <pc:graphicFrameChg chg="mod">
          <ac:chgData name="Madhurima Rawat" userId="8714a400033bb3ee" providerId="LiveId" clId="{29B6F2A1-C709-4D85-8CFB-67B930612F9B}" dt="2023-04-27T06:46:51.767" v="262" actId="20577"/>
          <ac:graphicFrameMkLst>
            <pc:docMk/>
            <pc:sldMk cId="1491304073" sldId="258"/>
            <ac:graphicFrameMk id="4" creationId="{266AC2A9-35C7-E7CD-4272-9CBD27783DEC}"/>
          </ac:graphicFrameMkLst>
        </pc:graphicFrameChg>
      </pc:sldChg>
      <pc:sldChg chg="modSp mod">
        <pc:chgData name="Madhurima Rawat" userId="8714a400033bb3ee" providerId="LiveId" clId="{29B6F2A1-C709-4D85-8CFB-67B930612F9B}" dt="2023-04-25T17:32:05.270" v="59"/>
        <pc:sldMkLst>
          <pc:docMk/>
          <pc:sldMk cId="1159744299" sldId="283"/>
        </pc:sldMkLst>
        <pc:graphicFrameChg chg="mod">
          <ac:chgData name="Madhurima Rawat" userId="8714a400033bb3ee" providerId="LiveId" clId="{29B6F2A1-C709-4D85-8CFB-67B930612F9B}" dt="2023-04-25T17:32:05.270" v="59"/>
          <ac:graphicFrameMkLst>
            <pc:docMk/>
            <pc:sldMk cId="1159744299" sldId="283"/>
            <ac:graphicFrameMk id="7" creationId="{59A95366-1800-C3E8-0227-975B9C5605BA}"/>
          </ac:graphicFrameMkLst>
        </pc:graphicFrameChg>
      </pc:sldChg>
      <pc:sldChg chg="addSp delSp modSp new mod modClrScheme chgLayout">
        <pc:chgData name="Madhurima Rawat" userId="8714a400033bb3ee" providerId="LiveId" clId="{29B6F2A1-C709-4D85-8CFB-67B930612F9B}" dt="2023-04-27T08:29:37.264" v="927"/>
        <pc:sldMkLst>
          <pc:docMk/>
          <pc:sldMk cId="2833869148" sldId="284"/>
        </pc:sldMkLst>
        <pc:spChg chg="del mod ord">
          <ac:chgData name="Madhurima Rawat" userId="8714a400033bb3ee" providerId="LiveId" clId="{29B6F2A1-C709-4D85-8CFB-67B930612F9B}" dt="2023-04-26T16:29:40.042" v="61" actId="700"/>
          <ac:spMkLst>
            <pc:docMk/>
            <pc:sldMk cId="2833869148" sldId="284"/>
            <ac:spMk id="2" creationId="{8C7D7902-BB7F-58E7-73A0-0F69E36EF9A3}"/>
          </ac:spMkLst>
        </pc:spChg>
        <pc:spChg chg="del mod ord">
          <ac:chgData name="Madhurima Rawat" userId="8714a400033bb3ee" providerId="LiveId" clId="{29B6F2A1-C709-4D85-8CFB-67B930612F9B}" dt="2023-04-26T16:29:40.042" v="61" actId="700"/>
          <ac:spMkLst>
            <pc:docMk/>
            <pc:sldMk cId="2833869148" sldId="284"/>
            <ac:spMk id="3" creationId="{A0569F38-9F40-1ECE-7D74-2A31799271E9}"/>
          </ac:spMkLst>
        </pc:spChg>
        <pc:spChg chg="add del mod ord">
          <ac:chgData name="Madhurima Rawat" userId="8714a400033bb3ee" providerId="LiveId" clId="{29B6F2A1-C709-4D85-8CFB-67B930612F9B}" dt="2023-04-26T16:29:50.577" v="62" actId="700"/>
          <ac:spMkLst>
            <pc:docMk/>
            <pc:sldMk cId="2833869148" sldId="284"/>
            <ac:spMk id="4" creationId="{F49A3718-AF52-82E5-70D8-7D306E9D1456}"/>
          </ac:spMkLst>
        </pc:spChg>
        <pc:spChg chg="add del mod ord">
          <ac:chgData name="Madhurima Rawat" userId="8714a400033bb3ee" providerId="LiveId" clId="{29B6F2A1-C709-4D85-8CFB-67B930612F9B}" dt="2023-04-26T16:29:50.577" v="62" actId="700"/>
          <ac:spMkLst>
            <pc:docMk/>
            <pc:sldMk cId="2833869148" sldId="284"/>
            <ac:spMk id="5" creationId="{E10FE7C9-5697-883D-6517-16586561A4EC}"/>
          </ac:spMkLst>
        </pc:spChg>
        <pc:spChg chg="add mod ord">
          <ac:chgData name="Madhurima Rawat" userId="8714a400033bb3ee" providerId="LiveId" clId="{29B6F2A1-C709-4D85-8CFB-67B930612F9B}" dt="2023-04-26T16:33:17.793" v="104" actId="1076"/>
          <ac:spMkLst>
            <pc:docMk/>
            <pc:sldMk cId="2833869148" sldId="284"/>
            <ac:spMk id="6" creationId="{7994C13D-BD87-9D96-E4C8-6CCD15A74CBC}"/>
          </ac:spMkLst>
        </pc:spChg>
        <pc:spChg chg="add del mod ord">
          <ac:chgData name="Madhurima Rawat" userId="8714a400033bb3ee" providerId="LiveId" clId="{29B6F2A1-C709-4D85-8CFB-67B930612F9B}" dt="2023-04-26T16:30:27.265" v="84" actId="21"/>
          <ac:spMkLst>
            <pc:docMk/>
            <pc:sldMk cId="2833869148" sldId="284"/>
            <ac:spMk id="7" creationId="{162DE817-B5D8-DE76-13DB-9DAB882B5A16}"/>
          </ac:spMkLst>
        </pc:spChg>
        <pc:spChg chg="add mod ord">
          <ac:chgData name="Madhurima Rawat" userId="8714a400033bb3ee" providerId="LiveId" clId="{29B6F2A1-C709-4D85-8CFB-67B930612F9B}" dt="2023-04-27T08:29:37.264" v="927"/>
          <ac:spMkLst>
            <pc:docMk/>
            <pc:sldMk cId="2833869148" sldId="284"/>
            <ac:spMk id="8" creationId="{BB6B34F6-2475-6725-CBD3-68B7EA0D9993}"/>
          </ac:spMkLst>
        </pc:spChg>
      </pc:sldChg>
      <pc:sldChg chg="modSp new del mod">
        <pc:chgData name="Madhurima Rawat" userId="8714a400033bb3ee" providerId="LiveId" clId="{29B6F2A1-C709-4D85-8CFB-67B930612F9B}" dt="2023-04-26T16:33:09.805" v="103" actId="47"/>
        <pc:sldMkLst>
          <pc:docMk/>
          <pc:sldMk cId="2413146027" sldId="285"/>
        </pc:sldMkLst>
        <pc:spChg chg="mod">
          <ac:chgData name="Madhurima Rawat" userId="8714a400033bb3ee" providerId="LiveId" clId="{29B6F2A1-C709-4D85-8CFB-67B930612F9B}" dt="2023-04-26T16:32:08.640" v="88"/>
          <ac:spMkLst>
            <pc:docMk/>
            <pc:sldMk cId="2413146027" sldId="285"/>
            <ac:spMk id="3" creationId="{60BB5969-039A-DE01-A3F1-D91D70997156}"/>
          </ac:spMkLst>
        </pc:spChg>
      </pc:sldChg>
      <pc:sldChg chg="modSp new mod">
        <pc:chgData name="Madhurima Rawat" userId="8714a400033bb3ee" providerId="LiveId" clId="{29B6F2A1-C709-4D85-8CFB-67B930612F9B}" dt="2023-04-27T07:54:13.588" v="601" actId="5793"/>
        <pc:sldMkLst>
          <pc:docMk/>
          <pc:sldMk cId="2800888144" sldId="285"/>
        </pc:sldMkLst>
        <pc:spChg chg="mod">
          <ac:chgData name="Madhurima Rawat" userId="8714a400033bb3ee" providerId="LiveId" clId="{29B6F2A1-C709-4D85-8CFB-67B930612F9B}" dt="2023-04-26T16:33:52.869" v="107" actId="207"/>
          <ac:spMkLst>
            <pc:docMk/>
            <pc:sldMk cId="2800888144" sldId="285"/>
            <ac:spMk id="2" creationId="{F8736012-84EA-94BB-7D85-65A237498677}"/>
          </ac:spMkLst>
        </pc:spChg>
        <pc:spChg chg="mod">
          <ac:chgData name="Madhurima Rawat" userId="8714a400033bb3ee" providerId="LiveId" clId="{29B6F2A1-C709-4D85-8CFB-67B930612F9B}" dt="2023-04-27T07:54:13.588" v="601" actId="5793"/>
          <ac:spMkLst>
            <pc:docMk/>
            <pc:sldMk cId="2800888144" sldId="285"/>
            <ac:spMk id="3" creationId="{A721CCED-0B50-3190-ACF4-3B693DE1CEA6}"/>
          </ac:spMkLst>
        </pc:spChg>
      </pc:sldChg>
      <pc:sldChg chg="addSp delSp modSp mod">
        <pc:chgData name="Madhurima Rawat" userId="8714a400033bb3ee" providerId="LiveId" clId="{29B6F2A1-C709-4D85-8CFB-67B930612F9B}" dt="2023-04-27T08:06:18.463" v="609" actId="1076"/>
        <pc:sldMkLst>
          <pc:docMk/>
          <pc:sldMk cId="2411685542" sldId="286"/>
        </pc:sldMkLst>
        <pc:picChg chg="del">
          <ac:chgData name="Madhurima Rawat" userId="8714a400033bb3ee" providerId="LiveId" clId="{29B6F2A1-C709-4D85-8CFB-67B930612F9B}" dt="2023-04-27T08:05:58.329" v="605" actId="21"/>
          <ac:picMkLst>
            <pc:docMk/>
            <pc:sldMk cId="2411685542" sldId="286"/>
            <ac:picMk id="5" creationId="{CCEA53EB-5D3A-4EE4-5C51-5E2F8CAA43DD}"/>
          </ac:picMkLst>
        </pc:picChg>
        <pc:picChg chg="add mod">
          <ac:chgData name="Madhurima Rawat" userId="8714a400033bb3ee" providerId="LiveId" clId="{29B6F2A1-C709-4D85-8CFB-67B930612F9B}" dt="2023-04-27T08:06:18.463" v="609" actId="1076"/>
          <ac:picMkLst>
            <pc:docMk/>
            <pc:sldMk cId="2411685542" sldId="286"/>
            <ac:picMk id="6" creationId="{AAE4845C-E472-CAA0-2CF2-A211C5BAEA15}"/>
          </ac:picMkLst>
        </pc:picChg>
      </pc:sldChg>
      <pc:sldChg chg="modSp mod">
        <pc:chgData name="Madhurima Rawat" userId="8714a400033bb3ee" providerId="LiveId" clId="{29B6F2A1-C709-4D85-8CFB-67B930612F9B}" dt="2023-04-27T08:30:18.950" v="932" actId="255"/>
        <pc:sldMkLst>
          <pc:docMk/>
          <pc:sldMk cId="1184726784" sldId="292"/>
        </pc:sldMkLst>
        <pc:spChg chg="mod">
          <ac:chgData name="Madhurima Rawat" userId="8714a400033bb3ee" providerId="LiveId" clId="{29B6F2A1-C709-4D85-8CFB-67B930612F9B}" dt="2023-04-27T08:30:18.950" v="932" actId="255"/>
          <ac:spMkLst>
            <pc:docMk/>
            <pc:sldMk cId="1184726784" sldId="292"/>
            <ac:spMk id="5" creationId="{558C3DA4-F650-83FB-AB45-8436CAA27A33}"/>
          </ac:spMkLst>
        </pc:spChg>
      </pc:sldChg>
      <pc:sldChg chg="modSp mod">
        <pc:chgData name="Madhurima Rawat" userId="8714a400033bb3ee" providerId="LiveId" clId="{29B6F2A1-C709-4D85-8CFB-67B930612F9B}" dt="2023-04-27T08:30:05.480" v="930" actId="2711"/>
        <pc:sldMkLst>
          <pc:docMk/>
          <pc:sldMk cId="3158254998" sldId="297"/>
        </pc:sldMkLst>
        <pc:spChg chg="mod">
          <ac:chgData name="Madhurima Rawat" userId="8714a400033bb3ee" providerId="LiveId" clId="{29B6F2A1-C709-4D85-8CFB-67B930612F9B}" dt="2023-04-27T08:30:05.480" v="930" actId="2711"/>
          <ac:spMkLst>
            <pc:docMk/>
            <pc:sldMk cId="3158254998" sldId="297"/>
            <ac:spMk id="5" creationId="{BFEB91F1-ED55-6865-D48F-2D518E07813A}"/>
          </ac:spMkLst>
        </pc:spChg>
      </pc:sldChg>
      <pc:sldChg chg="modSp mod">
        <pc:chgData name="Madhurima Rawat" userId="8714a400033bb3ee" providerId="LiveId" clId="{29B6F2A1-C709-4D85-8CFB-67B930612F9B}" dt="2023-04-27T08:29:45.745" v="928"/>
        <pc:sldMkLst>
          <pc:docMk/>
          <pc:sldMk cId="1799327949" sldId="298"/>
        </pc:sldMkLst>
        <pc:spChg chg="mod">
          <ac:chgData name="Madhurima Rawat" userId="8714a400033bb3ee" providerId="LiveId" clId="{29B6F2A1-C709-4D85-8CFB-67B930612F9B}" dt="2023-04-27T08:29:45.745" v="928"/>
          <ac:spMkLst>
            <pc:docMk/>
            <pc:sldMk cId="1799327949" sldId="298"/>
            <ac:spMk id="5" creationId="{6BBF9D4E-1402-1AA6-A5B9-A396AD1D5E34}"/>
          </ac:spMkLst>
        </pc:spChg>
      </pc:sldChg>
      <pc:sldChg chg="addSp delSp modSp new mod modClrScheme chgLayout">
        <pc:chgData name="Madhurima Rawat" userId="8714a400033bb3ee" providerId="LiveId" clId="{29B6F2A1-C709-4D85-8CFB-67B930612F9B}" dt="2023-04-26T17:58:45.817" v="204" actId="207"/>
        <pc:sldMkLst>
          <pc:docMk/>
          <pc:sldMk cId="289382197" sldId="300"/>
        </pc:sldMkLst>
        <pc:spChg chg="del mod ord">
          <ac:chgData name="Madhurima Rawat" userId="8714a400033bb3ee" providerId="LiveId" clId="{29B6F2A1-C709-4D85-8CFB-67B930612F9B}" dt="2023-04-26T17:56:50.269" v="116" actId="700"/>
          <ac:spMkLst>
            <pc:docMk/>
            <pc:sldMk cId="289382197" sldId="300"/>
            <ac:spMk id="2" creationId="{C49FA141-AA2F-A87C-037B-34DE43FD12B5}"/>
          </ac:spMkLst>
        </pc:spChg>
        <pc:spChg chg="del mod ord">
          <ac:chgData name="Madhurima Rawat" userId="8714a400033bb3ee" providerId="LiveId" clId="{29B6F2A1-C709-4D85-8CFB-67B930612F9B}" dt="2023-04-26T17:56:50.269" v="116" actId="700"/>
          <ac:spMkLst>
            <pc:docMk/>
            <pc:sldMk cId="289382197" sldId="300"/>
            <ac:spMk id="3" creationId="{5B601A5E-9ED5-79EB-F0A8-AA690CA28FCF}"/>
          </ac:spMkLst>
        </pc:spChg>
        <pc:spChg chg="add mod ord">
          <ac:chgData name="Madhurima Rawat" userId="8714a400033bb3ee" providerId="LiveId" clId="{29B6F2A1-C709-4D85-8CFB-67B930612F9B}" dt="2023-04-26T17:58:45.817" v="204" actId="207"/>
          <ac:spMkLst>
            <pc:docMk/>
            <pc:sldMk cId="289382197" sldId="300"/>
            <ac:spMk id="4" creationId="{CA1A8B32-0721-57B9-6015-FEB3BF4CA150}"/>
          </ac:spMkLst>
        </pc:spChg>
        <pc:spChg chg="add mod ord">
          <ac:chgData name="Madhurima Rawat" userId="8714a400033bb3ee" providerId="LiveId" clId="{29B6F2A1-C709-4D85-8CFB-67B930612F9B}" dt="2023-04-26T17:58:19.715" v="202" actId="2711"/>
          <ac:spMkLst>
            <pc:docMk/>
            <pc:sldMk cId="289382197" sldId="300"/>
            <ac:spMk id="5" creationId="{3FB4A173-7F0A-8211-D094-55C326AD4F0F}"/>
          </ac:spMkLst>
        </pc:spChg>
      </pc:sldChg>
      <pc:sldChg chg="addSp delSp modSp new mod modClrScheme chgLayout">
        <pc:chgData name="Madhurima Rawat" userId="8714a400033bb3ee" providerId="LiveId" clId="{29B6F2A1-C709-4D85-8CFB-67B930612F9B}" dt="2023-04-26T17:59:52.770" v="211" actId="1076"/>
        <pc:sldMkLst>
          <pc:docMk/>
          <pc:sldMk cId="1668729716" sldId="301"/>
        </pc:sldMkLst>
        <pc:spChg chg="del">
          <ac:chgData name="Madhurima Rawat" userId="8714a400033bb3ee" providerId="LiveId" clId="{29B6F2A1-C709-4D85-8CFB-67B930612F9B}" dt="2023-04-26T17:58:54.950" v="206" actId="700"/>
          <ac:spMkLst>
            <pc:docMk/>
            <pc:sldMk cId="1668729716" sldId="301"/>
            <ac:spMk id="2" creationId="{05DFC7C3-7241-B841-B8C2-7603B3D248AB}"/>
          </ac:spMkLst>
        </pc:spChg>
        <pc:spChg chg="del">
          <ac:chgData name="Madhurima Rawat" userId="8714a400033bb3ee" providerId="LiveId" clId="{29B6F2A1-C709-4D85-8CFB-67B930612F9B}" dt="2023-04-26T17:58:54.950" v="206" actId="700"/>
          <ac:spMkLst>
            <pc:docMk/>
            <pc:sldMk cId="1668729716" sldId="301"/>
            <ac:spMk id="3" creationId="{985D3402-3E9E-6525-7E69-917826EC7583}"/>
          </ac:spMkLst>
        </pc:spChg>
        <pc:picChg chg="add mod">
          <ac:chgData name="Madhurima Rawat" userId="8714a400033bb3ee" providerId="LiveId" clId="{29B6F2A1-C709-4D85-8CFB-67B930612F9B}" dt="2023-04-26T17:59:52.770" v="211" actId="1076"/>
          <ac:picMkLst>
            <pc:docMk/>
            <pc:sldMk cId="1668729716" sldId="301"/>
            <ac:picMk id="5" creationId="{CE30426E-71B9-1601-85C1-60B603CE5A52}"/>
          </ac:picMkLst>
        </pc:picChg>
      </pc:sldChg>
      <pc:sldChg chg="addSp delSp modSp new mod modClrScheme chgLayout">
        <pc:chgData name="Madhurima Rawat" userId="8714a400033bb3ee" providerId="LiveId" clId="{29B6F2A1-C709-4D85-8CFB-67B930612F9B}" dt="2023-04-26T18:01:34.628" v="248" actId="12269"/>
        <pc:sldMkLst>
          <pc:docMk/>
          <pc:sldMk cId="3125047244" sldId="302"/>
        </pc:sldMkLst>
        <pc:spChg chg="add del mod ord">
          <ac:chgData name="Madhurima Rawat" userId="8714a400033bb3ee" providerId="LiveId" clId="{29B6F2A1-C709-4D85-8CFB-67B930612F9B}" dt="2023-04-26T18:00:02.786" v="214" actId="700"/>
          <ac:spMkLst>
            <pc:docMk/>
            <pc:sldMk cId="3125047244" sldId="302"/>
            <ac:spMk id="2" creationId="{A6EF111B-D3DA-07E1-8AA4-63E77FE94701}"/>
          </ac:spMkLst>
        </pc:spChg>
        <pc:spChg chg="add del mod ord">
          <ac:chgData name="Madhurima Rawat" userId="8714a400033bb3ee" providerId="LiveId" clId="{29B6F2A1-C709-4D85-8CFB-67B930612F9B}" dt="2023-04-26T18:00:02.786" v="214" actId="700"/>
          <ac:spMkLst>
            <pc:docMk/>
            <pc:sldMk cId="3125047244" sldId="302"/>
            <ac:spMk id="3" creationId="{AFA5ED7D-3D41-251E-0447-ECB7E9F0EA0D}"/>
          </ac:spMkLst>
        </pc:spChg>
        <pc:spChg chg="add mod ord">
          <ac:chgData name="Madhurima Rawat" userId="8714a400033bb3ee" providerId="LiveId" clId="{29B6F2A1-C709-4D85-8CFB-67B930612F9B}" dt="2023-04-26T18:00:27.885" v="229" actId="20577"/>
          <ac:spMkLst>
            <pc:docMk/>
            <pc:sldMk cId="3125047244" sldId="302"/>
            <ac:spMk id="4" creationId="{D0FEE954-3B7C-135A-0280-6064000579B7}"/>
          </ac:spMkLst>
        </pc:spChg>
        <pc:spChg chg="add del mod ord">
          <ac:chgData name="Madhurima Rawat" userId="8714a400033bb3ee" providerId="LiveId" clId="{29B6F2A1-C709-4D85-8CFB-67B930612F9B}" dt="2023-04-26T18:01:20.912" v="243" actId="12084"/>
          <ac:spMkLst>
            <pc:docMk/>
            <pc:sldMk cId="3125047244" sldId="302"/>
            <ac:spMk id="5" creationId="{1F6461F5-21D4-BF31-68C2-4B6CA5839321}"/>
          </ac:spMkLst>
        </pc:spChg>
        <pc:graphicFrameChg chg="add mod">
          <ac:chgData name="Madhurima Rawat" userId="8714a400033bb3ee" providerId="LiveId" clId="{29B6F2A1-C709-4D85-8CFB-67B930612F9B}" dt="2023-04-26T18:01:34.628" v="248" actId="12269"/>
          <ac:graphicFrameMkLst>
            <pc:docMk/>
            <pc:sldMk cId="3125047244" sldId="302"/>
            <ac:graphicFrameMk id="6" creationId="{8AE24673-A8A2-16A1-9E73-4830FD819625}"/>
          </ac:graphicFrameMkLst>
        </pc:graphicFrameChg>
      </pc:sldChg>
      <pc:sldChg chg="addSp delSp modSp new mod ord">
        <pc:chgData name="Madhurima Rawat" userId="8714a400033bb3ee" providerId="LiveId" clId="{29B6F2A1-C709-4D85-8CFB-67B930612F9B}" dt="2023-04-27T08:01:58.458" v="603"/>
        <pc:sldMkLst>
          <pc:docMk/>
          <pc:sldMk cId="1283930256" sldId="303"/>
        </pc:sldMkLst>
        <pc:spChg chg="mod">
          <ac:chgData name="Madhurima Rawat" userId="8714a400033bb3ee" providerId="LiveId" clId="{29B6F2A1-C709-4D85-8CFB-67B930612F9B}" dt="2023-04-27T06:47:42.112" v="267"/>
          <ac:spMkLst>
            <pc:docMk/>
            <pc:sldMk cId="1283930256" sldId="303"/>
            <ac:spMk id="2" creationId="{3FEABB35-6533-D43A-F877-ED0366A757BD}"/>
          </ac:spMkLst>
        </pc:spChg>
        <pc:spChg chg="del mod">
          <ac:chgData name="Madhurima Rawat" userId="8714a400033bb3ee" providerId="LiveId" clId="{29B6F2A1-C709-4D85-8CFB-67B930612F9B}" dt="2023-04-27T06:48:49.623" v="280" actId="12084"/>
          <ac:spMkLst>
            <pc:docMk/>
            <pc:sldMk cId="1283930256" sldId="303"/>
            <ac:spMk id="3" creationId="{2D8FD237-8B6D-9FBA-E8A8-F68065511163}"/>
          </ac:spMkLst>
        </pc:spChg>
        <pc:graphicFrameChg chg="add mod">
          <ac:chgData name="Madhurima Rawat" userId="8714a400033bb3ee" providerId="LiveId" clId="{29B6F2A1-C709-4D85-8CFB-67B930612F9B}" dt="2023-04-27T06:49:00.578" v="282" actId="12269"/>
          <ac:graphicFrameMkLst>
            <pc:docMk/>
            <pc:sldMk cId="1283930256" sldId="303"/>
            <ac:graphicFrameMk id="4" creationId="{77C415FD-CD4B-C3CF-C4A0-DADCFEC14E58}"/>
          </ac:graphicFrameMkLst>
        </pc:graphicFrameChg>
      </pc:sldChg>
      <pc:sldChg chg="addSp delSp modSp new mod modClrScheme chgLayout">
        <pc:chgData name="Madhurima Rawat" userId="8714a400033bb3ee" providerId="LiveId" clId="{29B6F2A1-C709-4D85-8CFB-67B930612F9B}" dt="2023-04-27T08:29:12.399" v="924"/>
        <pc:sldMkLst>
          <pc:docMk/>
          <pc:sldMk cId="3442764984" sldId="304"/>
        </pc:sldMkLst>
        <pc:spChg chg="del mod ord">
          <ac:chgData name="Madhurima Rawat" userId="8714a400033bb3ee" providerId="LiveId" clId="{29B6F2A1-C709-4D85-8CFB-67B930612F9B}" dt="2023-04-27T06:49:22.132" v="285" actId="700"/>
          <ac:spMkLst>
            <pc:docMk/>
            <pc:sldMk cId="3442764984" sldId="304"/>
            <ac:spMk id="2" creationId="{6E79E214-AF34-BB75-AB49-A9E2B299587B}"/>
          </ac:spMkLst>
        </pc:spChg>
        <pc:spChg chg="del mod ord">
          <ac:chgData name="Madhurima Rawat" userId="8714a400033bb3ee" providerId="LiveId" clId="{29B6F2A1-C709-4D85-8CFB-67B930612F9B}" dt="2023-04-27T06:49:22.132" v="285" actId="700"/>
          <ac:spMkLst>
            <pc:docMk/>
            <pc:sldMk cId="3442764984" sldId="304"/>
            <ac:spMk id="3" creationId="{D20B6F68-F5E0-4A74-A19C-8A0264E5CCF7}"/>
          </ac:spMkLst>
        </pc:spChg>
        <pc:spChg chg="add mod ord">
          <ac:chgData name="Madhurima Rawat" userId="8714a400033bb3ee" providerId="LiveId" clId="{29B6F2A1-C709-4D85-8CFB-67B930612F9B}" dt="2023-04-27T06:50:09.133" v="318" actId="122"/>
          <ac:spMkLst>
            <pc:docMk/>
            <pc:sldMk cId="3442764984" sldId="304"/>
            <ac:spMk id="4" creationId="{0245EFDA-6801-121F-AF3F-299E0DFFDE0F}"/>
          </ac:spMkLst>
        </pc:spChg>
        <pc:spChg chg="add mod ord">
          <ac:chgData name="Madhurima Rawat" userId="8714a400033bb3ee" providerId="LiveId" clId="{29B6F2A1-C709-4D85-8CFB-67B930612F9B}" dt="2023-04-27T08:29:12.399" v="924"/>
          <ac:spMkLst>
            <pc:docMk/>
            <pc:sldMk cId="3442764984" sldId="304"/>
            <ac:spMk id="5" creationId="{51CC02ED-67E1-A94D-0C98-5A37494E84D2}"/>
          </ac:spMkLst>
        </pc:spChg>
      </pc:sldChg>
      <pc:sldChg chg="addSp modSp new mod">
        <pc:chgData name="Madhurima Rawat" userId="8714a400033bb3ee" providerId="LiveId" clId="{29B6F2A1-C709-4D85-8CFB-67B930612F9B}" dt="2023-04-27T06:58:04.757" v="382" actId="27636"/>
        <pc:sldMkLst>
          <pc:docMk/>
          <pc:sldMk cId="3728456859" sldId="305"/>
        </pc:sldMkLst>
        <pc:spChg chg="mod">
          <ac:chgData name="Madhurima Rawat" userId="8714a400033bb3ee" providerId="LiveId" clId="{29B6F2A1-C709-4D85-8CFB-67B930612F9B}" dt="2023-04-27T06:53:49.454" v="338" actId="2711"/>
          <ac:spMkLst>
            <pc:docMk/>
            <pc:sldMk cId="3728456859" sldId="305"/>
            <ac:spMk id="2" creationId="{1FA6C003-F589-8A8E-648A-4230D8AA7FD7}"/>
          </ac:spMkLst>
        </pc:spChg>
        <pc:spChg chg="mod">
          <ac:chgData name="Madhurima Rawat" userId="8714a400033bb3ee" providerId="LiveId" clId="{29B6F2A1-C709-4D85-8CFB-67B930612F9B}" dt="2023-04-27T06:58:04.757" v="382" actId="27636"/>
          <ac:spMkLst>
            <pc:docMk/>
            <pc:sldMk cId="3728456859" sldId="305"/>
            <ac:spMk id="3" creationId="{A864F531-327F-2540-2B92-31A67D200E49}"/>
          </ac:spMkLst>
        </pc:spChg>
        <pc:picChg chg="add mod">
          <ac:chgData name="Madhurima Rawat" userId="8714a400033bb3ee" providerId="LiveId" clId="{29B6F2A1-C709-4D85-8CFB-67B930612F9B}" dt="2023-04-27T06:57:51.084" v="380" actId="1076"/>
          <ac:picMkLst>
            <pc:docMk/>
            <pc:sldMk cId="3728456859" sldId="305"/>
            <ac:picMk id="5" creationId="{12060E93-D51D-1C48-F303-47CE61BE851B}"/>
          </ac:picMkLst>
        </pc:picChg>
      </pc:sldChg>
      <pc:sldChg chg="addSp modSp new mod">
        <pc:chgData name="Madhurima Rawat" userId="8714a400033bb3ee" providerId="LiveId" clId="{29B6F2A1-C709-4D85-8CFB-67B930612F9B}" dt="2023-04-27T07:05:03.744" v="441" actId="20577"/>
        <pc:sldMkLst>
          <pc:docMk/>
          <pc:sldMk cId="3378312218" sldId="306"/>
        </pc:sldMkLst>
        <pc:spChg chg="mod">
          <ac:chgData name="Madhurima Rawat" userId="8714a400033bb3ee" providerId="LiveId" clId="{29B6F2A1-C709-4D85-8CFB-67B930612F9B}" dt="2023-04-27T06:58:30.502" v="385" actId="20577"/>
          <ac:spMkLst>
            <pc:docMk/>
            <pc:sldMk cId="3378312218" sldId="306"/>
            <ac:spMk id="2" creationId="{42BD08E6-F316-29B7-322E-61B68B86B09A}"/>
          </ac:spMkLst>
        </pc:spChg>
        <pc:spChg chg="mod">
          <ac:chgData name="Madhurima Rawat" userId="8714a400033bb3ee" providerId="LiveId" clId="{29B6F2A1-C709-4D85-8CFB-67B930612F9B}" dt="2023-04-27T07:05:03.744" v="441" actId="20577"/>
          <ac:spMkLst>
            <pc:docMk/>
            <pc:sldMk cId="3378312218" sldId="306"/>
            <ac:spMk id="3" creationId="{6F66FE71-A8A4-C31C-1E2B-630E15A75D5E}"/>
          </ac:spMkLst>
        </pc:spChg>
        <pc:picChg chg="add mod modCrop">
          <ac:chgData name="Madhurima Rawat" userId="8714a400033bb3ee" providerId="LiveId" clId="{29B6F2A1-C709-4D85-8CFB-67B930612F9B}" dt="2023-04-27T07:03:20.222" v="418" actId="1076"/>
          <ac:picMkLst>
            <pc:docMk/>
            <pc:sldMk cId="3378312218" sldId="306"/>
            <ac:picMk id="5" creationId="{993EA603-A5D8-342E-F0A3-5FC41BDE0F57}"/>
          </ac:picMkLst>
        </pc:picChg>
      </pc:sldChg>
      <pc:sldChg chg="addSp modSp new mod">
        <pc:chgData name="Madhurima Rawat" userId="8714a400033bb3ee" providerId="LiveId" clId="{29B6F2A1-C709-4D85-8CFB-67B930612F9B}" dt="2023-04-27T07:14:05.663" v="491" actId="5793"/>
        <pc:sldMkLst>
          <pc:docMk/>
          <pc:sldMk cId="810373858" sldId="307"/>
        </pc:sldMkLst>
        <pc:spChg chg="mod">
          <ac:chgData name="Madhurima Rawat" userId="8714a400033bb3ee" providerId="LiveId" clId="{29B6F2A1-C709-4D85-8CFB-67B930612F9B}" dt="2023-04-27T07:05:54.888" v="445" actId="2711"/>
          <ac:spMkLst>
            <pc:docMk/>
            <pc:sldMk cId="810373858" sldId="307"/>
            <ac:spMk id="2" creationId="{965B2422-F2E3-B3F9-ECFB-6A38C9458E0E}"/>
          </ac:spMkLst>
        </pc:spChg>
        <pc:spChg chg="mod">
          <ac:chgData name="Madhurima Rawat" userId="8714a400033bb3ee" providerId="LiveId" clId="{29B6F2A1-C709-4D85-8CFB-67B930612F9B}" dt="2023-04-27T07:14:05.663" v="491" actId="5793"/>
          <ac:spMkLst>
            <pc:docMk/>
            <pc:sldMk cId="810373858" sldId="307"/>
            <ac:spMk id="3" creationId="{C7324234-2736-87AC-D60D-E1AB0066E986}"/>
          </ac:spMkLst>
        </pc:spChg>
        <pc:picChg chg="add mod modCrop">
          <ac:chgData name="Madhurima Rawat" userId="8714a400033bb3ee" providerId="LiveId" clId="{29B6F2A1-C709-4D85-8CFB-67B930612F9B}" dt="2023-04-27T07:13:44.713" v="485" actId="14100"/>
          <ac:picMkLst>
            <pc:docMk/>
            <pc:sldMk cId="810373858" sldId="307"/>
            <ac:picMk id="5" creationId="{8BDCAB66-537A-F562-D4FB-B901BEF248FA}"/>
          </ac:picMkLst>
        </pc:picChg>
      </pc:sldChg>
      <pc:sldChg chg="addSp delSp modSp new mod modClrScheme chgLayout">
        <pc:chgData name="Madhurima Rawat" userId="8714a400033bb3ee" providerId="LiveId" clId="{29B6F2A1-C709-4D85-8CFB-67B930612F9B}" dt="2023-04-27T08:29:18.087" v="926" actId="27636"/>
        <pc:sldMkLst>
          <pc:docMk/>
          <pc:sldMk cId="1968855047" sldId="308"/>
        </pc:sldMkLst>
        <pc:spChg chg="del mod ord">
          <ac:chgData name="Madhurima Rawat" userId="8714a400033bb3ee" providerId="LiveId" clId="{29B6F2A1-C709-4D85-8CFB-67B930612F9B}" dt="2023-04-27T07:14:18.931" v="493" actId="700"/>
          <ac:spMkLst>
            <pc:docMk/>
            <pc:sldMk cId="1968855047" sldId="308"/>
            <ac:spMk id="2" creationId="{1666878C-AE2F-2F1A-DC22-8805B5C4BBAE}"/>
          </ac:spMkLst>
        </pc:spChg>
        <pc:spChg chg="del mod ord">
          <ac:chgData name="Madhurima Rawat" userId="8714a400033bb3ee" providerId="LiveId" clId="{29B6F2A1-C709-4D85-8CFB-67B930612F9B}" dt="2023-04-27T07:14:18.931" v="493" actId="700"/>
          <ac:spMkLst>
            <pc:docMk/>
            <pc:sldMk cId="1968855047" sldId="308"/>
            <ac:spMk id="3" creationId="{6943885A-C14A-CD43-EBA3-43131DBE0016}"/>
          </ac:spMkLst>
        </pc:spChg>
        <pc:spChg chg="add mod ord">
          <ac:chgData name="Madhurima Rawat" userId="8714a400033bb3ee" providerId="LiveId" clId="{29B6F2A1-C709-4D85-8CFB-67B930612F9B}" dt="2023-04-27T07:19:33.835" v="519" actId="1076"/>
          <ac:spMkLst>
            <pc:docMk/>
            <pc:sldMk cId="1968855047" sldId="308"/>
            <ac:spMk id="4" creationId="{43CDAE16-4649-84F2-017E-C68AAB402098}"/>
          </ac:spMkLst>
        </pc:spChg>
        <pc:spChg chg="add mod ord">
          <ac:chgData name="Madhurima Rawat" userId="8714a400033bb3ee" providerId="LiveId" clId="{29B6F2A1-C709-4D85-8CFB-67B930612F9B}" dt="2023-04-27T08:29:18.087" v="926" actId="27636"/>
          <ac:spMkLst>
            <pc:docMk/>
            <pc:sldMk cId="1968855047" sldId="308"/>
            <ac:spMk id="5" creationId="{0C9F469B-AA4C-3D93-4913-34E60300445B}"/>
          </ac:spMkLst>
        </pc:spChg>
      </pc:sldChg>
      <pc:sldChg chg="addSp delSp modSp new mod">
        <pc:chgData name="Madhurima Rawat" userId="8714a400033bb3ee" providerId="LiveId" clId="{29B6F2A1-C709-4D85-8CFB-67B930612F9B}" dt="2023-04-27T07:22:20.175" v="539" actId="12269"/>
        <pc:sldMkLst>
          <pc:docMk/>
          <pc:sldMk cId="3568580976" sldId="309"/>
        </pc:sldMkLst>
        <pc:spChg chg="mod">
          <ac:chgData name="Madhurima Rawat" userId="8714a400033bb3ee" providerId="LiveId" clId="{29B6F2A1-C709-4D85-8CFB-67B930612F9B}" dt="2023-04-27T07:21:15.441" v="524" actId="1076"/>
          <ac:spMkLst>
            <pc:docMk/>
            <pc:sldMk cId="3568580976" sldId="309"/>
            <ac:spMk id="2" creationId="{C4352914-90C2-CF9B-4A9B-E20355A61DA4}"/>
          </ac:spMkLst>
        </pc:spChg>
        <pc:spChg chg="del mod">
          <ac:chgData name="Madhurima Rawat" userId="8714a400033bb3ee" providerId="LiveId" clId="{29B6F2A1-C709-4D85-8CFB-67B930612F9B}" dt="2023-04-27T07:21:53.739" v="536" actId="12084"/>
          <ac:spMkLst>
            <pc:docMk/>
            <pc:sldMk cId="3568580976" sldId="309"/>
            <ac:spMk id="3" creationId="{41823B80-D6E2-34F2-E307-7458D723AE25}"/>
          </ac:spMkLst>
        </pc:spChg>
        <pc:graphicFrameChg chg="add mod">
          <ac:chgData name="Madhurima Rawat" userId="8714a400033bb3ee" providerId="LiveId" clId="{29B6F2A1-C709-4D85-8CFB-67B930612F9B}" dt="2023-04-27T07:22:20.175" v="539" actId="12269"/>
          <ac:graphicFrameMkLst>
            <pc:docMk/>
            <pc:sldMk cId="3568580976" sldId="309"/>
            <ac:graphicFrameMk id="4" creationId="{1D3CDBFA-55E6-533C-2D97-CCFDA760FD59}"/>
          </ac:graphicFrameMkLst>
        </pc:graphicFrameChg>
      </pc:sldChg>
      <pc:sldChg chg="addSp delSp modSp new mod modClrScheme chgLayout">
        <pc:chgData name="Madhurima Rawat" userId="8714a400033bb3ee" providerId="LiveId" clId="{29B6F2A1-C709-4D85-8CFB-67B930612F9B}" dt="2023-04-27T07:23:53.385" v="546" actId="14100"/>
        <pc:sldMkLst>
          <pc:docMk/>
          <pc:sldMk cId="3572071170" sldId="310"/>
        </pc:sldMkLst>
        <pc:spChg chg="del">
          <ac:chgData name="Madhurima Rawat" userId="8714a400033bb3ee" providerId="LiveId" clId="{29B6F2A1-C709-4D85-8CFB-67B930612F9B}" dt="2023-04-27T07:22:30.733" v="541" actId="700"/>
          <ac:spMkLst>
            <pc:docMk/>
            <pc:sldMk cId="3572071170" sldId="310"/>
            <ac:spMk id="2" creationId="{101F7A1B-EFEC-D2E5-D836-68AA03D60A98}"/>
          </ac:spMkLst>
        </pc:spChg>
        <pc:spChg chg="del">
          <ac:chgData name="Madhurima Rawat" userId="8714a400033bb3ee" providerId="LiveId" clId="{29B6F2A1-C709-4D85-8CFB-67B930612F9B}" dt="2023-04-27T07:22:30.733" v="541" actId="700"/>
          <ac:spMkLst>
            <pc:docMk/>
            <pc:sldMk cId="3572071170" sldId="310"/>
            <ac:spMk id="3" creationId="{96C03FAA-2F5F-1D85-F97F-51E8201ED2C0}"/>
          </ac:spMkLst>
        </pc:spChg>
        <pc:picChg chg="add mod">
          <ac:chgData name="Madhurima Rawat" userId="8714a400033bb3ee" providerId="LiveId" clId="{29B6F2A1-C709-4D85-8CFB-67B930612F9B}" dt="2023-04-27T07:23:53.385" v="546" actId="14100"/>
          <ac:picMkLst>
            <pc:docMk/>
            <pc:sldMk cId="3572071170" sldId="310"/>
            <ac:picMk id="5" creationId="{1E011A95-88B9-231F-11E3-ECC1F45F0D95}"/>
          </ac:picMkLst>
        </pc:picChg>
      </pc:sldChg>
      <pc:sldChg chg="addSp delSp modSp new mod modClrScheme chgLayout">
        <pc:chgData name="Madhurima Rawat" userId="8714a400033bb3ee" providerId="LiveId" clId="{29B6F2A1-C709-4D85-8CFB-67B930612F9B}" dt="2023-04-27T07:25:53.856" v="553" actId="1076"/>
        <pc:sldMkLst>
          <pc:docMk/>
          <pc:sldMk cId="716201890" sldId="311"/>
        </pc:sldMkLst>
        <pc:spChg chg="del">
          <ac:chgData name="Madhurima Rawat" userId="8714a400033bb3ee" providerId="LiveId" clId="{29B6F2A1-C709-4D85-8CFB-67B930612F9B}" dt="2023-04-27T07:24:14.430" v="548" actId="700"/>
          <ac:spMkLst>
            <pc:docMk/>
            <pc:sldMk cId="716201890" sldId="311"/>
            <ac:spMk id="2" creationId="{40A94B10-E33B-6B4A-1F27-0DFE2D7A8210}"/>
          </ac:spMkLst>
        </pc:spChg>
        <pc:spChg chg="del">
          <ac:chgData name="Madhurima Rawat" userId="8714a400033bb3ee" providerId="LiveId" clId="{29B6F2A1-C709-4D85-8CFB-67B930612F9B}" dt="2023-04-27T07:24:14.430" v="548" actId="700"/>
          <ac:spMkLst>
            <pc:docMk/>
            <pc:sldMk cId="716201890" sldId="311"/>
            <ac:spMk id="3" creationId="{B9A32D8C-5288-16B9-CE52-4BE0DB171792}"/>
          </ac:spMkLst>
        </pc:spChg>
        <pc:picChg chg="add mod">
          <ac:chgData name="Madhurima Rawat" userId="8714a400033bb3ee" providerId="LiveId" clId="{29B6F2A1-C709-4D85-8CFB-67B930612F9B}" dt="2023-04-27T07:25:53.856" v="553" actId="1076"/>
          <ac:picMkLst>
            <pc:docMk/>
            <pc:sldMk cId="716201890" sldId="311"/>
            <ac:picMk id="5" creationId="{68018F41-E113-B714-5EF7-16A4C8E8DF7F}"/>
          </ac:picMkLst>
        </pc:picChg>
      </pc:sldChg>
      <pc:sldChg chg="addSp delSp modSp new mod modClrScheme chgLayout">
        <pc:chgData name="Madhurima Rawat" userId="8714a400033bb3ee" providerId="LiveId" clId="{29B6F2A1-C709-4D85-8CFB-67B930612F9B}" dt="2023-04-27T07:27:27.519" v="558" actId="14100"/>
        <pc:sldMkLst>
          <pc:docMk/>
          <pc:sldMk cId="1362894558" sldId="312"/>
        </pc:sldMkLst>
        <pc:spChg chg="del">
          <ac:chgData name="Madhurima Rawat" userId="8714a400033bb3ee" providerId="LiveId" clId="{29B6F2A1-C709-4D85-8CFB-67B930612F9B}" dt="2023-04-27T07:26:03.333" v="555" actId="700"/>
          <ac:spMkLst>
            <pc:docMk/>
            <pc:sldMk cId="1362894558" sldId="312"/>
            <ac:spMk id="2" creationId="{8F746BF5-01BF-686D-94B9-ED0E40F09031}"/>
          </ac:spMkLst>
        </pc:spChg>
        <pc:spChg chg="del">
          <ac:chgData name="Madhurima Rawat" userId="8714a400033bb3ee" providerId="LiveId" clId="{29B6F2A1-C709-4D85-8CFB-67B930612F9B}" dt="2023-04-27T07:26:03.333" v="555" actId="700"/>
          <ac:spMkLst>
            <pc:docMk/>
            <pc:sldMk cId="1362894558" sldId="312"/>
            <ac:spMk id="3" creationId="{6FB77CCE-7A66-B802-9DF8-4C7DBDEC1E6B}"/>
          </ac:spMkLst>
        </pc:spChg>
        <pc:picChg chg="add mod">
          <ac:chgData name="Madhurima Rawat" userId="8714a400033bb3ee" providerId="LiveId" clId="{29B6F2A1-C709-4D85-8CFB-67B930612F9B}" dt="2023-04-27T07:27:27.519" v="558" actId="14100"/>
          <ac:picMkLst>
            <pc:docMk/>
            <pc:sldMk cId="1362894558" sldId="312"/>
            <ac:picMk id="5" creationId="{1C5CB9F1-9752-E421-8CE2-E11AF5280A21}"/>
          </ac:picMkLst>
        </pc:picChg>
      </pc:sldChg>
      <pc:sldChg chg="addSp delSp modSp new del mod modClrScheme chgLayout">
        <pc:chgData name="Madhurima Rawat" userId="8714a400033bb3ee" providerId="LiveId" clId="{29B6F2A1-C709-4D85-8CFB-67B930612F9B}" dt="2023-04-27T08:09:51.274" v="635" actId="47"/>
        <pc:sldMkLst>
          <pc:docMk/>
          <pc:sldMk cId="730107953" sldId="313"/>
        </pc:sldMkLst>
        <pc:spChg chg="del mod ord">
          <ac:chgData name="Madhurima Rawat" userId="8714a400033bb3ee" providerId="LiveId" clId="{29B6F2A1-C709-4D85-8CFB-67B930612F9B}" dt="2023-04-27T08:08:49.716" v="611" actId="700"/>
          <ac:spMkLst>
            <pc:docMk/>
            <pc:sldMk cId="730107953" sldId="313"/>
            <ac:spMk id="2" creationId="{52A7420B-2B5D-9D1C-EE65-4FD7E827B1CE}"/>
          </ac:spMkLst>
        </pc:spChg>
        <pc:spChg chg="del">
          <ac:chgData name="Madhurima Rawat" userId="8714a400033bb3ee" providerId="LiveId" clId="{29B6F2A1-C709-4D85-8CFB-67B930612F9B}" dt="2023-04-27T08:08:49.716" v="611" actId="700"/>
          <ac:spMkLst>
            <pc:docMk/>
            <pc:sldMk cId="730107953" sldId="313"/>
            <ac:spMk id="3" creationId="{DF963E96-4938-B76E-08B7-D377100734A6}"/>
          </ac:spMkLst>
        </pc:spChg>
        <pc:spChg chg="add mod ord">
          <ac:chgData name="Madhurima Rawat" userId="8714a400033bb3ee" providerId="LiveId" clId="{29B6F2A1-C709-4D85-8CFB-67B930612F9B}" dt="2023-04-27T08:08:58.073" v="622" actId="5793"/>
          <ac:spMkLst>
            <pc:docMk/>
            <pc:sldMk cId="730107953" sldId="313"/>
            <ac:spMk id="4" creationId="{467DE8F4-D274-B011-6A0B-7BD69D00C656}"/>
          </ac:spMkLst>
        </pc:spChg>
        <pc:picChg chg="add mod">
          <ac:chgData name="Madhurima Rawat" userId="8714a400033bb3ee" providerId="LiveId" clId="{29B6F2A1-C709-4D85-8CFB-67B930612F9B}" dt="2023-04-27T08:09:14.455" v="629" actId="1076"/>
          <ac:picMkLst>
            <pc:docMk/>
            <pc:sldMk cId="730107953" sldId="313"/>
            <ac:picMk id="6" creationId="{85B381AA-6F5B-3D40-4DE4-9DB8D26867C4}"/>
          </ac:picMkLst>
        </pc:picChg>
      </pc:sldChg>
      <pc:sldChg chg="addSp delSp modSp new mod modClrScheme chgLayout">
        <pc:chgData name="Madhurima Rawat" userId="8714a400033bb3ee" providerId="LiveId" clId="{29B6F2A1-C709-4D85-8CFB-67B930612F9B}" dt="2023-04-27T08:09:46.744" v="634" actId="14100"/>
        <pc:sldMkLst>
          <pc:docMk/>
          <pc:sldMk cId="4202878841" sldId="314"/>
        </pc:sldMkLst>
        <pc:spChg chg="del">
          <ac:chgData name="Madhurima Rawat" userId="8714a400033bb3ee" providerId="LiveId" clId="{29B6F2A1-C709-4D85-8CFB-67B930612F9B}" dt="2023-04-27T08:09:36.059" v="631" actId="700"/>
          <ac:spMkLst>
            <pc:docMk/>
            <pc:sldMk cId="4202878841" sldId="314"/>
            <ac:spMk id="2" creationId="{96A1B2C0-AC21-4ECF-F66B-7BF9900964D6}"/>
          </ac:spMkLst>
        </pc:spChg>
        <pc:spChg chg="del">
          <ac:chgData name="Madhurima Rawat" userId="8714a400033bb3ee" providerId="LiveId" clId="{29B6F2A1-C709-4D85-8CFB-67B930612F9B}" dt="2023-04-27T08:09:36.059" v="631" actId="700"/>
          <ac:spMkLst>
            <pc:docMk/>
            <pc:sldMk cId="4202878841" sldId="314"/>
            <ac:spMk id="3" creationId="{51D5AC18-0B08-A6F6-F734-F50240CFA6DA}"/>
          </ac:spMkLst>
        </pc:spChg>
        <pc:picChg chg="add mod">
          <ac:chgData name="Madhurima Rawat" userId="8714a400033bb3ee" providerId="LiveId" clId="{29B6F2A1-C709-4D85-8CFB-67B930612F9B}" dt="2023-04-27T08:09:46.744" v="634" actId="14100"/>
          <ac:picMkLst>
            <pc:docMk/>
            <pc:sldMk cId="4202878841" sldId="314"/>
            <ac:picMk id="5" creationId="{D10606B8-1978-7428-E682-C92D86117664}"/>
          </ac:picMkLst>
        </pc:picChg>
      </pc:sldChg>
      <pc:sldChg chg="addSp modSp new mod chgLayout">
        <pc:chgData name="Madhurima Rawat" userId="8714a400033bb3ee" providerId="LiveId" clId="{29B6F2A1-C709-4D85-8CFB-67B930612F9B}" dt="2023-04-27T08:16:35.220" v="642" actId="1076"/>
        <pc:sldMkLst>
          <pc:docMk/>
          <pc:sldMk cId="4045652832" sldId="315"/>
        </pc:sldMkLst>
        <pc:picChg chg="add mod">
          <ac:chgData name="Madhurima Rawat" userId="8714a400033bb3ee" providerId="LiveId" clId="{29B6F2A1-C709-4D85-8CFB-67B930612F9B}" dt="2023-04-27T08:16:35.220" v="642" actId="1076"/>
          <ac:picMkLst>
            <pc:docMk/>
            <pc:sldMk cId="4045652832" sldId="315"/>
            <ac:picMk id="3" creationId="{1C28E86C-562C-8579-9040-2125B1125749}"/>
          </ac:picMkLst>
        </pc:picChg>
      </pc:sldChg>
      <pc:sldChg chg="addSp modSp new mod chgLayout">
        <pc:chgData name="Madhurima Rawat" userId="8714a400033bb3ee" providerId="LiveId" clId="{29B6F2A1-C709-4D85-8CFB-67B930612F9B}" dt="2023-04-27T08:18:33.220" v="652" actId="14100"/>
        <pc:sldMkLst>
          <pc:docMk/>
          <pc:sldMk cId="1727859980" sldId="316"/>
        </pc:sldMkLst>
        <pc:picChg chg="add mod">
          <ac:chgData name="Madhurima Rawat" userId="8714a400033bb3ee" providerId="LiveId" clId="{29B6F2A1-C709-4D85-8CFB-67B930612F9B}" dt="2023-04-27T08:18:33.220" v="652" actId="14100"/>
          <ac:picMkLst>
            <pc:docMk/>
            <pc:sldMk cId="1727859980" sldId="316"/>
            <ac:picMk id="3" creationId="{A106188E-2A99-92D3-724D-462BFC42B08D}"/>
          </ac:picMkLst>
        </pc:picChg>
      </pc:sldChg>
      <pc:sldChg chg="addSp modSp new mod chgLayout">
        <pc:chgData name="Madhurima Rawat" userId="8714a400033bb3ee" providerId="LiveId" clId="{29B6F2A1-C709-4D85-8CFB-67B930612F9B}" dt="2023-04-27T08:20:41.329" v="657" actId="14100"/>
        <pc:sldMkLst>
          <pc:docMk/>
          <pc:sldMk cId="4149552036" sldId="317"/>
        </pc:sldMkLst>
        <pc:picChg chg="add mod">
          <ac:chgData name="Madhurima Rawat" userId="8714a400033bb3ee" providerId="LiveId" clId="{29B6F2A1-C709-4D85-8CFB-67B930612F9B}" dt="2023-04-27T08:20:41.329" v="657" actId="14100"/>
          <ac:picMkLst>
            <pc:docMk/>
            <pc:sldMk cId="4149552036" sldId="317"/>
            <ac:picMk id="3" creationId="{AE8CD300-2337-2918-0D5C-522D7F1FBC46}"/>
          </ac:picMkLst>
        </pc:picChg>
      </pc:sldChg>
      <pc:sldChg chg="addSp modSp new mod chgLayout">
        <pc:chgData name="Madhurima Rawat" userId="8714a400033bb3ee" providerId="LiveId" clId="{29B6F2A1-C709-4D85-8CFB-67B930612F9B}" dt="2023-04-27T08:21:56.453" v="664" actId="14100"/>
        <pc:sldMkLst>
          <pc:docMk/>
          <pc:sldMk cId="180751899" sldId="318"/>
        </pc:sldMkLst>
        <pc:picChg chg="add mod">
          <ac:chgData name="Madhurima Rawat" userId="8714a400033bb3ee" providerId="LiveId" clId="{29B6F2A1-C709-4D85-8CFB-67B930612F9B}" dt="2023-04-27T08:21:56.453" v="664" actId="14100"/>
          <ac:picMkLst>
            <pc:docMk/>
            <pc:sldMk cId="180751899" sldId="318"/>
            <ac:picMk id="3" creationId="{DC750AF4-9BF0-24AD-C514-FE3E109B4D4B}"/>
          </ac:picMkLst>
        </pc:picChg>
      </pc:sldChg>
      <pc:sldChg chg="addSp modSp new mod chgLayout">
        <pc:chgData name="Madhurima Rawat" userId="8714a400033bb3ee" providerId="LiveId" clId="{29B6F2A1-C709-4D85-8CFB-67B930612F9B}" dt="2023-04-27T08:23:47.578" v="672" actId="14100"/>
        <pc:sldMkLst>
          <pc:docMk/>
          <pc:sldMk cId="103502391" sldId="319"/>
        </pc:sldMkLst>
        <pc:picChg chg="add mod">
          <ac:chgData name="Madhurima Rawat" userId="8714a400033bb3ee" providerId="LiveId" clId="{29B6F2A1-C709-4D85-8CFB-67B930612F9B}" dt="2023-04-27T08:23:47.578" v="672" actId="14100"/>
          <ac:picMkLst>
            <pc:docMk/>
            <pc:sldMk cId="103502391" sldId="319"/>
            <ac:picMk id="3" creationId="{BB849E4B-A3F9-BBFA-CB4D-5EB0E9B38A46}"/>
          </ac:picMkLst>
        </pc:picChg>
      </pc:sldChg>
      <pc:sldChg chg="addSp delSp modSp new mod modClrScheme chgLayout">
        <pc:chgData name="Madhurima Rawat" userId="8714a400033bb3ee" providerId="LiveId" clId="{29B6F2A1-C709-4D85-8CFB-67B930612F9B}" dt="2023-04-27T08:28:55.403" v="923" actId="255"/>
        <pc:sldMkLst>
          <pc:docMk/>
          <pc:sldMk cId="3097053316" sldId="320"/>
        </pc:sldMkLst>
        <pc:spChg chg="del mod ord">
          <ac:chgData name="Madhurima Rawat" userId="8714a400033bb3ee" providerId="LiveId" clId="{29B6F2A1-C709-4D85-8CFB-67B930612F9B}" dt="2023-04-27T08:24:34.992" v="674" actId="700"/>
          <ac:spMkLst>
            <pc:docMk/>
            <pc:sldMk cId="3097053316" sldId="320"/>
            <ac:spMk id="2" creationId="{99B94E6F-52C7-31A7-038B-DCC355F74B04}"/>
          </ac:spMkLst>
        </pc:spChg>
        <pc:spChg chg="del mod ord">
          <ac:chgData name="Madhurima Rawat" userId="8714a400033bb3ee" providerId="LiveId" clId="{29B6F2A1-C709-4D85-8CFB-67B930612F9B}" dt="2023-04-27T08:24:34.992" v="674" actId="700"/>
          <ac:spMkLst>
            <pc:docMk/>
            <pc:sldMk cId="3097053316" sldId="320"/>
            <ac:spMk id="3" creationId="{80A6AF61-8D30-1ABA-B3A8-39C9706D09F9}"/>
          </ac:spMkLst>
        </pc:spChg>
        <pc:spChg chg="add mod ord">
          <ac:chgData name="Madhurima Rawat" userId="8714a400033bb3ee" providerId="LiveId" clId="{29B6F2A1-C709-4D85-8CFB-67B930612F9B}" dt="2023-04-27T08:24:46.127" v="685" actId="122"/>
          <ac:spMkLst>
            <pc:docMk/>
            <pc:sldMk cId="3097053316" sldId="320"/>
            <ac:spMk id="4" creationId="{E8FA8864-EB35-EA42-58AB-80FDDEB587DD}"/>
          </ac:spMkLst>
        </pc:spChg>
        <pc:spChg chg="add mod ord">
          <ac:chgData name="Madhurima Rawat" userId="8714a400033bb3ee" providerId="LiveId" clId="{29B6F2A1-C709-4D85-8CFB-67B930612F9B}" dt="2023-04-27T08:28:55.403" v="923" actId="255"/>
          <ac:spMkLst>
            <pc:docMk/>
            <pc:sldMk cId="3097053316" sldId="320"/>
            <ac:spMk id="5" creationId="{2E416402-9984-4435-6737-7AAB33CEB938}"/>
          </ac:spMkLst>
        </pc:spChg>
      </pc:sldChg>
      <pc:sldChg chg="addSp modSp new mod modClrScheme chgLayout">
        <pc:chgData name="Madhurima Rawat" userId="8714a400033bb3ee" providerId="LiveId" clId="{29B6F2A1-C709-4D85-8CFB-67B930612F9B}" dt="2023-04-27T08:27:44.203" v="862" actId="122"/>
        <pc:sldMkLst>
          <pc:docMk/>
          <pc:sldMk cId="464717268" sldId="321"/>
        </pc:sldMkLst>
        <pc:spChg chg="add mod">
          <ac:chgData name="Madhurima Rawat" userId="8714a400033bb3ee" providerId="LiveId" clId="{29B6F2A1-C709-4D85-8CFB-67B930612F9B}" dt="2023-04-27T08:27:44.203" v="862" actId="122"/>
          <ac:spMkLst>
            <pc:docMk/>
            <pc:sldMk cId="464717268" sldId="321"/>
            <ac:spMk id="2" creationId="{578405A3-5248-9BB4-BA6B-F4BFDD638814}"/>
          </ac:spMkLst>
        </pc:spChg>
        <pc:spChg chg="add mod">
          <ac:chgData name="Madhurima Rawat" userId="8714a400033bb3ee" providerId="LiveId" clId="{29B6F2A1-C709-4D85-8CFB-67B930612F9B}" dt="2023-04-27T08:27:37.202" v="861" actId="122"/>
          <ac:spMkLst>
            <pc:docMk/>
            <pc:sldMk cId="464717268" sldId="321"/>
            <ac:spMk id="3" creationId="{77C7F1CF-9FF3-997F-0283-62131E7688DD}"/>
          </ac:spMkLst>
        </pc:spChg>
      </pc:sldChg>
    </pc:docChg>
  </pc:docChgLst>
  <pc:docChgLst>
    <pc:chgData name="Madhurima Rawat" userId="8714a400033bb3ee" providerId="LiveId" clId="{BEF4CCBE-77D6-4C5F-B89D-BF7B602463BB}"/>
    <pc:docChg chg="undo custSel addSld delSld modSld">
      <pc:chgData name="Madhurima Rawat" userId="8714a400033bb3ee" providerId="LiveId" clId="{BEF4CCBE-77D6-4C5F-B89D-BF7B602463BB}" dt="2023-04-22T15:45:11.087" v="1010" actId="1076"/>
      <pc:docMkLst>
        <pc:docMk/>
      </pc:docMkLst>
      <pc:sldChg chg="modSp mod">
        <pc:chgData name="Madhurima Rawat" userId="8714a400033bb3ee" providerId="LiveId" clId="{BEF4CCBE-77D6-4C5F-B89D-BF7B602463BB}" dt="2023-04-22T14:23:21.032" v="365" actId="20577"/>
        <pc:sldMkLst>
          <pc:docMk/>
          <pc:sldMk cId="2902394404" sldId="256"/>
        </pc:sldMkLst>
        <pc:spChg chg="mod">
          <ac:chgData name="Madhurima Rawat" userId="8714a400033bb3ee" providerId="LiveId" clId="{BEF4CCBE-77D6-4C5F-B89D-BF7B602463BB}" dt="2023-04-22T14:23:21.032" v="365" actId="20577"/>
          <ac:spMkLst>
            <pc:docMk/>
            <pc:sldMk cId="2902394404" sldId="256"/>
            <ac:spMk id="2" creationId="{3B01A062-BFAC-2597-07F6-775E46996218}"/>
          </ac:spMkLst>
        </pc:spChg>
      </pc:sldChg>
      <pc:sldChg chg="modSp mod">
        <pc:chgData name="Madhurima Rawat" userId="8714a400033bb3ee" providerId="LiveId" clId="{BEF4CCBE-77D6-4C5F-B89D-BF7B602463BB}" dt="2023-04-20T15:38:11.385" v="297" actId="20577"/>
        <pc:sldMkLst>
          <pc:docMk/>
          <pc:sldMk cId="2961453510" sldId="263"/>
        </pc:sldMkLst>
        <pc:spChg chg="mod">
          <ac:chgData name="Madhurima Rawat" userId="8714a400033bb3ee" providerId="LiveId" clId="{BEF4CCBE-77D6-4C5F-B89D-BF7B602463BB}" dt="2023-04-20T15:38:11.385" v="297" actId="20577"/>
          <ac:spMkLst>
            <pc:docMk/>
            <pc:sldMk cId="2961453510" sldId="263"/>
            <ac:spMk id="3" creationId="{476870C4-4E79-35FC-4800-26BB68EFDFD4}"/>
          </ac:spMkLst>
        </pc:spChg>
      </pc:sldChg>
      <pc:sldChg chg="modSp del mod">
        <pc:chgData name="Madhurima Rawat" userId="8714a400033bb3ee" providerId="LiveId" clId="{BEF4CCBE-77D6-4C5F-B89D-BF7B602463BB}" dt="2023-04-22T15:16:54.863" v="688" actId="47"/>
        <pc:sldMkLst>
          <pc:docMk/>
          <pc:sldMk cId="2880430616" sldId="264"/>
        </pc:sldMkLst>
        <pc:spChg chg="mod">
          <ac:chgData name="Madhurima Rawat" userId="8714a400033bb3ee" providerId="LiveId" clId="{BEF4CCBE-77D6-4C5F-B89D-BF7B602463BB}" dt="2023-04-20T15:27:14.750" v="230" actId="20577"/>
          <ac:spMkLst>
            <pc:docMk/>
            <pc:sldMk cId="2880430616" sldId="264"/>
            <ac:spMk id="3" creationId="{A797C5E1-6C7F-4739-B549-45DFC9196319}"/>
          </ac:spMkLst>
        </pc:spChg>
      </pc:sldChg>
      <pc:sldChg chg="modSp mod">
        <pc:chgData name="Madhurima Rawat" userId="8714a400033bb3ee" providerId="LiveId" clId="{BEF4CCBE-77D6-4C5F-B89D-BF7B602463BB}" dt="2023-04-19T17:47:48.141" v="119" actId="20577"/>
        <pc:sldMkLst>
          <pc:docMk/>
          <pc:sldMk cId="2760341311" sldId="265"/>
        </pc:sldMkLst>
        <pc:spChg chg="mod">
          <ac:chgData name="Madhurima Rawat" userId="8714a400033bb3ee" providerId="LiveId" clId="{BEF4CCBE-77D6-4C5F-B89D-BF7B602463BB}" dt="2023-04-19T17:47:48.141" v="119" actId="20577"/>
          <ac:spMkLst>
            <pc:docMk/>
            <pc:sldMk cId="2760341311" sldId="265"/>
            <ac:spMk id="3" creationId="{3BD2840B-FCD9-D444-DBBD-9322C1A62AE6}"/>
          </ac:spMkLst>
        </pc:spChg>
      </pc:sldChg>
      <pc:sldChg chg="addSp delSp modSp new mod modClrScheme chgLayout">
        <pc:chgData name="Madhurima Rawat" userId="8714a400033bb3ee" providerId="LiveId" clId="{BEF4CCBE-77D6-4C5F-B89D-BF7B602463BB}" dt="2023-04-20T15:25:02.535" v="226" actId="1076"/>
        <pc:sldMkLst>
          <pc:docMk/>
          <pc:sldMk cId="4007322967" sldId="268"/>
        </pc:sldMkLst>
        <pc:spChg chg="del">
          <ac:chgData name="Madhurima Rawat" userId="8714a400033bb3ee" providerId="LiveId" clId="{BEF4CCBE-77D6-4C5F-B89D-BF7B602463BB}" dt="2023-04-20T15:20:25.960" v="134" actId="700"/>
          <ac:spMkLst>
            <pc:docMk/>
            <pc:sldMk cId="4007322967" sldId="268"/>
            <ac:spMk id="2" creationId="{70A496E6-FE4A-DAF6-AD0A-4BFEE9C8B9AC}"/>
          </ac:spMkLst>
        </pc:spChg>
        <pc:spChg chg="del">
          <ac:chgData name="Madhurima Rawat" userId="8714a400033bb3ee" providerId="LiveId" clId="{BEF4CCBE-77D6-4C5F-B89D-BF7B602463BB}" dt="2023-04-20T15:20:25.960" v="134" actId="700"/>
          <ac:spMkLst>
            <pc:docMk/>
            <pc:sldMk cId="4007322967" sldId="268"/>
            <ac:spMk id="3" creationId="{E0195F12-34E8-AA0B-92C5-9BAD221B8375}"/>
          </ac:spMkLst>
        </pc:spChg>
        <pc:spChg chg="add mod">
          <ac:chgData name="Madhurima Rawat" userId="8714a400033bb3ee" providerId="LiveId" clId="{BEF4CCBE-77D6-4C5F-B89D-BF7B602463BB}" dt="2023-04-20T15:25:02.535" v="226" actId="1076"/>
          <ac:spMkLst>
            <pc:docMk/>
            <pc:sldMk cId="4007322967" sldId="268"/>
            <ac:spMk id="6" creationId="{F0DB8512-0EFD-A0AC-CA02-B877D407BFB6}"/>
          </ac:spMkLst>
        </pc:spChg>
        <pc:picChg chg="add mod">
          <ac:chgData name="Madhurima Rawat" userId="8714a400033bb3ee" providerId="LiveId" clId="{BEF4CCBE-77D6-4C5F-B89D-BF7B602463BB}" dt="2023-04-20T15:21:00.935" v="138" actId="14100"/>
          <ac:picMkLst>
            <pc:docMk/>
            <pc:sldMk cId="4007322967" sldId="268"/>
            <ac:picMk id="5" creationId="{7F15D837-D09B-CB85-AB32-7BB40EEB9AC7}"/>
          </ac:picMkLst>
        </pc:picChg>
      </pc:sldChg>
      <pc:sldChg chg="addSp delSp modSp new del mod modClrScheme chgLayout">
        <pc:chgData name="Madhurima Rawat" userId="8714a400033bb3ee" providerId="LiveId" clId="{BEF4CCBE-77D6-4C5F-B89D-BF7B602463BB}" dt="2023-04-20T15:20:20.365" v="132" actId="47"/>
        <pc:sldMkLst>
          <pc:docMk/>
          <pc:sldMk cId="4040029787" sldId="268"/>
        </pc:sldMkLst>
        <pc:spChg chg="del mod ord">
          <ac:chgData name="Madhurima Rawat" userId="8714a400033bb3ee" providerId="LiveId" clId="{BEF4CCBE-77D6-4C5F-B89D-BF7B602463BB}" dt="2023-04-20T15:18:00.110" v="121" actId="700"/>
          <ac:spMkLst>
            <pc:docMk/>
            <pc:sldMk cId="4040029787" sldId="268"/>
            <ac:spMk id="2" creationId="{ABBC0871-60B8-0021-C470-A48004C347E6}"/>
          </ac:spMkLst>
        </pc:spChg>
        <pc:spChg chg="del mod ord">
          <ac:chgData name="Madhurima Rawat" userId="8714a400033bb3ee" providerId="LiveId" clId="{BEF4CCBE-77D6-4C5F-B89D-BF7B602463BB}" dt="2023-04-20T15:18:00.110" v="121" actId="700"/>
          <ac:spMkLst>
            <pc:docMk/>
            <pc:sldMk cId="4040029787" sldId="268"/>
            <ac:spMk id="3" creationId="{C2D0B481-600A-A309-FAB1-FEE652CAE6C6}"/>
          </ac:spMkLst>
        </pc:spChg>
        <pc:spChg chg="add mod ord">
          <ac:chgData name="Madhurima Rawat" userId="8714a400033bb3ee" providerId="LiveId" clId="{BEF4CCBE-77D6-4C5F-B89D-BF7B602463BB}" dt="2023-04-20T15:20:01.251" v="128" actId="1076"/>
          <ac:spMkLst>
            <pc:docMk/>
            <pc:sldMk cId="4040029787" sldId="268"/>
            <ac:spMk id="4" creationId="{71142FC8-4E43-B14C-E5A9-B2BF757E36FB}"/>
          </ac:spMkLst>
        </pc:spChg>
        <pc:spChg chg="add del mod ord">
          <ac:chgData name="Madhurima Rawat" userId="8714a400033bb3ee" providerId="LiveId" clId="{BEF4CCBE-77D6-4C5F-B89D-BF7B602463BB}" dt="2023-04-20T15:19:08.849" v="122" actId="931"/>
          <ac:spMkLst>
            <pc:docMk/>
            <pc:sldMk cId="4040029787" sldId="268"/>
            <ac:spMk id="5" creationId="{F19BC68F-3A3F-617C-AC16-237DB31449C1}"/>
          </ac:spMkLst>
        </pc:spChg>
        <pc:spChg chg="add del mod ord">
          <ac:chgData name="Madhurima Rawat" userId="8714a400033bb3ee" providerId="LiveId" clId="{BEF4CCBE-77D6-4C5F-B89D-BF7B602463BB}" dt="2023-04-20T15:19:57.007" v="127" actId="21"/>
          <ac:spMkLst>
            <pc:docMk/>
            <pc:sldMk cId="4040029787" sldId="268"/>
            <ac:spMk id="6" creationId="{73AB91AE-47E2-0278-2F13-007D4DC32757}"/>
          </ac:spMkLst>
        </pc:spChg>
        <pc:spChg chg="add del mod">
          <ac:chgData name="Madhurima Rawat" userId="8714a400033bb3ee" providerId="LiveId" clId="{BEF4CCBE-77D6-4C5F-B89D-BF7B602463BB}" dt="2023-04-20T15:19:33.587" v="125" actId="931"/>
          <ac:spMkLst>
            <pc:docMk/>
            <pc:sldMk cId="4040029787" sldId="268"/>
            <ac:spMk id="10" creationId="{89497B5C-FE05-6206-934A-4F77BD175A48}"/>
          </ac:spMkLst>
        </pc:spChg>
        <pc:spChg chg="add mod">
          <ac:chgData name="Madhurima Rawat" userId="8714a400033bb3ee" providerId="LiveId" clId="{BEF4CCBE-77D6-4C5F-B89D-BF7B602463BB}" dt="2023-04-20T15:20:17.822" v="131" actId="21"/>
          <ac:spMkLst>
            <pc:docMk/>
            <pc:sldMk cId="4040029787" sldId="268"/>
            <ac:spMk id="14" creationId="{CF5175F3-6392-F810-F998-1AE5947245E5}"/>
          </ac:spMkLst>
        </pc:spChg>
        <pc:picChg chg="add del mod">
          <ac:chgData name="Madhurima Rawat" userId="8714a400033bb3ee" providerId="LiveId" clId="{BEF4CCBE-77D6-4C5F-B89D-BF7B602463BB}" dt="2023-04-20T15:19:19.731" v="124" actId="21"/>
          <ac:picMkLst>
            <pc:docMk/>
            <pc:sldMk cId="4040029787" sldId="268"/>
            <ac:picMk id="8" creationId="{74F54E19-B7BC-A48A-1048-7A386E553ADD}"/>
          </ac:picMkLst>
        </pc:picChg>
        <pc:picChg chg="add del mod">
          <ac:chgData name="Madhurima Rawat" userId="8714a400033bb3ee" providerId="LiveId" clId="{BEF4CCBE-77D6-4C5F-B89D-BF7B602463BB}" dt="2023-04-20T15:20:17.822" v="131" actId="21"/>
          <ac:picMkLst>
            <pc:docMk/>
            <pc:sldMk cId="4040029787" sldId="268"/>
            <ac:picMk id="12" creationId="{DF66AB3D-4E1C-5A60-1739-41E628CF4467}"/>
          </ac:picMkLst>
        </pc:picChg>
      </pc:sldChg>
      <pc:sldChg chg="addSp delSp modSp new mod setBg chgLayout">
        <pc:chgData name="Madhurima Rawat" userId="8714a400033bb3ee" providerId="LiveId" clId="{BEF4CCBE-77D6-4C5F-B89D-BF7B602463BB}" dt="2023-04-22T14:39:24.763" v="465" actId="12269"/>
        <pc:sldMkLst>
          <pc:docMk/>
          <pc:sldMk cId="2536300693" sldId="269"/>
        </pc:sldMkLst>
        <pc:spChg chg="mod ord">
          <ac:chgData name="Madhurima Rawat" userId="8714a400033bb3ee" providerId="LiveId" clId="{BEF4CCBE-77D6-4C5F-B89D-BF7B602463BB}" dt="2023-04-22T14:29:07.862" v="396" actId="700"/>
          <ac:spMkLst>
            <pc:docMk/>
            <pc:sldMk cId="2536300693" sldId="269"/>
            <ac:spMk id="2" creationId="{83D286F2-4DFD-4F95-A196-6F08AFD471A2}"/>
          </ac:spMkLst>
        </pc:spChg>
        <pc:spChg chg="del mod">
          <ac:chgData name="Madhurima Rawat" userId="8714a400033bb3ee" providerId="LiveId" clId="{BEF4CCBE-77D6-4C5F-B89D-BF7B602463BB}" dt="2023-04-22T14:25:08.575" v="386" actId="700"/>
          <ac:spMkLst>
            <pc:docMk/>
            <pc:sldMk cId="2536300693" sldId="269"/>
            <ac:spMk id="3" creationId="{40D7B3B3-97CF-418A-A19A-C55D1751F6DD}"/>
          </ac:spMkLst>
        </pc:spChg>
        <pc:spChg chg="add del mod ord">
          <ac:chgData name="Madhurima Rawat" userId="8714a400033bb3ee" providerId="LiveId" clId="{BEF4CCBE-77D6-4C5F-B89D-BF7B602463BB}" dt="2023-04-22T14:25:50.447" v="387"/>
          <ac:spMkLst>
            <pc:docMk/>
            <pc:sldMk cId="2536300693" sldId="269"/>
            <ac:spMk id="4" creationId="{1A82FEAF-BA9B-F7C8-8978-98029EC69528}"/>
          </ac:spMkLst>
        </pc:spChg>
        <pc:spChg chg="add del mod">
          <ac:chgData name="Madhurima Rawat" userId="8714a400033bb3ee" providerId="LiveId" clId="{BEF4CCBE-77D6-4C5F-B89D-BF7B602463BB}" dt="2023-04-22T14:27:56.216" v="394" actId="21"/>
          <ac:spMkLst>
            <pc:docMk/>
            <pc:sldMk cId="2536300693" sldId="269"/>
            <ac:spMk id="5" creationId="{F4B77F9E-9B9A-FAA7-6046-DBA56C387930}"/>
          </ac:spMkLst>
        </pc:spChg>
        <pc:spChg chg="add del mod">
          <ac:chgData name="Madhurima Rawat" userId="8714a400033bb3ee" providerId="LiveId" clId="{BEF4CCBE-77D6-4C5F-B89D-BF7B602463BB}" dt="2023-04-22T14:28:59.122" v="395" actId="700"/>
          <ac:spMkLst>
            <pc:docMk/>
            <pc:sldMk cId="2536300693" sldId="269"/>
            <ac:spMk id="6" creationId="{D2A933EE-7E3F-6849-72B0-92FDA2391F53}"/>
          </ac:spMkLst>
        </pc:spChg>
        <pc:spChg chg="add del mod ord">
          <ac:chgData name="Madhurima Rawat" userId="8714a400033bb3ee" providerId="LiveId" clId="{BEF4CCBE-77D6-4C5F-B89D-BF7B602463BB}" dt="2023-04-22T14:29:07.862" v="396" actId="700"/>
          <ac:spMkLst>
            <pc:docMk/>
            <pc:sldMk cId="2536300693" sldId="269"/>
            <ac:spMk id="7" creationId="{DFDE0BEA-5786-EE27-4658-A2228757AFFC}"/>
          </ac:spMkLst>
        </pc:spChg>
        <pc:spChg chg="add del mod ord">
          <ac:chgData name="Madhurima Rawat" userId="8714a400033bb3ee" providerId="LiveId" clId="{BEF4CCBE-77D6-4C5F-B89D-BF7B602463BB}" dt="2023-04-22T14:38:12.607" v="460" actId="12084"/>
          <ac:spMkLst>
            <pc:docMk/>
            <pc:sldMk cId="2536300693" sldId="269"/>
            <ac:spMk id="8" creationId="{6621045D-15DC-9459-590F-59AD28B16961}"/>
          </ac:spMkLst>
        </pc:spChg>
        <pc:graphicFrameChg chg="add mod">
          <ac:chgData name="Madhurima Rawat" userId="8714a400033bb3ee" providerId="LiveId" clId="{BEF4CCBE-77D6-4C5F-B89D-BF7B602463BB}" dt="2023-04-22T14:39:24.763" v="465" actId="12269"/>
          <ac:graphicFrameMkLst>
            <pc:docMk/>
            <pc:sldMk cId="2536300693" sldId="269"/>
            <ac:graphicFrameMk id="3" creationId="{36B4C3EA-DFE8-B283-A2C9-A3A6A1D7BDA9}"/>
          </ac:graphicFrameMkLst>
        </pc:graphicFrameChg>
      </pc:sldChg>
      <pc:sldChg chg="addSp delSp modSp new mod modClrScheme chgLayout">
        <pc:chgData name="Madhurima Rawat" userId="8714a400033bb3ee" providerId="LiveId" clId="{BEF4CCBE-77D6-4C5F-B89D-BF7B602463BB}" dt="2023-04-22T14:37:16.637" v="453" actId="1076"/>
        <pc:sldMkLst>
          <pc:docMk/>
          <pc:sldMk cId="312687911" sldId="270"/>
        </pc:sldMkLst>
        <pc:spChg chg="del">
          <ac:chgData name="Madhurima Rawat" userId="8714a400033bb3ee" providerId="LiveId" clId="{BEF4CCBE-77D6-4C5F-B89D-BF7B602463BB}" dt="2023-04-22T14:33:49.533" v="414" actId="700"/>
          <ac:spMkLst>
            <pc:docMk/>
            <pc:sldMk cId="312687911" sldId="270"/>
            <ac:spMk id="2" creationId="{F2C8888B-134E-DBBC-E538-0D2547A28916}"/>
          </ac:spMkLst>
        </pc:spChg>
        <pc:spChg chg="del">
          <ac:chgData name="Madhurima Rawat" userId="8714a400033bb3ee" providerId="LiveId" clId="{BEF4CCBE-77D6-4C5F-B89D-BF7B602463BB}" dt="2023-04-22T14:33:49.533" v="414" actId="700"/>
          <ac:spMkLst>
            <pc:docMk/>
            <pc:sldMk cId="312687911" sldId="270"/>
            <ac:spMk id="3" creationId="{555E3151-D47C-FAE9-9033-78B3DED2BDA5}"/>
          </ac:spMkLst>
        </pc:spChg>
        <pc:spChg chg="add del mod ord">
          <ac:chgData name="Madhurima Rawat" userId="8714a400033bb3ee" providerId="LiveId" clId="{BEF4CCBE-77D6-4C5F-B89D-BF7B602463BB}" dt="2023-04-22T14:34:00.052" v="415" actId="700"/>
          <ac:spMkLst>
            <pc:docMk/>
            <pc:sldMk cId="312687911" sldId="270"/>
            <ac:spMk id="4" creationId="{B3093D49-4CDF-7933-E331-264F044AA80E}"/>
          </ac:spMkLst>
        </pc:spChg>
        <pc:spChg chg="add del mod ord">
          <ac:chgData name="Madhurima Rawat" userId="8714a400033bb3ee" providerId="LiveId" clId="{BEF4CCBE-77D6-4C5F-B89D-BF7B602463BB}" dt="2023-04-22T14:34:00.052" v="415" actId="700"/>
          <ac:spMkLst>
            <pc:docMk/>
            <pc:sldMk cId="312687911" sldId="270"/>
            <ac:spMk id="5" creationId="{5C83068E-E415-F3EC-0C74-A48D31335DA8}"/>
          </ac:spMkLst>
        </pc:spChg>
        <pc:spChg chg="add mod ord">
          <ac:chgData name="Madhurima Rawat" userId="8714a400033bb3ee" providerId="LiveId" clId="{BEF4CCBE-77D6-4C5F-B89D-BF7B602463BB}" dt="2023-04-22T14:35:03.520" v="444" actId="122"/>
          <ac:spMkLst>
            <pc:docMk/>
            <pc:sldMk cId="312687911" sldId="270"/>
            <ac:spMk id="6" creationId="{CFCBDFF0-1032-D00E-1D08-CE38232A2BDE}"/>
          </ac:spMkLst>
        </pc:spChg>
        <pc:spChg chg="add del mod ord">
          <ac:chgData name="Madhurima Rawat" userId="8714a400033bb3ee" providerId="LiveId" clId="{BEF4CCBE-77D6-4C5F-B89D-BF7B602463BB}" dt="2023-04-22T14:35:11.789" v="445" actId="931"/>
          <ac:spMkLst>
            <pc:docMk/>
            <pc:sldMk cId="312687911" sldId="270"/>
            <ac:spMk id="7" creationId="{7F885737-2670-C7DD-CDF4-AB7E0C8C71B2}"/>
          </ac:spMkLst>
        </pc:spChg>
        <pc:spChg chg="add del mod ord">
          <ac:chgData name="Madhurima Rawat" userId="8714a400033bb3ee" providerId="LiveId" clId="{BEF4CCBE-77D6-4C5F-B89D-BF7B602463BB}" dt="2023-04-22T14:34:20.584" v="435" actId="21"/>
          <ac:spMkLst>
            <pc:docMk/>
            <pc:sldMk cId="312687911" sldId="270"/>
            <ac:spMk id="8" creationId="{FE9F4FDB-ECC3-F539-9697-CA458BDBD993}"/>
          </ac:spMkLst>
        </pc:spChg>
        <pc:picChg chg="add mod">
          <ac:chgData name="Madhurima Rawat" userId="8714a400033bb3ee" providerId="LiveId" clId="{BEF4CCBE-77D6-4C5F-B89D-BF7B602463BB}" dt="2023-04-22T14:37:14.486" v="452" actId="1076"/>
          <ac:picMkLst>
            <pc:docMk/>
            <pc:sldMk cId="312687911" sldId="270"/>
            <ac:picMk id="10" creationId="{D644D471-5FAE-A998-1C2B-216F745F6E5C}"/>
          </ac:picMkLst>
        </pc:picChg>
        <pc:picChg chg="add mod">
          <ac:chgData name="Madhurima Rawat" userId="8714a400033bb3ee" providerId="LiveId" clId="{BEF4CCBE-77D6-4C5F-B89D-BF7B602463BB}" dt="2023-04-22T14:37:16.637" v="453" actId="1076"/>
          <ac:picMkLst>
            <pc:docMk/>
            <pc:sldMk cId="312687911" sldId="270"/>
            <ac:picMk id="12" creationId="{E0B61DE8-9700-47E0-A2CC-26D2F25970A6}"/>
          </ac:picMkLst>
        </pc:picChg>
      </pc:sldChg>
      <pc:sldChg chg="addSp delSp modSp new del mod chgLayout">
        <pc:chgData name="Madhurima Rawat" userId="8714a400033bb3ee" providerId="LiveId" clId="{BEF4CCBE-77D6-4C5F-B89D-BF7B602463BB}" dt="2023-04-22T14:30:53.577" v="402" actId="47"/>
        <pc:sldMkLst>
          <pc:docMk/>
          <pc:sldMk cId="870474843" sldId="270"/>
        </pc:sldMkLst>
        <pc:spChg chg="del">
          <ac:chgData name="Madhurima Rawat" userId="8714a400033bb3ee" providerId="LiveId" clId="{BEF4CCBE-77D6-4C5F-B89D-BF7B602463BB}" dt="2023-04-22T14:29:15.376" v="398" actId="700"/>
          <ac:spMkLst>
            <pc:docMk/>
            <pc:sldMk cId="870474843" sldId="270"/>
            <ac:spMk id="2" creationId="{73958DBF-32A3-642A-8295-C29B076E73A7}"/>
          </ac:spMkLst>
        </pc:spChg>
        <pc:spChg chg="del">
          <ac:chgData name="Madhurima Rawat" userId="8714a400033bb3ee" providerId="LiveId" clId="{BEF4CCBE-77D6-4C5F-B89D-BF7B602463BB}" dt="2023-04-22T14:29:15.376" v="398" actId="700"/>
          <ac:spMkLst>
            <pc:docMk/>
            <pc:sldMk cId="870474843" sldId="270"/>
            <ac:spMk id="3" creationId="{A24CE22A-3FAE-1318-3A71-91E4E67371B0}"/>
          </ac:spMkLst>
        </pc:spChg>
        <pc:spChg chg="add del mod ord">
          <ac:chgData name="Madhurima Rawat" userId="8714a400033bb3ee" providerId="LiveId" clId="{BEF4CCBE-77D6-4C5F-B89D-BF7B602463BB}" dt="2023-04-22T14:29:18.916" v="399" actId="700"/>
          <ac:spMkLst>
            <pc:docMk/>
            <pc:sldMk cId="870474843" sldId="270"/>
            <ac:spMk id="4" creationId="{897270A7-AE13-1AAC-A4C4-EE21662EA636}"/>
          </ac:spMkLst>
        </pc:spChg>
        <pc:spChg chg="add del mod ord">
          <ac:chgData name="Madhurima Rawat" userId="8714a400033bb3ee" providerId="LiveId" clId="{BEF4CCBE-77D6-4C5F-B89D-BF7B602463BB}" dt="2023-04-22T14:29:18.916" v="399" actId="700"/>
          <ac:spMkLst>
            <pc:docMk/>
            <pc:sldMk cId="870474843" sldId="270"/>
            <ac:spMk id="5" creationId="{D45F1085-5A84-A640-D1C8-3043A6B3CDAD}"/>
          </ac:spMkLst>
        </pc:spChg>
        <pc:spChg chg="add mod ord">
          <ac:chgData name="Madhurima Rawat" userId="8714a400033bb3ee" providerId="LiveId" clId="{BEF4CCBE-77D6-4C5F-B89D-BF7B602463BB}" dt="2023-04-22T14:29:18.916" v="399" actId="700"/>
          <ac:spMkLst>
            <pc:docMk/>
            <pc:sldMk cId="870474843" sldId="270"/>
            <ac:spMk id="6" creationId="{EE618FCF-0C6D-1C58-B814-746555DD9DE7}"/>
          </ac:spMkLst>
        </pc:spChg>
        <pc:spChg chg="add mod ord">
          <ac:chgData name="Madhurima Rawat" userId="8714a400033bb3ee" providerId="LiveId" clId="{BEF4CCBE-77D6-4C5F-B89D-BF7B602463BB}" dt="2023-04-22T14:29:18.916" v="399" actId="700"/>
          <ac:spMkLst>
            <pc:docMk/>
            <pc:sldMk cId="870474843" sldId="270"/>
            <ac:spMk id="7" creationId="{068A62DC-43A2-08F4-B3C8-54200974248B}"/>
          </ac:spMkLst>
        </pc:spChg>
      </pc:sldChg>
      <pc:sldChg chg="addSp delSp modSp new mod modClrScheme chgLayout">
        <pc:chgData name="Madhurima Rawat" userId="8714a400033bb3ee" providerId="LiveId" clId="{BEF4CCBE-77D6-4C5F-B89D-BF7B602463BB}" dt="2023-04-22T14:45:58.517" v="506" actId="12269"/>
        <pc:sldMkLst>
          <pc:docMk/>
          <pc:sldMk cId="3621942018" sldId="271"/>
        </pc:sldMkLst>
        <pc:spChg chg="del mod ord">
          <ac:chgData name="Madhurima Rawat" userId="8714a400033bb3ee" providerId="LiveId" clId="{BEF4CCBE-77D6-4C5F-B89D-BF7B602463BB}" dt="2023-04-22T14:39:38.635" v="467" actId="700"/>
          <ac:spMkLst>
            <pc:docMk/>
            <pc:sldMk cId="3621942018" sldId="271"/>
            <ac:spMk id="2" creationId="{F608A9FA-B5CF-6734-F6B4-CA1DF7FEF094}"/>
          </ac:spMkLst>
        </pc:spChg>
        <pc:spChg chg="del mod ord">
          <ac:chgData name="Madhurima Rawat" userId="8714a400033bb3ee" providerId="LiveId" clId="{BEF4CCBE-77D6-4C5F-B89D-BF7B602463BB}" dt="2023-04-22T14:39:38.635" v="467" actId="700"/>
          <ac:spMkLst>
            <pc:docMk/>
            <pc:sldMk cId="3621942018" sldId="271"/>
            <ac:spMk id="3" creationId="{0C6F95F1-D544-2552-4290-C3BBA8779557}"/>
          </ac:spMkLst>
        </pc:spChg>
        <pc:spChg chg="del">
          <ac:chgData name="Madhurima Rawat" userId="8714a400033bb3ee" providerId="LiveId" clId="{BEF4CCBE-77D6-4C5F-B89D-BF7B602463BB}" dt="2023-04-22T14:39:38.635" v="467" actId="700"/>
          <ac:spMkLst>
            <pc:docMk/>
            <pc:sldMk cId="3621942018" sldId="271"/>
            <ac:spMk id="4" creationId="{6735357A-C788-A759-36CE-8B4C9CF270D1}"/>
          </ac:spMkLst>
        </pc:spChg>
        <pc:spChg chg="add mod ord">
          <ac:chgData name="Madhurima Rawat" userId="8714a400033bb3ee" providerId="LiveId" clId="{BEF4CCBE-77D6-4C5F-B89D-BF7B602463BB}" dt="2023-04-22T14:42:12.736" v="485" actId="113"/>
          <ac:spMkLst>
            <pc:docMk/>
            <pc:sldMk cId="3621942018" sldId="271"/>
            <ac:spMk id="5" creationId="{72D83F0C-5DD5-5662-030D-723A5F56E451}"/>
          </ac:spMkLst>
        </pc:spChg>
        <pc:spChg chg="add del mod ord">
          <ac:chgData name="Madhurima Rawat" userId="8714a400033bb3ee" providerId="LiveId" clId="{BEF4CCBE-77D6-4C5F-B89D-BF7B602463BB}" dt="2023-04-22T14:45:43.714" v="504" actId="12084"/>
          <ac:spMkLst>
            <pc:docMk/>
            <pc:sldMk cId="3621942018" sldId="271"/>
            <ac:spMk id="6" creationId="{EA49FDBE-4941-C2F3-F079-C8A0C38E60C2}"/>
          </ac:spMkLst>
        </pc:spChg>
        <pc:graphicFrameChg chg="add mod">
          <ac:chgData name="Madhurima Rawat" userId="8714a400033bb3ee" providerId="LiveId" clId="{BEF4CCBE-77D6-4C5F-B89D-BF7B602463BB}" dt="2023-04-22T14:45:58.517" v="506" actId="12269"/>
          <ac:graphicFrameMkLst>
            <pc:docMk/>
            <pc:sldMk cId="3621942018" sldId="271"/>
            <ac:graphicFrameMk id="7" creationId="{6EE5F1F8-6DCD-9B14-DDC2-7A95FCE61649}"/>
          </ac:graphicFrameMkLst>
        </pc:graphicFrameChg>
      </pc:sldChg>
      <pc:sldChg chg="new del">
        <pc:chgData name="Madhurima Rawat" userId="8714a400033bb3ee" providerId="LiveId" clId="{BEF4CCBE-77D6-4C5F-B89D-BF7B602463BB}" dt="2023-04-22T14:30:54.381" v="403" actId="47"/>
        <pc:sldMkLst>
          <pc:docMk/>
          <pc:sldMk cId="3687580328" sldId="271"/>
        </pc:sldMkLst>
      </pc:sldChg>
      <pc:sldChg chg="addSp modSp new mod">
        <pc:chgData name="Madhurima Rawat" userId="8714a400033bb3ee" providerId="LiveId" clId="{BEF4CCBE-77D6-4C5F-B89D-BF7B602463BB}" dt="2023-04-22T14:55:23.638" v="555" actId="1076"/>
        <pc:sldMkLst>
          <pc:docMk/>
          <pc:sldMk cId="4085280487" sldId="272"/>
        </pc:sldMkLst>
        <pc:spChg chg="mod">
          <ac:chgData name="Madhurima Rawat" userId="8714a400033bb3ee" providerId="LiveId" clId="{BEF4CCBE-77D6-4C5F-B89D-BF7B602463BB}" dt="2023-04-22T14:49:51.300" v="510"/>
          <ac:spMkLst>
            <pc:docMk/>
            <pc:sldMk cId="4085280487" sldId="272"/>
            <ac:spMk id="2" creationId="{C6A13A01-FA8A-5E56-FE26-765987190560}"/>
          </ac:spMkLst>
        </pc:spChg>
        <pc:spChg chg="mod">
          <ac:chgData name="Madhurima Rawat" userId="8714a400033bb3ee" providerId="LiveId" clId="{BEF4CCBE-77D6-4C5F-B89D-BF7B602463BB}" dt="2023-04-22T14:55:15.616" v="553" actId="1076"/>
          <ac:spMkLst>
            <pc:docMk/>
            <pc:sldMk cId="4085280487" sldId="272"/>
            <ac:spMk id="3" creationId="{173D6FC2-5B2A-5822-4E86-B7EE48737394}"/>
          </ac:spMkLst>
        </pc:spChg>
        <pc:picChg chg="add mod">
          <ac:chgData name="Madhurima Rawat" userId="8714a400033bb3ee" providerId="LiveId" clId="{BEF4CCBE-77D6-4C5F-B89D-BF7B602463BB}" dt="2023-04-22T14:55:23.638" v="555" actId="1076"/>
          <ac:picMkLst>
            <pc:docMk/>
            <pc:sldMk cId="4085280487" sldId="272"/>
            <ac:picMk id="5" creationId="{C2E31D5E-0D36-05A7-1C5A-37DBF57698F9}"/>
          </ac:picMkLst>
        </pc:picChg>
      </pc:sldChg>
      <pc:sldChg chg="addSp delSp modSp new mod">
        <pc:chgData name="Madhurima Rawat" userId="8714a400033bb3ee" providerId="LiveId" clId="{BEF4CCBE-77D6-4C5F-B89D-BF7B602463BB}" dt="2023-04-22T15:04:46.651" v="618" actId="5793"/>
        <pc:sldMkLst>
          <pc:docMk/>
          <pc:sldMk cId="873817569" sldId="273"/>
        </pc:sldMkLst>
        <pc:spChg chg="mod">
          <ac:chgData name="Madhurima Rawat" userId="8714a400033bb3ee" providerId="LiveId" clId="{BEF4CCBE-77D6-4C5F-B89D-BF7B602463BB}" dt="2023-04-22T14:59:16.587" v="578"/>
          <ac:spMkLst>
            <pc:docMk/>
            <pc:sldMk cId="873817569" sldId="273"/>
            <ac:spMk id="2" creationId="{87CF9F24-E204-D97F-0C01-C8280BCA1D84}"/>
          </ac:spMkLst>
        </pc:spChg>
        <pc:spChg chg="del">
          <ac:chgData name="Madhurima Rawat" userId="8714a400033bb3ee" providerId="LiveId" clId="{BEF4CCBE-77D6-4C5F-B89D-BF7B602463BB}" dt="2023-04-22T14:56:56.074" v="561"/>
          <ac:spMkLst>
            <pc:docMk/>
            <pc:sldMk cId="873817569" sldId="273"/>
            <ac:spMk id="3" creationId="{9E52E3BA-6A0C-0515-9982-3DAB45F2C439}"/>
          </ac:spMkLst>
        </pc:spChg>
        <pc:spChg chg="add mod">
          <ac:chgData name="Madhurima Rawat" userId="8714a400033bb3ee" providerId="LiveId" clId="{BEF4CCBE-77D6-4C5F-B89D-BF7B602463BB}" dt="2023-04-22T15:04:46.651" v="618" actId="5793"/>
          <ac:spMkLst>
            <pc:docMk/>
            <pc:sldMk cId="873817569" sldId="273"/>
            <ac:spMk id="4" creationId="{3E55C89F-8C99-CBE1-56B2-CE26E7FC08C7}"/>
          </ac:spMkLst>
        </pc:spChg>
        <pc:picChg chg="add del mod">
          <ac:chgData name="Madhurima Rawat" userId="8714a400033bb3ee" providerId="LiveId" clId="{BEF4CCBE-77D6-4C5F-B89D-BF7B602463BB}" dt="2023-04-22T15:00:38.197" v="581" actId="21"/>
          <ac:picMkLst>
            <pc:docMk/>
            <pc:sldMk cId="873817569" sldId="273"/>
            <ac:picMk id="6" creationId="{C531627F-B2B2-7FA6-45A0-B0375275C47D}"/>
          </ac:picMkLst>
        </pc:picChg>
        <pc:picChg chg="add mod">
          <ac:chgData name="Madhurima Rawat" userId="8714a400033bb3ee" providerId="LiveId" clId="{BEF4CCBE-77D6-4C5F-B89D-BF7B602463BB}" dt="2023-04-22T15:03:43.579" v="608" actId="14100"/>
          <ac:picMkLst>
            <pc:docMk/>
            <pc:sldMk cId="873817569" sldId="273"/>
            <ac:picMk id="7" creationId="{FAB19AD5-E069-BF95-2A80-C52944007FDF}"/>
          </ac:picMkLst>
        </pc:picChg>
      </pc:sldChg>
      <pc:sldChg chg="addSp modSp new mod">
        <pc:chgData name="Madhurima Rawat" userId="8714a400033bb3ee" providerId="LiveId" clId="{BEF4CCBE-77D6-4C5F-B89D-BF7B602463BB}" dt="2023-04-22T15:10:37.644" v="641" actId="1076"/>
        <pc:sldMkLst>
          <pc:docMk/>
          <pc:sldMk cId="3332101630" sldId="274"/>
        </pc:sldMkLst>
        <pc:spChg chg="mod">
          <ac:chgData name="Madhurima Rawat" userId="8714a400033bb3ee" providerId="LiveId" clId="{BEF4CCBE-77D6-4C5F-B89D-BF7B602463BB}" dt="2023-04-22T15:05:52.288" v="623" actId="1076"/>
          <ac:spMkLst>
            <pc:docMk/>
            <pc:sldMk cId="3332101630" sldId="274"/>
            <ac:spMk id="2" creationId="{24D34BDC-8FAB-2F58-3F1E-F9F1CCC6957D}"/>
          </ac:spMkLst>
        </pc:spChg>
        <pc:spChg chg="mod">
          <ac:chgData name="Madhurima Rawat" userId="8714a400033bb3ee" providerId="LiveId" clId="{BEF4CCBE-77D6-4C5F-B89D-BF7B602463BB}" dt="2023-04-22T15:10:37.644" v="641" actId="1076"/>
          <ac:spMkLst>
            <pc:docMk/>
            <pc:sldMk cId="3332101630" sldId="274"/>
            <ac:spMk id="3" creationId="{002A10D8-B8B6-39AF-0870-8F8BA56DADAD}"/>
          </ac:spMkLst>
        </pc:spChg>
        <pc:picChg chg="add mod">
          <ac:chgData name="Madhurima Rawat" userId="8714a400033bb3ee" providerId="LiveId" clId="{BEF4CCBE-77D6-4C5F-B89D-BF7B602463BB}" dt="2023-04-22T15:08:22.965" v="639" actId="14100"/>
          <ac:picMkLst>
            <pc:docMk/>
            <pc:sldMk cId="3332101630" sldId="274"/>
            <ac:picMk id="5" creationId="{20E3D8FA-6F9F-4331-F3E9-FB1C108F0D4B}"/>
          </ac:picMkLst>
        </pc:picChg>
      </pc:sldChg>
      <pc:sldChg chg="addSp modSp new mod">
        <pc:chgData name="Madhurima Rawat" userId="8714a400033bb3ee" providerId="LiveId" clId="{BEF4CCBE-77D6-4C5F-B89D-BF7B602463BB}" dt="2023-04-22T15:16:14.077" v="686" actId="20577"/>
        <pc:sldMkLst>
          <pc:docMk/>
          <pc:sldMk cId="4204798974" sldId="275"/>
        </pc:sldMkLst>
        <pc:spChg chg="mod">
          <ac:chgData name="Madhurima Rawat" userId="8714a400033bb3ee" providerId="LiveId" clId="{BEF4CCBE-77D6-4C5F-B89D-BF7B602463BB}" dt="2023-04-22T15:11:42.338" v="647" actId="1076"/>
          <ac:spMkLst>
            <pc:docMk/>
            <pc:sldMk cId="4204798974" sldId="275"/>
            <ac:spMk id="2" creationId="{E2C9E285-5C28-1154-A863-827F61AACE95}"/>
          </ac:spMkLst>
        </pc:spChg>
        <pc:spChg chg="mod">
          <ac:chgData name="Madhurima Rawat" userId="8714a400033bb3ee" providerId="LiveId" clId="{BEF4CCBE-77D6-4C5F-B89D-BF7B602463BB}" dt="2023-04-22T15:16:14.077" v="686" actId="20577"/>
          <ac:spMkLst>
            <pc:docMk/>
            <pc:sldMk cId="4204798974" sldId="275"/>
            <ac:spMk id="3" creationId="{B3DD7B77-94DF-A5D2-E20B-2F0C39F5F664}"/>
          </ac:spMkLst>
        </pc:spChg>
        <pc:picChg chg="add mod">
          <ac:chgData name="Madhurima Rawat" userId="8714a400033bb3ee" providerId="LiveId" clId="{BEF4CCBE-77D6-4C5F-B89D-BF7B602463BB}" dt="2023-04-22T15:15:55.510" v="680" actId="1076"/>
          <ac:picMkLst>
            <pc:docMk/>
            <pc:sldMk cId="4204798974" sldId="275"/>
            <ac:picMk id="5" creationId="{30E805E3-7EE4-08CA-1AB6-E665840EDF4D}"/>
          </ac:picMkLst>
        </pc:picChg>
      </pc:sldChg>
      <pc:sldChg chg="addSp delSp modSp add">
        <pc:chgData name="Madhurima Rawat" userId="8714a400033bb3ee" providerId="LiveId" clId="{BEF4CCBE-77D6-4C5F-B89D-BF7B602463BB}" dt="2023-04-22T15:18:19.331" v="700" actId="20577"/>
        <pc:sldMkLst>
          <pc:docMk/>
          <pc:sldMk cId="1021329791" sldId="276"/>
        </pc:sldMkLst>
        <pc:spChg chg="del">
          <ac:chgData name="Madhurima Rawat" userId="8714a400033bb3ee" providerId="LiveId" clId="{BEF4CCBE-77D6-4C5F-B89D-BF7B602463BB}" dt="2023-04-22T15:17:26.702" v="689" actId="12084"/>
          <ac:spMkLst>
            <pc:docMk/>
            <pc:sldMk cId="1021329791" sldId="276"/>
            <ac:spMk id="3" creationId="{A797C5E1-6C7F-4739-B549-45DFC9196319}"/>
          </ac:spMkLst>
        </pc:spChg>
        <pc:graphicFrameChg chg="add mod">
          <ac:chgData name="Madhurima Rawat" userId="8714a400033bb3ee" providerId="LiveId" clId="{BEF4CCBE-77D6-4C5F-B89D-BF7B602463BB}" dt="2023-04-22T15:18:19.331" v="700" actId="20577"/>
          <ac:graphicFrameMkLst>
            <pc:docMk/>
            <pc:sldMk cId="1021329791" sldId="276"/>
            <ac:graphicFrameMk id="4" creationId="{2962D154-03A7-BCED-F575-6CFE90EF601B}"/>
          </ac:graphicFrameMkLst>
        </pc:graphicFrameChg>
      </pc:sldChg>
      <pc:sldChg chg="modSp new mod">
        <pc:chgData name="Madhurima Rawat" userId="8714a400033bb3ee" providerId="LiveId" clId="{BEF4CCBE-77D6-4C5F-B89D-BF7B602463BB}" dt="2023-04-22T15:35:09.784" v="957" actId="20577"/>
        <pc:sldMkLst>
          <pc:docMk/>
          <pc:sldMk cId="297105743" sldId="277"/>
        </pc:sldMkLst>
        <pc:spChg chg="mod">
          <ac:chgData name="Madhurima Rawat" userId="8714a400033bb3ee" providerId="LiveId" clId="{BEF4CCBE-77D6-4C5F-B89D-BF7B602463BB}" dt="2023-04-22T15:24:09.960" v="756" actId="20577"/>
          <ac:spMkLst>
            <pc:docMk/>
            <pc:sldMk cId="297105743" sldId="277"/>
            <ac:spMk id="2" creationId="{32AD573C-257D-0BF2-9C94-E8632B54DDAE}"/>
          </ac:spMkLst>
        </pc:spChg>
        <pc:spChg chg="mod">
          <ac:chgData name="Madhurima Rawat" userId="8714a400033bb3ee" providerId="LiveId" clId="{BEF4CCBE-77D6-4C5F-B89D-BF7B602463BB}" dt="2023-04-22T15:35:09.784" v="957" actId="20577"/>
          <ac:spMkLst>
            <pc:docMk/>
            <pc:sldMk cId="297105743" sldId="277"/>
            <ac:spMk id="3" creationId="{2FA2358D-FA59-6CB8-E56D-DB008E15D346}"/>
          </ac:spMkLst>
        </pc:spChg>
      </pc:sldChg>
      <pc:sldChg chg="addSp delSp modSp new del mod modClrScheme chgLayout">
        <pc:chgData name="Madhurima Rawat" userId="8714a400033bb3ee" providerId="LiveId" clId="{BEF4CCBE-77D6-4C5F-B89D-BF7B602463BB}" dt="2023-04-22T15:25:56.120" v="775" actId="47"/>
        <pc:sldMkLst>
          <pc:docMk/>
          <pc:sldMk cId="2951785685" sldId="278"/>
        </pc:sldMkLst>
        <pc:spChg chg="del">
          <ac:chgData name="Madhurima Rawat" userId="8714a400033bb3ee" providerId="LiveId" clId="{BEF4CCBE-77D6-4C5F-B89D-BF7B602463BB}" dt="2023-04-22T15:22:18.587" v="703" actId="700"/>
          <ac:spMkLst>
            <pc:docMk/>
            <pc:sldMk cId="2951785685" sldId="278"/>
            <ac:spMk id="2" creationId="{BB2426CD-18BE-E599-C942-D3D9722714E1}"/>
          </ac:spMkLst>
        </pc:spChg>
        <pc:spChg chg="del">
          <ac:chgData name="Madhurima Rawat" userId="8714a400033bb3ee" providerId="LiveId" clId="{BEF4CCBE-77D6-4C5F-B89D-BF7B602463BB}" dt="2023-04-22T15:22:18.587" v="703" actId="700"/>
          <ac:spMkLst>
            <pc:docMk/>
            <pc:sldMk cId="2951785685" sldId="278"/>
            <ac:spMk id="3" creationId="{144B8D2B-9320-BE0F-3929-F115CA857099}"/>
          </ac:spMkLst>
        </pc:spChg>
        <pc:spChg chg="add del mod ord">
          <ac:chgData name="Madhurima Rawat" userId="8714a400033bb3ee" providerId="LiveId" clId="{BEF4CCBE-77D6-4C5F-B89D-BF7B602463BB}" dt="2023-04-22T15:22:22.126" v="704" actId="700"/>
          <ac:spMkLst>
            <pc:docMk/>
            <pc:sldMk cId="2951785685" sldId="278"/>
            <ac:spMk id="4" creationId="{93AD5D36-2340-761C-EC67-525285CF99BE}"/>
          </ac:spMkLst>
        </pc:spChg>
        <pc:spChg chg="add del mod ord">
          <ac:chgData name="Madhurima Rawat" userId="8714a400033bb3ee" providerId="LiveId" clId="{BEF4CCBE-77D6-4C5F-B89D-BF7B602463BB}" dt="2023-04-22T15:22:22.126" v="704" actId="700"/>
          <ac:spMkLst>
            <pc:docMk/>
            <pc:sldMk cId="2951785685" sldId="278"/>
            <ac:spMk id="5" creationId="{A35941E9-0712-A272-969E-E0F7056DB5B3}"/>
          </ac:spMkLst>
        </pc:spChg>
        <pc:spChg chg="add del mod ord">
          <ac:chgData name="Madhurima Rawat" userId="8714a400033bb3ee" providerId="LiveId" clId="{BEF4CCBE-77D6-4C5F-B89D-BF7B602463BB}" dt="2023-04-22T15:22:27.239" v="705" actId="700"/>
          <ac:spMkLst>
            <pc:docMk/>
            <pc:sldMk cId="2951785685" sldId="278"/>
            <ac:spMk id="6" creationId="{610DAF8C-C1B3-5D97-9DB4-B1C3F9347C12}"/>
          </ac:spMkLst>
        </pc:spChg>
        <pc:spChg chg="add del mod ord">
          <ac:chgData name="Madhurima Rawat" userId="8714a400033bb3ee" providerId="LiveId" clId="{BEF4CCBE-77D6-4C5F-B89D-BF7B602463BB}" dt="2023-04-22T15:22:27.239" v="705" actId="700"/>
          <ac:spMkLst>
            <pc:docMk/>
            <pc:sldMk cId="2951785685" sldId="278"/>
            <ac:spMk id="7" creationId="{78ED8835-932B-1C2E-31AB-C902CA1098D8}"/>
          </ac:spMkLst>
        </pc:spChg>
        <pc:spChg chg="add mod ord">
          <ac:chgData name="Madhurima Rawat" userId="8714a400033bb3ee" providerId="LiveId" clId="{BEF4CCBE-77D6-4C5F-B89D-BF7B602463BB}" dt="2023-04-22T15:23:49.964" v="725" actId="122"/>
          <ac:spMkLst>
            <pc:docMk/>
            <pc:sldMk cId="2951785685" sldId="278"/>
            <ac:spMk id="8" creationId="{042C90F2-B2D4-8466-E321-BA2054E403C4}"/>
          </ac:spMkLst>
        </pc:spChg>
        <pc:spChg chg="add del mod ord">
          <ac:chgData name="Madhurima Rawat" userId="8714a400033bb3ee" providerId="LiveId" clId="{BEF4CCBE-77D6-4C5F-B89D-BF7B602463BB}" dt="2023-04-22T15:22:30.007" v="706"/>
          <ac:spMkLst>
            <pc:docMk/>
            <pc:sldMk cId="2951785685" sldId="278"/>
            <ac:spMk id="9" creationId="{B42EEE28-E755-0DA1-2CE1-89FDE02FFCDB}"/>
          </ac:spMkLst>
        </pc:spChg>
        <pc:spChg chg="add del mod ord">
          <ac:chgData name="Madhurima Rawat" userId="8714a400033bb3ee" providerId="LiveId" clId="{BEF4CCBE-77D6-4C5F-B89D-BF7B602463BB}" dt="2023-04-22T15:23:17.329" v="714" actId="21"/>
          <ac:spMkLst>
            <pc:docMk/>
            <pc:sldMk cId="2951785685" sldId="278"/>
            <ac:spMk id="10" creationId="{BA4F5710-362E-29C2-9A7B-ABF4B52D141A}"/>
          </ac:spMkLst>
        </pc:spChg>
        <pc:picChg chg="add mod">
          <ac:chgData name="Madhurima Rawat" userId="8714a400033bb3ee" providerId="LiveId" clId="{BEF4CCBE-77D6-4C5F-B89D-BF7B602463BB}" dt="2023-04-22T15:22:55.864" v="712" actId="14100"/>
          <ac:picMkLst>
            <pc:docMk/>
            <pc:sldMk cId="2951785685" sldId="278"/>
            <ac:picMk id="12" creationId="{9469B32C-DBE0-9FA7-1D82-4A6021BC7873}"/>
          </ac:picMkLst>
        </pc:picChg>
        <pc:picChg chg="add del mod">
          <ac:chgData name="Madhurima Rawat" userId="8714a400033bb3ee" providerId="LiveId" clId="{BEF4CCBE-77D6-4C5F-B89D-BF7B602463BB}" dt="2023-04-22T15:22:46.171" v="710" actId="21"/>
          <ac:picMkLst>
            <pc:docMk/>
            <pc:sldMk cId="2951785685" sldId="278"/>
            <ac:picMk id="14" creationId="{541BFAAE-ED09-6F7F-C01B-E9B3C77FFF96}"/>
          </ac:picMkLst>
        </pc:picChg>
      </pc:sldChg>
      <pc:sldChg chg="modSp new mod">
        <pc:chgData name="Madhurima Rawat" userId="8714a400033bb3ee" providerId="LiveId" clId="{BEF4CCBE-77D6-4C5F-B89D-BF7B602463BB}" dt="2023-04-22T15:29:39.916" v="811" actId="20577"/>
        <pc:sldMkLst>
          <pc:docMk/>
          <pc:sldMk cId="1599651294" sldId="279"/>
        </pc:sldMkLst>
        <pc:spChg chg="mod">
          <ac:chgData name="Madhurima Rawat" userId="8714a400033bb3ee" providerId="LiveId" clId="{BEF4CCBE-77D6-4C5F-B89D-BF7B602463BB}" dt="2023-04-22T15:29:39.916" v="811" actId="20577"/>
          <ac:spMkLst>
            <pc:docMk/>
            <pc:sldMk cId="1599651294" sldId="279"/>
            <ac:spMk id="2" creationId="{D300F2A6-4A2E-3D24-4A1F-2C6F26D9D7B9}"/>
          </ac:spMkLst>
        </pc:spChg>
        <pc:spChg chg="mod">
          <ac:chgData name="Madhurima Rawat" userId="8714a400033bb3ee" providerId="LiveId" clId="{BEF4CCBE-77D6-4C5F-B89D-BF7B602463BB}" dt="2023-04-22T15:27:13.279" v="788" actId="20577"/>
          <ac:spMkLst>
            <pc:docMk/>
            <pc:sldMk cId="1599651294" sldId="279"/>
            <ac:spMk id="3" creationId="{6F9A009B-3621-9581-3954-8D4CC4639A55}"/>
          </ac:spMkLst>
        </pc:spChg>
      </pc:sldChg>
      <pc:sldChg chg="add">
        <pc:chgData name="Madhurima Rawat" userId="8714a400033bb3ee" providerId="LiveId" clId="{BEF4CCBE-77D6-4C5F-B89D-BF7B602463BB}" dt="2023-04-22T15:25:51.051" v="774"/>
        <pc:sldMkLst>
          <pc:docMk/>
          <pc:sldMk cId="1708145513" sldId="280"/>
        </pc:sldMkLst>
      </pc:sldChg>
      <pc:sldChg chg="addSp delSp modSp new mod">
        <pc:chgData name="Madhurima Rawat" userId="8714a400033bb3ee" providerId="LiveId" clId="{BEF4CCBE-77D6-4C5F-B89D-BF7B602463BB}" dt="2023-04-22T15:29:26.409" v="808" actId="12100"/>
        <pc:sldMkLst>
          <pc:docMk/>
          <pc:sldMk cId="2451269651" sldId="281"/>
        </pc:sldMkLst>
        <pc:spChg chg="mod">
          <ac:chgData name="Madhurima Rawat" userId="8714a400033bb3ee" providerId="LiveId" clId="{BEF4CCBE-77D6-4C5F-B89D-BF7B602463BB}" dt="2023-04-22T15:27:53.907" v="793" actId="1076"/>
          <ac:spMkLst>
            <pc:docMk/>
            <pc:sldMk cId="2451269651" sldId="281"/>
            <ac:spMk id="2" creationId="{1DE201EB-7379-C1E2-446F-72FFBA4FBC67}"/>
          </ac:spMkLst>
        </pc:spChg>
        <pc:spChg chg="del mod">
          <ac:chgData name="Madhurima Rawat" userId="8714a400033bb3ee" providerId="LiveId" clId="{BEF4CCBE-77D6-4C5F-B89D-BF7B602463BB}" dt="2023-04-22T15:29:16.368" v="807" actId="12084"/>
          <ac:spMkLst>
            <pc:docMk/>
            <pc:sldMk cId="2451269651" sldId="281"/>
            <ac:spMk id="3" creationId="{E3ABDA06-5AB9-902B-9E20-109DDAD74607}"/>
          </ac:spMkLst>
        </pc:spChg>
        <pc:graphicFrameChg chg="add mod">
          <ac:chgData name="Madhurima Rawat" userId="8714a400033bb3ee" providerId="LiveId" clId="{BEF4CCBE-77D6-4C5F-B89D-BF7B602463BB}" dt="2023-04-22T15:29:26.409" v="808" actId="12100"/>
          <ac:graphicFrameMkLst>
            <pc:docMk/>
            <pc:sldMk cId="2451269651" sldId="281"/>
            <ac:graphicFrameMk id="4" creationId="{D525EFF4-8EE4-0E9B-9926-BCC8F27856DF}"/>
          </ac:graphicFrameMkLst>
        </pc:graphicFrameChg>
      </pc:sldChg>
      <pc:sldChg chg="addSp delSp modSp new del mod">
        <pc:chgData name="Madhurima Rawat" userId="8714a400033bb3ee" providerId="LiveId" clId="{BEF4CCBE-77D6-4C5F-B89D-BF7B602463BB}" dt="2023-04-22T15:40:47.434" v="964" actId="47"/>
        <pc:sldMkLst>
          <pc:docMk/>
          <pc:sldMk cId="293724385" sldId="282"/>
        </pc:sldMkLst>
        <pc:spChg chg="del">
          <ac:chgData name="Madhurima Rawat" userId="8714a400033bb3ee" providerId="LiveId" clId="{BEF4CCBE-77D6-4C5F-B89D-BF7B602463BB}" dt="2023-04-22T15:40:39.134" v="961" actId="21"/>
          <ac:spMkLst>
            <pc:docMk/>
            <pc:sldMk cId="293724385" sldId="282"/>
            <ac:spMk id="2" creationId="{45ED24FF-8AAA-657D-CBC9-E514923421ED}"/>
          </ac:spMkLst>
        </pc:spChg>
        <pc:spChg chg="mod">
          <ac:chgData name="Madhurima Rawat" userId="8714a400033bb3ee" providerId="LiveId" clId="{BEF4CCBE-77D6-4C5F-B89D-BF7B602463BB}" dt="2023-04-22T15:40:36.601" v="960" actId="1076"/>
          <ac:spMkLst>
            <pc:docMk/>
            <pc:sldMk cId="293724385" sldId="282"/>
            <ac:spMk id="3" creationId="{5C381F3D-BD45-8E9B-34D7-A1180061DE7A}"/>
          </ac:spMkLst>
        </pc:spChg>
        <pc:spChg chg="add del mod">
          <ac:chgData name="Madhurima Rawat" userId="8714a400033bb3ee" providerId="LiveId" clId="{BEF4CCBE-77D6-4C5F-B89D-BF7B602463BB}" dt="2023-04-22T15:40:43.339" v="962" actId="21"/>
          <ac:spMkLst>
            <pc:docMk/>
            <pc:sldMk cId="293724385" sldId="282"/>
            <ac:spMk id="4" creationId="{036257D8-849E-0C4C-8E33-070038E56646}"/>
          </ac:spMkLst>
        </pc:spChg>
        <pc:picChg chg="add del mod">
          <ac:chgData name="Madhurima Rawat" userId="8714a400033bb3ee" providerId="LiveId" clId="{BEF4CCBE-77D6-4C5F-B89D-BF7B602463BB}" dt="2023-04-22T15:40:45.363" v="963" actId="21"/>
          <ac:picMkLst>
            <pc:docMk/>
            <pc:sldMk cId="293724385" sldId="282"/>
            <ac:picMk id="2050" creationId="{190CABF3-B836-1751-9E4C-26A143A66AAF}"/>
          </ac:picMkLst>
        </pc:picChg>
      </pc:sldChg>
      <pc:sldChg chg="addSp delSp modSp new mod">
        <pc:chgData name="Madhurima Rawat" userId="8714a400033bb3ee" providerId="LiveId" clId="{BEF4CCBE-77D6-4C5F-B89D-BF7B602463BB}" dt="2023-04-22T15:45:11.087" v="1010" actId="1076"/>
        <pc:sldMkLst>
          <pc:docMk/>
          <pc:sldMk cId="3270707405" sldId="282"/>
        </pc:sldMkLst>
        <pc:spChg chg="mod">
          <ac:chgData name="Madhurima Rawat" userId="8714a400033bb3ee" providerId="LiveId" clId="{BEF4CCBE-77D6-4C5F-B89D-BF7B602463BB}" dt="2023-04-22T15:41:00.225" v="975" actId="20577"/>
          <ac:spMkLst>
            <pc:docMk/>
            <pc:sldMk cId="3270707405" sldId="282"/>
            <ac:spMk id="2" creationId="{7F953E59-FD4B-E329-87C2-E896CF8D405D}"/>
          </ac:spMkLst>
        </pc:spChg>
        <pc:spChg chg="del">
          <ac:chgData name="Madhurima Rawat" userId="8714a400033bb3ee" providerId="LiveId" clId="{BEF4CCBE-77D6-4C5F-B89D-BF7B602463BB}" dt="2023-04-22T15:41:16.758" v="976"/>
          <ac:spMkLst>
            <pc:docMk/>
            <pc:sldMk cId="3270707405" sldId="282"/>
            <ac:spMk id="3" creationId="{D6683609-D3C5-6666-2061-3AD78C72906D}"/>
          </ac:spMkLst>
        </pc:spChg>
        <pc:spChg chg="add mod">
          <ac:chgData name="Madhurima Rawat" userId="8714a400033bb3ee" providerId="LiveId" clId="{BEF4CCBE-77D6-4C5F-B89D-BF7B602463BB}" dt="2023-04-22T15:45:06.995" v="1008" actId="1076"/>
          <ac:spMkLst>
            <pc:docMk/>
            <pc:sldMk cId="3270707405" sldId="282"/>
            <ac:spMk id="4" creationId="{0973E507-E1D8-F669-CF1C-D9E787F84477}"/>
          </ac:spMkLst>
        </pc:spChg>
        <pc:picChg chg="add mod">
          <ac:chgData name="Madhurima Rawat" userId="8714a400033bb3ee" providerId="LiveId" clId="{BEF4CCBE-77D6-4C5F-B89D-BF7B602463BB}" dt="2023-04-22T15:45:11.087" v="1010" actId="1076"/>
          <ac:picMkLst>
            <pc:docMk/>
            <pc:sldMk cId="3270707405" sldId="282"/>
            <ac:picMk id="6" creationId="{EACC7344-CF97-16EE-7710-C10E7C3B4330}"/>
          </ac:picMkLst>
        </pc:picChg>
      </pc:sldChg>
    </pc:docChg>
  </pc:docChgLst>
</pc:chgInfo>
</file>

<file path=ppt/diagrams/_rels/data7.xml.rels><?xml version="1.0" encoding="UTF-8" standalone="yes"?>
<Relationships xmlns="http://schemas.openxmlformats.org/package/2006/relationships"><Relationship Id="rId1" Type="http://schemas.openxmlformats.org/officeDocument/2006/relationships/image" Target="../media/image12.png"/></Relationships>
</file>

<file path=ppt/diagrams/_rels/drawing7.xml.rels><?xml version="1.0" encoding="UTF-8" standalone="yes"?>
<Relationships xmlns="http://schemas.openxmlformats.org/package/2006/relationships"><Relationship Id="rId1"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A0BBB7-FA43-4168-B9EC-B32107D92F37}" type="doc">
      <dgm:prSet loTypeId="urn:microsoft.com/office/officeart/2005/8/layout/vList2" loCatId="list" qsTypeId="urn:microsoft.com/office/officeart/2005/8/quickstyle/3d2" qsCatId="3D" csTypeId="urn:microsoft.com/office/officeart/2005/8/colors/colorful1" csCatId="colorful"/>
      <dgm:spPr/>
      <dgm:t>
        <a:bodyPr/>
        <a:lstStyle/>
        <a:p>
          <a:endParaRPr lang="en-IN"/>
        </a:p>
      </dgm:t>
    </dgm:pt>
    <dgm:pt modelId="{78095DE5-513A-473E-A614-BBE3A28C4543}">
      <dgm:prSet/>
      <dgm:spPr/>
      <dgm:t>
        <a:bodyPr/>
        <a:lstStyle/>
        <a:p>
          <a:r>
            <a:rPr lang="en-US"/>
            <a:t>Chhattisgarh is one of the ancient states of India. </a:t>
          </a:r>
          <a:endParaRPr lang="en-IN"/>
        </a:p>
      </dgm:t>
    </dgm:pt>
    <dgm:pt modelId="{9B9CF90D-05E7-4F28-A88A-FE8F689CAC13}" type="parTrans" cxnId="{7DD3FB1E-BCC9-4E4F-95D3-F8966116E753}">
      <dgm:prSet/>
      <dgm:spPr/>
      <dgm:t>
        <a:bodyPr/>
        <a:lstStyle/>
        <a:p>
          <a:endParaRPr lang="en-IN"/>
        </a:p>
      </dgm:t>
    </dgm:pt>
    <dgm:pt modelId="{DE852CC2-7619-41EC-9C28-4B8BDD7ABCA8}" type="sibTrans" cxnId="{7DD3FB1E-BCC9-4E4F-95D3-F8966116E753}">
      <dgm:prSet/>
      <dgm:spPr/>
      <dgm:t>
        <a:bodyPr/>
        <a:lstStyle/>
        <a:p>
          <a:endParaRPr lang="en-IN"/>
        </a:p>
      </dgm:t>
    </dgm:pt>
    <dgm:pt modelId="{DFA25167-BA30-45A1-91AE-71624330E6AF}">
      <dgm:prSet/>
      <dgm:spPr/>
      <dgm:t>
        <a:bodyPr/>
        <a:lstStyle/>
        <a:p>
          <a:r>
            <a:rPr lang="en-US"/>
            <a:t>Chhattisgarh borders associated the states of Maharashtra, Madhya Pradesh, Andhra Pradesh, and Telangana. </a:t>
          </a:r>
          <a:endParaRPr lang="en-IN"/>
        </a:p>
      </dgm:t>
    </dgm:pt>
    <dgm:pt modelId="{AC0AEE9D-F837-494C-94D4-960B3F428CBB}" type="parTrans" cxnId="{9A84AD85-85C3-45ED-9A8A-F4A619743D7E}">
      <dgm:prSet/>
      <dgm:spPr/>
      <dgm:t>
        <a:bodyPr/>
        <a:lstStyle/>
        <a:p>
          <a:endParaRPr lang="en-IN"/>
        </a:p>
      </dgm:t>
    </dgm:pt>
    <dgm:pt modelId="{AC08451B-757E-4E9A-A6DC-53F99AC33BE3}" type="sibTrans" cxnId="{9A84AD85-85C3-45ED-9A8A-F4A619743D7E}">
      <dgm:prSet/>
      <dgm:spPr/>
      <dgm:t>
        <a:bodyPr/>
        <a:lstStyle/>
        <a:p>
          <a:endParaRPr lang="en-IN"/>
        </a:p>
      </dgm:t>
    </dgm:pt>
    <dgm:pt modelId="{DE4BF228-8D4A-435E-A059-000F2E3BD70A}">
      <dgm:prSet/>
      <dgm:spPr/>
      <dgm:t>
        <a:bodyPr/>
        <a:lstStyle/>
        <a:p>
          <a:r>
            <a:rPr lang="en-US"/>
            <a:t>The Chhattisgarhi culture is immersed in varieties of dance forms, mainly due to the number of tribes residing in the vast expanse of the state.</a:t>
          </a:r>
          <a:endParaRPr lang="en-IN"/>
        </a:p>
      </dgm:t>
    </dgm:pt>
    <dgm:pt modelId="{316622D8-C1D0-433D-8902-7B0DE2F9FF13}" type="parTrans" cxnId="{A0F5B726-E652-4624-A899-541379D22FED}">
      <dgm:prSet/>
      <dgm:spPr/>
      <dgm:t>
        <a:bodyPr/>
        <a:lstStyle/>
        <a:p>
          <a:endParaRPr lang="en-IN"/>
        </a:p>
      </dgm:t>
    </dgm:pt>
    <dgm:pt modelId="{0AAB2477-D096-41CD-A632-C13804DCC038}" type="sibTrans" cxnId="{A0F5B726-E652-4624-A899-541379D22FED}">
      <dgm:prSet/>
      <dgm:spPr/>
      <dgm:t>
        <a:bodyPr/>
        <a:lstStyle/>
        <a:p>
          <a:endParaRPr lang="en-IN"/>
        </a:p>
      </dgm:t>
    </dgm:pt>
    <dgm:pt modelId="{B20F7F20-65D0-4989-AED5-CEE99AA54E92}">
      <dgm:prSet/>
      <dgm:spPr/>
      <dgm:t>
        <a:bodyPr/>
        <a:lstStyle/>
        <a:p>
          <a:r>
            <a:rPr lang="en-US"/>
            <a:t>The state’s tribal population has developed many native indigenous folk performances of their cultural beliefs.</a:t>
          </a:r>
          <a:endParaRPr lang="en-IN"/>
        </a:p>
      </dgm:t>
    </dgm:pt>
    <dgm:pt modelId="{5A31113F-9B77-49D0-A6F3-B95054610D4F}" type="parTrans" cxnId="{D16AC020-6D6D-4765-9E41-544B44E1D382}">
      <dgm:prSet/>
      <dgm:spPr/>
      <dgm:t>
        <a:bodyPr/>
        <a:lstStyle/>
        <a:p>
          <a:endParaRPr lang="en-IN"/>
        </a:p>
      </dgm:t>
    </dgm:pt>
    <dgm:pt modelId="{C70DF74F-4F78-4E8D-9F36-1AFEFDF38000}" type="sibTrans" cxnId="{D16AC020-6D6D-4765-9E41-544B44E1D382}">
      <dgm:prSet/>
      <dgm:spPr/>
      <dgm:t>
        <a:bodyPr/>
        <a:lstStyle/>
        <a:p>
          <a:endParaRPr lang="en-IN"/>
        </a:p>
      </dgm:t>
    </dgm:pt>
    <dgm:pt modelId="{AAA9C43F-3C16-49F0-B2C7-0EF9065BACDB}">
      <dgm:prSet/>
      <dgm:spPr/>
      <dgm:t>
        <a:bodyPr/>
        <a:lstStyle/>
        <a:p>
          <a:r>
            <a:rPr lang="en-US"/>
            <a:t>Most of the Chhattisgarh folk dance forms are performed as part of rituals, performed in reverence for the gods or denoting the change of seasons. </a:t>
          </a:r>
          <a:endParaRPr lang="en-IN"/>
        </a:p>
      </dgm:t>
    </dgm:pt>
    <dgm:pt modelId="{CD57C63A-0B40-4427-800D-E4E6AD29894D}" type="parTrans" cxnId="{FF70D05F-A130-4C2F-910F-E0703D3AB8D4}">
      <dgm:prSet/>
      <dgm:spPr/>
      <dgm:t>
        <a:bodyPr/>
        <a:lstStyle/>
        <a:p>
          <a:endParaRPr lang="en-IN"/>
        </a:p>
      </dgm:t>
    </dgm:pt>
    <dgm:pt modelId="{2E9E0626-37C0-470A-B106-70F68C9381E9}" type="sibTrans" cxnId="{FF70D05F-A130-4C2F-910F-E0703D3AB8D4}">
      <dgm:prSet/>
      <dgm:spPr/>
      <dgm:t>
        <a:bodyPr/>
        <a:lstStyle/>
        <a:p>
          <a:endParaRPr lang="en-IN"/>
        </a:p>
      </dgm:t>
    </dgm:pt>
    <dgm:pt modelId="{54829E40-B2CA-4CB4-8247-B1128B0ED217}">
      <dgm:prSet/>
      <dgm:spPr/>
      <dgm:t>
        <a:bodyPr/>
        <a:lstStyle/>
        <a:p>
          <a:r>
            <a:rPr lang="en-US"/>
            <a:t>Special costumes and accessories are made for such dance forms and the fast movements combined with perfect timing will leave you mesmerized. </a:t>
          </a:r>
          <a:endParaRPr lang="en-IN"/>
        </a:p>
      </dgm:t>
    </dgm:pt>
    <dgm:pt modelId="{FAF7852E-FC90-417D-B2F7-C54F62A7476E}" type="parTrans" cxnId="{01474507-8A0D-4942-A278-12BF436F3130}">
      <dgm:prSet/>
      <dgm:spPr/>
      <dgm:t>
        <a:bodyPr/>
        <a:lstStyle/>
        <a:p>
          <a:endParaRPr lang="en-IN"/>
        </a:p>
      </dgm:t>
    </dgm:pt>
    <dgm:pt modelId="{AC16260E-3204-428C-93AD-6F2770C1D514}" type="sibTrans" cxnId="{01474507-8A0D-4942-A278-12BF436F3130}">
      <dgm:prSet/>
      <dgm:spPr/>
      <dgm:t>
        <a:bodyPr/>
        <a:lstStyle/>
        <a:p>
          <a:endParaRPr lang="en-IN"/>
        </a:p>
      </dgm:t>
    </dgm:pt>
    <dgm:pt modelId="{1CACB56F-C16F-4B18-97A2-B9619246CDB6}" type="pres">
      <dgm:prSet presAssocID="{5AA0BBB7-FA43-4168-B9EC-B32107D92F37}" presName="linear" presStyleCnt="0">
        <dgm:presLayoutVars>
          <dgm:animLvl val="lvl"/>
          <dgm:resizeHandles val="exact"/>
        </dgm:presLayoutVars>
      </dgm:prSet>
      <dgm:spPr/>
    </dgm:pt>
    <dgm:pt modelId="{8A30F95C-D9D7-4628-B587-022F35D825F0}" type="pres">
      <dgm:prSet presAssocID="{78095DE5-513A-473E-A614-BBE3A28C4543}" presName="parentText" presStyleLbl="node1" presStyleIdx="0" presStyleCnt="6">
        <dgm:presLayoutVars>
          <dgm:chMax val="0"/>
          <dgm:bulletEnabled val="1"/>
        </dgm:presLayoutVars>
      </dgm:prSet>
      <dgm:spPr/>
    </dgm:pt>
    <dgm:pt modelId="{841E6D56-2C6F-4D06-98F5-BAF5E5FFC9A4}" type="pres">
      <dgm:prSet presAssocID="{DE852CC2-7619-41EC-9C28-4B8BDD7ABCA8}" presName="spacer" presStyleCnt="0"/>
      <dgm:spPr/>
    </dgm:pt>
    <dgm:pt modelId="{7700E483-256E-4BFB-9E8D-512655BBEF61}" type="pres">
      <dgm:prSet presAssocID="{DFA25167-BA30-45A1-91AE-71624330E6AF}" presName="parentText" presStyleLbl="node1" presStyleIdx="1" presStyleCnt="6">
        <dgm:presLayoutVars>
          <dgm:chMax val="0"/>
          <dgm:bulletEnabled val="1"/>
        </dgm:presLayoutVars>
      </dgm:prSet>
      <dgm:spPr/>
    </dgm:pt>
    <dgm:pt modelId="{37365C38-F2FF-4475-A834-545475B214C2}" type="pres">
      <dgm:prSet presAssocID="{AC08451B-757E-4E9A-A6DC-53F99AC33BE3}" presName="spacer" presStyleCnt="0"/>
      <dgm:spPr/>
    </dgm:pt>
    <dgm:pt modelId="{77A67B3A-7EA7-46EC-B94E-C21A36D0720D}" type="pres">
      <dgm:prSet presAssocID="{DE4BF228-8D4A-435E-A059-000F2E3BD70A}" presName="parentText" presStyleLbl="node1" presStyleIdx="2" presStyleCnt="6">
        <dgm:presLayoutVars>
          <dgm:chMax val="0"/>
          <dgm:bulletEnabled val="1"/>
        </dgm:presLayoutVars>
      </dgm:prSet>
      <dgm:spPr/>
    </dgm:pt>
    <dgm:pt modelId="{640275CB-B816-483E-8C09-42029799381E}" type="pres">
      <dgm:prSet presAssocID="{0AAB2477-D096-41CD-A632-C13804DCC038}" presName="spacer" presStyleCnt="0"/>
      <dgm:spPr/>
    </dgm:pt>
    <dgm:pt modelId="{B3923107-BF52-4AC1-B77C-5B373F023E2C}" type="pres">
      <dgm:prSet presAssocID="{B20F7F20-65D0-4989-AED5-CEE99AA54E92}" presName="parentText" presStyleLbl="node1" presStyleIdx="3" presStyleCnt="6">
        <dgm:presLayoutVars>
          <dgm:chMax val="0"/>
          <dgm:bulletEnabled val="1"/>
        </dgm:presLayoutVars>
      </dgm:prSet>
      <dgm:spPr/>
    </dgm:pt>
    <dgm:pt modelId="{8E9F8B0B-5A94-48BF-A1E5-80CFF009A217}" type="pres">
      <dgm:prSet presAssocID="{C70DF74F-4F78-4E8D-9F36-1AFEFDF38000}" presName="spacer" presStyleCnt="0"/>
      <dgm:spPr/>
    </dgm:pt>
    <dgm:pt modelId="{E86EAA73-7739-431B-82CD-101417DD49B4}" type="pres">
      <dgm:prSet presAssocID="{AAA9C43F-3C16-49F0-B2C7-0EF9065BACDB}" presName="parentText" presStyleLbl="node1" presStyleIdx="4" presStyleCnt="6">
        <dgm:presLayoutVars>
          <dgm:chMax val="0"/>
          <dgm:bulletEnabled val="1"/>
        </dgm:presLayoutVars>
      </dgm:prSet>
      <dgm:spPr/>
    </dgm:pt>
    <dgm:pt modelId="{7FA87FF9-261D-49AE-BDFC-F7287CF07DA9}" type="pres">
      <dgm:prSet presAssocID="{2E9E0626-37C0-470A-B106-70F68C9381E9}" presName="spacer" presStyleCnt="0"/>
      <dgm:spPr/>
    </dgm:pt>
    <dgm:pt modelId="{7515B9E6-36A0-4F09-A86C-EABA93FB7FFA}" type="pres">
      <dgm:prSet presAssocID="{54829E40-B2CA-4CB4-8247-B1128B0ED217}" presName="parentText" presStyleLbl="node1" presStyleIdx="5" presStyleCnt="6">
        <dgm:presLayoutVars>
          <dgm:chMax val="0"/>
          <dgm:bulletEnabled val="1"/>
        </dgm:presLayoutVars>
      </dgm:prSet>
      <dgm:spPr/>
    </dgm:pt>
  </dgm:ptLst>
  <dgm:cxnLst>
    <dgm:cxn modelId="{A5BA0800-13EB-44DF-878A-5359D5B81ABE}" type="presOf" srcId="{AAA9C43F-3C16-49F0-B2C7-0EF9065BACDB}" destId="{E86EAA73-7739-431B-82CD-101417DD49B4}" srcOrd="0" destOrd="0" presId="urn:microsoft.com/office/officeart/2005/8/layout/vList2"/>
    <dgm:cxn modelId="{01474507-8A0D-4942-A278-12BF436F3130}" srcId="{5AA0BBB7-FA43-4168-B9EC-B32107D92F37}" destId="{54829E40-B2CA-4CB4-8247-B1128B0ED217}" srcOrd="5" destOrd="0" parTransId="{FAF7852E-FC90-417D-B2F7-C54F62A7476E}" sibTransId="{AC16260E-3204-428C-93AD-6F2770C1D514}"/>
    <dgm:cxn modelId="{7DD3FB1E-BCC9-4E4F-95D3-F8966116E753}" srcId="{5AA0BBB7-FA43-4168-B9EC-B32107D92F37}" destId="{78095DE5-513A-473E-A614-BBE3A28C4543}" srcOrd="0" destOrd="0" parTransId="{9B9CF90D-05E7-4F28-A88A-FE8F689CAC13}" sibTransId="{DE852CC2-7619-41EC-9C28-4B8BDD7ABCA8}"/>
    <dgm:cxn modelId="{D16AC020-6D6D-4765-9E41-544B44E1D382}" srcId="{5AA0BBB7-FA43-4168-B9EC-B32107D92F37}" destId="{B20F7F20-65D0-4989-AED5-CEE99AA54E92}" srcOrd="3" destOrd="0" parTransId="{5A31113F-9B77-49D0-A6F3-B95054610D4F}" sibTransId="{C70DF74F-4F78-4E8D-9F36-1AFEFDF38000}"/>
    <dgm:cxn modelId="{A0F5B726-E652-4624-A899-541379D22FED}" srcId="{5AA0BBB7-FA43-4168-B9EC-B32107D92F37}" destId="{DE4BF228-8D4A-435E-A059-000F2E3BD70A}" srcOrd="2" destOrd="0" parTransId="{316622D8-C1D0-433D-8902-7B0DE2F9FF13}" sibTransId="{0AAB2477-D096-41CD-A632-C13804DCC038}"/>
    <dgm:cxn modelId="{E2819F32-EA06-4779-BA15-E8D5F417D04F}" type="presOf" srcId="{5AA0BBB7-FA43-4168-B9EC-B32107D92F37}" destId="{1CACB56F-C16F-4B18-97A2-B9619246CDB6}" srcOrd="0" destOrd="0" presId="urn:microsoft.com/office/officeart/2005/8/layout/vList2"/>
    <dgm:cxn modelId="{6E0DEA3E-6013-4F29-93A7-89EF8AA781AA}" type="presOf" srcId="{54829E40-B2CA-4CB4-8247-B1128B0ED217}" destId="{7515B9E6-36A0-4F09-A86C-EABA93FB7FFA}" srcOrd="0" destOrd="0" presId="urn:microsoft.com/office/officeart/2005/8/layout/vList2"/>
    <dgm:cxn modelId="{FF70D05F-A130-4C2F-910F-E0703D3AB8D4}" srcId="{5AA0BBB7-FA43-4168-B9EC-B32107D92F37}" destId="{AAA9C43F-3C16-49F0-B2C7-0EF9065BACDB}" srcOrd="4" destOrd="0" parTransId="{CD57C63A-0B40-4427-800D-E4E6AD29894D}" sibTransId="{2E9E0626-37C0-470A-B106-70F68C9381E9}"/>
    <dgm:cxn modelId="{9A84AD85-85C3-45ED-9A8A-F4A619743D7E}" srcId="{5AA0BBB7-FA43-4168-B9EC-B32107D92F37}" destId="{DFA25167-BA30-45A1-91AE-71624330E6AF}" srcOrd="1" destOrd="0" parTransId="{AC0AEE9D-F837-494C-94D4-960B3F428CBB}" sibTransId="{AC08451B-757E-4E9A-A6DC-53F99AC33BE3}"/>
    <dgm:cxn modelId="{13334988-DCAE-490D-98EC-5DBC700701E2}" type="presOf" srcId="{B20F7F20-65D0-4989-AED5-CEE99AA54E92}" destId="{B3923107-BF52-4AC1-B77C-5B373F023E2C}" srcOrd="0" destOrd="0" presId="urn:microsoft.com/office/officeart/2005/8/layout/vList2"/>
    <dgm:cxn modelId="{A7EC2FB6-9484-4A50-B60B-CC83B662252C}" type="presOf" srcId="{DE4BF228-8D4A-435E-A059-000F2E3BD70A}" destId="{77A67B3A-7EA7-46EC-B94E-C21A36D0720D}" srcOrd="0" destOrd="0" presId="urn:microsoft.com/office/officeart/2005/8/layout/vList2"/>
    <dgm:cxn modelId="{EBD3D1DC-504D-4DEA-8B17-FCF8585FD532}" type="presOf" srcId="{DFA25167-BA30-45A1-91AE-71624330E6AF}" destId="{7700E483-256E-4BFB-9E8D-512655BBEF61}" srcOrd="0" destOrd="0" presId="urn:microsoft.com/office/officeart/2005/8/layout/vList2"/>
    <dgm:cxn modelId="{29F780E1-3A26-4AB9-B9E2-82CEF98420D9}" type="presOf" srcId="{78095DE5-513A-473E-A614-BBE3A28C4543}" destId="{8A30F95C-D9D7-4628-B587-022F35D825F0}" srcOrd="0" destOrd="0" presId="urn:microsoft.com/office/officeart/2005/8/layout/vList2"/>
    <dgm:cxn modelId="{FA5A23F6-E101-4074-BE02-546A669EA151}" type="presParOf" srcId="{1CACB56F-C16F-4B18-97A2-B9619246CDB6}" destId="{8A30F95C-D9D7-4628-B587-022F35D825F0}" srcOrd="0" destOrd="0" presId="urn:microsoft.com/office/officeart/2005/8/layout/vList2"/>
    <dgm:cxn modelId="{01D27ADE-7FE5-4B2F-80AD-94B556C2EB94}" type="presParOf" srcId="{1CACB56F-C16F-4B18-97A2-B9619246CDB6}" destId="{841E6D56-2C6F-4D06-98F5-BAF5E5FFC9A4}" srcOrd="1" destOrd="0" presId="urn:microsoft.com/office/officeart/2005/8/layout/vList2"/>
    <dgm:cxn modelId="{A1ABA7B9-64CA-4B00-A8ED-F29D6FC5FD28}" type="presParOf" srcId="{1CACB56F-C16F-4B18-97A2-B9619246CDB6}" destId="{7700E483-256E-4BFB-9E8D-512655BBEF61}" srcOrd="2" destOrd="0" presId="urn:microsoft.com/office/officeart/2005/8/layout/vList2"/>
    <dgm:cxn modelId="{5BB6487E-99EB-4282-B382-DD060C23CC54}" type="presParOf" srcId="{1CACB56F-C16F-4B18-97A2-B9619246CDB6}" destId="{37365C38-F2FF-4475-A834-545475B214C2}" srcOrd="3" destOrd="0" presId="urn:microsoft.com/office/officeart/2005/8/layout/vList2"/>
    <dgm:cxn modelId="{38D0BE27-3BF4-4D68-96DA-A41C72D2CEBC}" type="presParOf" srcId="{1CACB56F-C16F-4B18-97A2-B9619246CDB6}" destId="{77A67B3A-7EA7-46EC-B94E-C21A36D0720D}" srcOrd="4" destOrd="0" presId="urn:microsoft.com/office/officeart/2005/8/layout/vList2"/>
    <dgm:cxn modelId="{FEEB12F1-2D6F-401C-AC1E-DCAA8518FDA1}" type="presParOf" srcId="{1CACB56F-C16F-4B18-97A2-B9619246CDB6}" destId="{640275CB-B816-483E-8C09-42029799381E}" srcOrd="5" destOrd="0" presId="urn:microsoft.com/office/officeart/2005/8/layout/vList2"/>
    <dgm:cxn modelId="{C61B08E4-294F-49F1-B0F1-8393AB5D84FA}" type="presParOf" srcId="{1CACB56F-C16F-4B18-97A2-B9619246CDB6}" destId="{B3923107-BF52-4AC1-B77C-5B373F023E2C}" srcOrd="6" destOrd="0" presId="urn:microsoft.com/office/officeart/2005/8/layout/vList2"/>
    <dgm:cxn modelId="{3D0ABBF3-8708-4910-AA09-2F5B2848CEFB}" type="presParOf" srcId="{1CACB56F-C16F-4B18-97A2-B9619246CDB6}" destId="{8E9F8B0B-5A94-48BF-A1E5-80CFF009A217}" srcOrd="7" destOrd="0" presId="urn:microsoft.com/office/officeart/2005/8/layout/vList2"/>
    <dgm:cxn modelId="{73BC1C3A-96AC-410E-A5C6-88246A91CC94}" type="presParOf" srcId="{1CACB56F-C16F-4B18-97A2-B9619246CDB6}" destId="{E86EAA73-7739-431B-82CD-101417DD49B4}" srcOrd="8" destOrd="0" presId="urn:microsoft.com/office/officeart/2005/8/layout/vList2"/>
    <dgm:cxn modelId="{6268EF2C-3916-4F1C-8F44-2EFD79DC0A6B}" type="presParOf" srcId="{1CACB56F-C16F-4B18-97A2-B9619246CDB6}" destId="{7FA87FF9-261D-49AE-BDFC-F7287CF07DA9}" srcOrd="9" destOrd="0" presId="urn:microsoft.com/office/officeart/2005/8/layout/vList2"/>
    <dgm:cxn modelId="{A265BF80-4D24-46B8-B4F7-F127EE4804C5}" type="presParOf" srcId="{1CACB56F-C16F-4B18-97A2-B9619246CDB6}" destId="{7515B9E6-36A0-4F09-A86C-EABA93FB7FFA}"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EAF7D9B-8404-4AE2-827E-1571429EA2A9}" type="doc">
      <dgm:prSet loTypeId="urn:microsoft.com/office/officeart/2005/8/layout/vList2" loCatId="list" qsTypeId="urn:microsoft.com/office/officeart/2005/8/quickstyle/simple2" qsCatId="simple" csTypeId="urn:microsoft.com/office/officeart/2005/8/colors/colorful1" csCatId="colorful"/>
      <dgm:spPr/>
      <dgm:t>
        <a:bodyPr/>
        <a:lstStyle/>
        <a:p>
          <a:endParaRPr lang="en-IN"/>
        </a:p>
      </dgm:t>
    </dgm:pt>
    <dgm:pt modelId="{B569B869-ACC8-493D-A1F3-534B9283EDDD}">
      <dgm:prSet/>
      <dgm:spPr/>
      <dgm:t>
        <a:bodyPr/>
        <a:lstStyle/>
        <a:p>
          <a:r>
            <a:rPr lang="en-IN"/>
            <a:t>Saila Dance</a:t>
          </a:r>
        </a:p>
      </dgm:t>
    </dgm:pt>
    <dgm:pt modelId="{95BCCD40-F08C-4AE6-8D13-4BF37D656798}" type="parTrans" cxnId="{37C8AAEF-F0A8-448F-80FA-83938980D858}">
      <dgm:prSet/>
      <dgm:spPr/>
      <dgm:t>
        <a:bodyPr/>
        <a:lstStyle/>
        <a:p>
          <a:endParaRPr lang="en-IN"/>
        </a:p>
      </dgm:t>
    </dgm:pt>
    <dgm:pt modelId="{502DE508-AA96-41EB-BC97-624C5589F918}" type="sibTrans" cxnId="{37C8AAEF-F0A8-448F-80FA-83938980D858}">
      <dgm:prSet/>
      <dgm:spPr/>
      <dgm:t>
        <a:bodyPr/>
        <a:lstStyle/>
        <a:p>
          <a:endParaRPr lang="en-IN"/>
        </a:p>
      </dgm:t>
    </dgm:pt>
    <dgm:pt modelId="{0E04EAEF-7728-4CA5-982C-0DD567B3A9AF}">
      <dgm:prSet/>
      <dgm:spPr/>
      <dgm:t>
        <a:bodyPr/>
        <a:lstStyle/>
        <a:p>
          <a:r>
            <a:rPr lang="en-IN"/>
            <a:t>Panthi Dance</a:t>
          </a:r>
        </a:p>
      </dgm:t>
    </dgm:pt>
    <dgm:pt modelId="{FD936A57-C183-4D22-AB7B-B892B94F3B1E}" type="parTrans" cxnId="{8811FDF2-8F0C-4D6C-821C-95AF846BD14F}">
      <dgm:prSet/>
      <dgm:spPr/>
      <dgm:t>
        <a:bodyPr/>
        <a:lstStyle/>
        <a:p>
          <a:endParaRPr lang="en-IN"/>
        </a:p>
      </dgm:t>
    </dgm:pt>
    <dgm:pt modelId="{1802C45C-830A-4B67-A969-67DA2BC189E5}" type="sibTrans" cxnId="{8811FDF2-8F0C-4D6C-821C-95AF846BD14F}">
      <dgm:prSet/>
      <dgm:spPr/>
      <dgm:t>
        <a:bodyPr/>
        <a:lstStyle/>
        <a:p>
          <a:endParaRPr lang="en-IN"/>
        </a:p>
      </dgm:t>
    </dgm:pt>
    <dgm:pt modelId="{EB6F2EEF-2A8B-475D-BBC2-131C3640EA4E}">
      <dgm:prSet/>
      <dgm:spPr/>
      <dgm:t>
        <a:bodyPr/>
        <a:lstStyle/>
        <a:p>
          <a:r>
            <a:rPr lang="en-IN"/>
            <a:t>Karma Dance</a:t>
          </a:r>
        </a:p>
      </dgm:t>
    </dgm:pt>
    <dgm:pt modelId="{EFE6B39C-6E17-4035-AD5E-91B4B3677A17}" type="parTrans" cxnId="{08849995-1192-42A5-87B8-84C57E8856FD}">
      <dgm:prSet/>
      <dgm:spPr/>
      <dgm:t>
        <a:bodyPr/>
        <a:lstStyle/>
        <a:p>
          <a:endParaRPr lang="en-IN"/>
        </a:p>
      </dgm:t>
    </dgm:pt>
    <dgm:pt modelId="{FAB09556-911F-4FF0-A62E-BCB3D26D8E40}" type="sibTrans" cxnId="{08849995-1192-42A5-87B8-84C57E8856FD}">
      <dgm:prSet/>
      <dgm:spPr/>
      <dgm:t>
        <a:bodyPr/>
        <a:lstStyle/>
        <a:p>
          <a:endParaRPr lang="en-IN"/>
        </a:p>
      </dgm:t>
    </dgm:pt>
    <dgm:pt modelId="{4598C3F3-5671-4E6D-BCDF-15FA8DAC07A1}">
      <dgm:prSet/>
      <dgm:spPr/>
      <dgm:t>
        <a:bodyPr/>
        <a:lstStyle/>
        <a:p>
          <a:r>
            <a:rPr lang="en-IN"/>
            <a:t>Bison Horn Maria</a:t>
          </a:r>
        </a:p>
      </dgm:t>
    </dgm:pt>
    <dgm:pt modelId="{E3B6F803-463B-4AAC-BC05-45DB8DADA361}" type="parTrans" cxnId="{82F0C35B-A60B-4CC6-94D8-D7B3DE46519A}">
      <dgm:prSet/>
      <dgm:spPr/>
      <dgm:t>
        <a:bodyPr/>
        <a:lstStyle/>
        <a:p>
          <a:endParaRPr lang="en-IN"/>
        </a:p>
      </dgm:t>
    </dgm:pt>
    <dgm:pt modelId="{63CC7F46-8570-45D4-9C6F-89DCF55F36C1}" type="sibTrans" cxnId="{82F0C35B-A60B-4CC6-94D8-D7B3DE46519A}">
      <dgm:prSet/>
      <dgm:spPr/>
      <dgm:t>
        <a:bodyPr/>
        <a:lstStyle/>
        <a:p>
          <a:endParaRPr lang="en-IN"/>
        </a:p>
      </dgm:t>
    </dgm:pt>
    <dgm:pt modelId="{E6E05B38-FB56-4B08-B74F-3EF264657B85}" type="pres">
      <dgm:prSet presAssocID="{AEAF7D9B-8404-4AE2-827E-1571429EA2A9}" presName="linear" presStyleCnt="0">
        <dgm:presLayoutVars>
          <dgm:animLvl val="lvl"/>
          <dgm:resizeHandles val="exact"/>
        </dgm:presLayoutVars>
      </dgm:prSet>
      <dgm:spPr/>
    </dgm:pt>
    <dgm:pt modelId="{C7CB288A-B48A-4333-B678-B1014933DF74}" type="pres">
      <dgm:prSet presAssocID="{B569B869-ACC8-493D-A1F3-534B9283EDDD}" presName="parentText" presStyleLbl="node1" presStyleIdx="0" presStyleCnt="4">
        <dgm:presLayoutVars>
          <dgm:chMax val="0"/>
          <dgm:bulletEnabled val="1"/>
        </dgm:presLayoutVars>
      </dgm:prSet>
      <dgm:spPr/>
    </dgm:pt>
    <dgm:pt modelId="{FFDFC300-9E95-4632-9B18-19F96077A3CB}" type="pres">
      <dgm:prSet presAssocID="{502DE508-AA96-41EB-BC97-624C5589F918}" presName="spacer" presStyleCnt="0"/>
      <dgm:spPr/>
    </dgm:pt>
    <dgm:pt modelId="{B62A1736-A968-49A3-A5F2-78A2F136AF20}" type="pres">
      <dgm:prSet presAssocID="{0E04EAEF-7728-4CA5-982C-0DD567B3A9AF}" presName="parentText" presStyleLbl="node1" presStyleIdx="1" presStyleCnt="4">
        <dgm:presLayoutVars>
          <dgm:chMax val="0"/>
          <dgm:bulletEnabled val="1"/>
        </dgm:presLayoutVars>
      </dgm:prSet>
      <dgm:spPr/>
    </dgm:pt>
    <dgm:pt modelId="{D23B2396-E16B-4C8E-8A04-0E89B18FC1EA}" type="pres">
      <dgm:prSet presAssocID="{1802C45C-830A-4B67-A969-67DA2BC189E5}" presName="spacer" presStyleCnt="0"/>
      <dgm:spPr/>
    </dgm:pt>
    <dgm:pt modelId="{CC606412-3D29-4300-A438-36FED0FCBA81}" type="pres">
      <dgm:prSet presAssocID="{EB6F2EEF-2A8B-475D-BBC2-131C3640EA4E}" presName="parentText" presStyleLbl="node1" presStyleIdx="2" presStyleCnt="4">
        <dgm:presLayoutVars>
          <dgm:chMax val="0"/>
          <dgm:bulletEnabled val="1"/>
        </dgm:presLayoutVars>
      </dgm:prSet>
      <dgm:spPr/>
    </dgm:pt>
    <dgm:pt modelId="{E4D2643C-942F-4C9A-BBE8-56EFC812B93F}" type="pres">
      <dgm:prSet presAssocID="{FAB09556-911F-4FF0-A62E-BCB3D26D8E40}" presName="spacer" presStyleCnt="0"/>
      <dgm:spPr/>
    </dgm:pt>
    <dgm:pt modelId="{832DE180-DBB4-42A1-94F9-ADFC575B086B}" type="pres">
      <dgm:prSet presAssocID="{4598C3F3-5671-4E6D-BCDF-15FA8DAC07A1}" presName="parentText" presStyleLbl="node1" presStyleIdx="3" presStyleCnt="4">
        <dgm:presLayoutVars>
          <dgm:chMax val="0"/>
          <dgm:bulletEnabled val="1"/>
        </dgm:presLayoutVars>
      </dgm:prSet>
      <dgm:spPr/>
    </dgm:pt>
  </dgm:ptLst>
  <dgm:cxnLst>
    <dgm:cxn modelId="{82F0C35B-A60B-4CC6-94D8-D7B3DE46519A}" srcId="{AEAF7D9B-8404-4AE2-827E-1571429EA2A9}" destId="{4598C3F3-5671-4E6D-BCDF-15FA8DAC07A1}" srcOrd="3" destOrd="0" parTransId="{E3B6F803-463B-4AAC-BC05-45DB8DADA361}" sibTransId="{63CC7F46-8570-45D4-9C6F-89DCF55F36C1}"/>
    <dgm:cxn modelId="{B946F18E-300D-4B30-B30E-427C5DDABDEB}" type="presOf" srcId="{EB6F2EEF-2A8B-475D-BBC2-131C3640EA4E}" destId="{CC606412-3D29-4300-A438-36FED0FCBA81}" srcOrd="0" destOrd="0" presId="urn:microsoft.com/office/officeart/2005/8/layout/vList2"/>
    <dgm:cxn modelId="{08849995-1192-42A5-87B8-84C57E8856FD}" srcId="{AEAF7D9B-8404-4AE2-827E-1571429EA2A9}" destId="{EB6F2EEF-2A8B-475D-BBC2-131C3640EA4E}" srcOrd="2" destOrd="0" parTransId="{EFE6B39C-6E17-4035-AD5E-91B4B3677A17}" sibTransId="{FAB09556-911F-4FF0-A62E-BCB3D26D8E40}"/>
    <dgm:cxn modelId="{95619DC0-1821-4536-8673-577BC7A8D933}" type="presOf" srcId="{4598C3F3-5671-4E6D-BCDF-15FA8DAC07A1}" destId="{832DE180-DBB4-42A1-94F9-ADFC575B086B}" srcOrd="0" destOrd="0" presId="urn:microsoft.com/office/officeart/2005/8/layout/vList2"/>
    <dgm:cxn modelId="{1BE721D8-D317-45A3-B0C8-5EB89466E206}" type="presOf" srcId="{AEAF7D9B-8404-4AE2-827E-1571429EA2A9}" destId="{E6E05B38-FB56-4B08-B74F-3EF264657B85}" srcOrd="0" destOrd="0" presId="urn:microsoft.com/office/officeart/2005/8/layout/vList2"/>
    <dgm:cxn modelId="{67960DE7-3467-4644-98AF-F08CE47FF18F}" type="presOf" srcId="{B569B869-ACC8-493D-A1F3-534B9283EDDD}" destId="{C7CB288A-B48A-4333-B678-B1014933DF74}" srcOrd="0" destOrd="0" presId="urn:microsoft.com/office/officeart/2005/8/layout/vList2"/>
    <dgm:cxn modelId="{37C8AAEF-F0A8-448F-80FA-83938980D858}" srcId="{AEAF7D9B-8404-4AE2-827E-1571429EA2A9}" destId="{B569B869-ACC8-493D-A1F3-534B9283EDDD}" srcOrd="0" destOrd="0" parTransId="{95BCCD40-F08C-4AE6-8D13-4BF37D656798}" sibTransId="{502DE508-AA96-41EB-BC97-624C5589F918}"/>
    <dgm:cxn modelId="{8811FDF2-8F0C-4D6C-821C-95AF846BD14F}" srcId="{AEAF7D9B-8404-4AE2-827E-1571429EA2A9}" destId="{0E04EAEF-7728-4CA5-982C-0DD567B3A9AF}" srcOrd="1" destOrd="0" parTransId="{FD936A57-C183-4D22-AB7B-B892B94F3B1E}" sibTransId="{1802C45C-830A-4B67-A969-67DA2BC189E5}"/>
    <dgm:cxn modelId="{8C7F22FB-2202-4049-979D-7642C6DC779D}" type="presOf" srcId="{0E04EAEF-7728-4CA5-982C-0DD567B3A9AF}" destId="{B62A1736-A968-49A3-A5F2-78A2F136AF20}" srcOrd="0" destOrd="0" presId="urn:microsoft.com/office/officeart/2005/8/layout/vList2"/>
    <dgm:cxn modelId="{31EEEA4F-873A-4253-9C75-4A5B507D193B}" type="presParOf" srcId="{E6E05B38-FB56-4B08-B74F-3EF264657B85}" destId="{C7CB288A-B48A-4333-B678-B1014933DF74}" srcOrd="0" destOrd="0" presId="urn:microsoft.com/office/officeart/2005/8/layout/vList2"/>
    <dgm:cxn modelId="{8B3FE0E5-5FB2-4B92-B3FD-25AD396422FC}" type="presParOf" srcId="{E6E05B38-FB56-4B08-B74F-3EF264657B85}" destId="{FFDFC300-9E95-4632-9B18-19F96077A3CB}" srcOrd="1" destOrd="0" presId="urn:microsoft.com/office/officeart/2005/8/layout/vList2"/>
    <dgm:cxn modelId="{F4758C94-9B61-4709-9104-6DBFC36FB2E4}" type="presParOf" srcId="{E6E05B38-FB56-4B08-B74F-3EF264657B85}" destId="{B62A1736-A968-49A3-A5F2-78A2F136AF20}" srcOrd="2" destOrd="0" presId="urn:microsoft.com/office/officeart/2005/8/layout/vList2"/>
    <dgm:cxn modelId="{29395B4C-A92A-47A8-BEE7-56550CEEF665}" type="presParOf" srcId="{E6E05B38-FB56-4B08-B74F-3EF264657B85}" destId="{D23B2396-E16B-4C8E-8A04-0E89B18FC1EA}" srcOrd="3" destOrd="0" presId="urn:microsoft.com/office/officeart/2005/8/layout/vList2"/>
    <dgm:cxn modelId="{F7F8A49E-2B22-4CC4-9C7A-E31EBC592154}" type="presParOf" srcId="{E6E05B38-FB56-4B08-B74F-3EF264657B85}" destId="{CC606412-3D29-4300-A438-36FED0FCBA81}" srcOrd="4" destOrd="0" presId="urn:microsoft.com/office/officeart/2005/8/layout/vList2"/>
    <dgm:cxn modelId="{0CFDF11C-27FD-4039-B5EA-6245BF355D11}" type="presParOf" srcId="{E6E05B38-FB56-4B08-B74F-3EF264657B85}" destId="{E4D2643C-942F-4C9A-BBE8-56EFC812B93F}" srcOrd="5" destOrd="0" presId="urn:microsoft.com/office/officeart/2005/8/layout/vList2"/>
    <dgm:cxn modelId="{61D69AB9-3AD1-4E96-9DFB-2EEBCFC6207C}" type="presParOf" srcId="{E6E05B38-FB56-4B08-B74F-3EF264657B85}" destId="{832DE180-DBB4-42A1-94F9-ADFC575B086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92D61B-260A-44CC-A7D9-0D3A93F3ECE8}" type="doc">
      <dgm:prSet loTypeId="urn:microsoft.com/office/officeart/2005/8/layout/vList2" loCatId="list" qsTypeId="urn:microsoft.com/office/officeart/2005/8/quickstyle/simple2" qsCatId="simple" csTypeId="urn:microsoft.com/office/officeart/2005/8/colors/colorful3" csCatId="colorful"/>
      <dgm:spPr/>
      <dgm:t>
        <a:bodyPr/>
        <a:lstStyle/>
        <a:p>
          <a:endParaRPr lang="en-IN"/>
        </a:p>
      </dgm:t>
    </dgm:pt>
    <dgm:pt modelId="{DE3446C5-7458-4973-8B8C-8BE99E2A5CE5}">
      <dgm:prSet/>
      <dgm:spPr/>
      <dgm:t>
        <a:bodyPr/>
        <a:lstStyle/>
        <a:p>
          <a:r>
            <a:rPr lang="en-IN"/>
            <a:t>Sua Nacha</a:t>
          </a:r>
        </a:p>
      </dgm:t>
    </dgm:pt>
    <dgm:pt modelId="{5BEA6821-3DB0-4CFE-85E9-2E1ED78636B7}" type="parTrans" cxnId="{46E81934-9D76-4E74-9D36-15A24C2E536C}">
      <dgm:prSet/>
      <dgm:spPr/>
      <dgm:t>
        <a:bodyPr/>
        <a:lstStyle/>
        <a:p>
          <a:endParaRPr lang="en-IN"/>
        </a:p>
      </dgm:t>
    </dgm:pt>
    <dgm:pt modelId="{AEDB1EC5-A1EE-4A31-9DA6-5802D92E8D99}" type="sibTrans" cxnId="{46E81934-9D76-4E74-9D36-15A24C2E536C}">
      <dgm:prSet/>
      <dgm:spPr/>
      <dgm:t>
        <a:bodyPr/>
        <a:lstStyle/>
        <a:p>
          <a:endParaRPr lang="en-IN"/>
        </a:p>
      </dgm:t>
    </dgm:pt>
    <dgm:pt modelId="{3346026B-A425-43AB-85BC-7103FB640DCC}">
      <dgm:prSet/>
      <dgm:spPr/>
      <dgm:t>
        <a:bodyPr/>
        <a:lstStyle/>
        <a:p>
          <a:r>
            <a:rPr lang="en-IN"/>
            <a:t>Raut Nacha</a:t>
          </a:r>
        </a:p>
      </dgm:t>
    </dgm:pt>
    <dgm:pt modelId="{C2F463FC-A25B-45FC-AAEA-B1C13FF0B226}" type="parTrans" cxnId="{D1B941F4-551F-4422-AE1E-CB64EDCA2CA3}">
      <dgm:prSet/>
      <dgm:spPr/>
      <dgm:t>
        <a:bodyPr/>
        <a:lstStyle/>
        <a:p>
          <a:endParaRPr lang="en-IN"/>
        </a:p>
      </dgm:t>
    </dgm:pt>
    <dgm:pt modelId="{8C48CD81-5120-4C46-AAD8-0446392A8B0F}" type="sibTrans" cxnId="{D1B941F4-551F-4422-AE1E-CB64EDCA2CA3}">
      <dgm:prSet/>
      <dgm:spPr/>
      <dgm:t>
        <a:bodyPr/>
        <a:lstStyle/>
        <a:p>
          <a:endParaRPr lang="en-IN"/>
        </a:p>
      </dgm:t>
    </dgm:pt>
    <dgm:pt modelId="{9947F40E-AD1B-47F6-92FE-7AE1F06BC2F8}">
      <dgm:prSet/>
      <dgm:spPr/>
      <dgm:t>
        <a:bodyPr/>
        <a:lstStyle/>
        <a:p>
          <a:r>
            <a:rPr lang="en-IN"/>
            <a:t>Rahas Dance</a:t>
          </a:r>
        </a:p>
      </dgm:t>
    </dgm:pt>
    <dgm:pt modelId="{613F795B-05B4-4682-B9E8-208193B7A65C}" type="parTrans" cxnId="{8CC15583-A2BC-481F-9B90-3796CDFE67C0}">
      <dgm:prSet/>
      <dgm:spPr/>
      <dgm:t>
        <a:bodyPr/>
        <a:lstStyle/>
        <a:p>
          <a:endParaRPr lang="en-IN"/>
        </a:p>
      </dgm:t>
    </dgm:pt>
    <dgm:pt modelId="{D81E7F24-5726-4CE8-972C-428D0746C3F3}" type="sibTrans" cxnId="{8CC15583-A2BC-481F-9B90-3796CDFE67C0}">
      <dgm:prSet/>
      <dgm:spPr/>
      <dgm:t>
        <a:bodyPr/>
        <a:lstStyle/>
        <a:p>
          <a:endParaRPr lang="en-IN"/>
        </a:p>
      </dgm:t>
    </dgm:pt>
    <dgm:pt modelId="{11026DAD-0BA2-4281-BD68-D486149C0672}">
      <dgm:prSet/>
      <dgm:spPr/>
      <dgm:t>
        <a:bodyPr/>
        <a:lstStyle/>
        <a:p>
          <a:r>
            <a:rPr lang="en-IN"/>
            <a:t>Pandwani</a:t>
          </a:r>
        </a:p>
      </dgm:t>
    </dgm:pt>
    <dgm:pt modelId="{19D6E6F1-A5FB-4BD1-81D0-F9DA423A4D54}" type="parTrans" cxnId="{6E560957-5CE9-441D-A580-313F2A52E992}">
      <dgm:prSet/>
      <dgm:spPr/>
      <dgm:t>
        <a:bodyPr/>
        <a:lstStyle/>
        <a:p>
          <a:endParaRPr lang="en-IN"/>
        </a:p>
      </dgm:t>
    </dgm:pt>
    <dgm:pt modelId="{DB613FC6-48DC-408D-8C9D-5CC605007935}" type="sibTrans" cxnId="{6E560957-5CE9-441D-A580-313F2A52E992}">
      <dgm:prSet/>
      <dgm:spPr/>
      <dgm:t>
        <a:bodyPr/>
        <a:lstStyle/>
        <a:p>
          <a:endParaRPr lang="en-IN"/>
        </a:p>
      </dgm:t>
    </dgm:pt>
    <dgm:pt modelId="{BC26568F-DC9D-44F9-A688-8F82D76E8B15}" type="pres">
      <dgm:prSet presAssocID="{FE92D61B-260A-44CC-A7D9-0D3A93F3ECE8}" presName="linear" presStyleCnt="0">
        <dgm:presLayoutVars>
          <dgm:animLvl val="lvl"/>
          <dgm:resizeHandles val="exact"/>
        </dgm:presLayoutVars>
      </dgm:prSet>
      <dgm:spPr/>
    </dgm:pt>
    <dgm:pt modelId="{EAFD7875-605E-4874-97ED-1B2AB674FEEF}" type="pres">
      <dgm:prSet presAssocID="{DE3446C5-7458-4973-8B8C-8BE99E2A5CE5}" presName="parentText" presStyleLbl="node1" presStyleIdx="0" presStyleCnt="4">
        <dgm:presLayoutVars>
          <dgm:chMax val="0"/>
          <dgm:bulletEnabled val="1"/>
        </dgm:presLayoutVars>
      </dgm:prSet>
      <dgm:spPr/>
    </dgm:pt>
    <dgm:pt modelId="{F1AA5D06-4C51-4019-A8D1-A650523259E9}" type="pres">
      <dgm:prSet presAssocID="{AEDB1EC5-A1EE-4A31-9DA6-5802D92E8D99}" presName="spacer" presStyleCnt="0"/>
      <dgm:spPr/>
    </dgm:pt>
    <dgm:pt modelId="{B7EA766C-8F7D-4CC9-8904-FD42137B7028}" type="pres">
      <dgm:prSet presAssocID="{3346026B-A425-43AB-85BC-7103FB640DCC}" presName="parentText" presStyleLbl="node1" presStyleIdx="1" presStyleCnt="4">
        <dgm:presLayoutVars>
          <dgm:chMax val="0"/>
          <dgm:bulletEnabled val="1"/>
        </dgm:presLayoutVars>
      </dgm:prSet>
      <dgm:spPr/>
    </dgm:pt>
    <dgm:pt modelId="{16EFC92B-88F0-440B-8384-EE4F2667CE9B}" type="pres">
      <dgm:prSet presAssocID="{8C48CD81-5120-4C46-AAD8-0446392A8B0F}" presName="spacer" presStyleCnt="0"/>
      <dgm:spPr/>
    </dgm:pt>
    <dgm:pt modelId="{7034A6EE-2452-4E6E-B97A-88E6F1BA07C7}" type="pres">
      <dgm:prSet presAssocID="{9947F40E-AD1B-47F6-92FE-7AE1F06BC2F8}" presName="parentText" presStyleLbl="node1" presStyleIdx="2" presStyleCnt="4">
        <dgm:presLayoutVars>
          <dgm:chMax val="0"/>
          <dgm:bulletEnabled val="1"/>
        </dgm:presLayoutVars>
      </dgm:prSet>
      <dgm:spPr/>
    </dgm:pt>
    <dgm:pt modelId="{4314982C-C5A8-4D0C-84D3-243A227CF261}" type="pres">
      <dgm:prSet presAssocID="{D81E7F24-5726-4CE8-972C-428D0746C3F3}" presName="spacer" presStyleCnt="0"/>
      <dgm:spPr/>
    </dgm:pt>
    <dgm:pt modelId="{B6E4E4ED-BABF-461E-B8D5-B8C8C04585CB}" type="pres">
      <dgm:prSet presAssocID="{11026DAD-0BA2-4281-BD68-D486149C0672}" presName="parentText" presStyleLbl="node1" presStyleIdx="3" presStyleCnt="4">
        <dgm:presLayoutVars>
          <dgm:chMax val="0"/>
          <dgm:bulletEnabled val="1"/>
        </dgm:presLayoutVars>
      </dgm:prSet>
      <dgm:spPr/>
    </dgm:pt>
  </dgm:ptLst>
  <dgm:cxnLst>
    <dgm:cxn modelId="{46E81934-9D76-4E74-9D36-15A24C2E536C}" srcId="{FE92D61B-260A-44CC-A7D9-0D3A93F3ECE8}" destId="{DE3446C5-7458-4973-8B8C-8BE99E2A5CE5}" srcOrd="0" destOrd="0" parTransId="{5BEA6821-3DB0-4CFE-85E9-2E1ED78636B7}" sibTransId="{AEDB1EC5-A1EE-4A31-9DA6-5802D92E8D99}"/>
    <dgm:cxn modelId="{6E560957-5CE9-441D-A580-313F2A52E992}" srcId="{FE92D61B-260A-44CC-A7D9-0D3A93F3ECE8}" destId="{11026DAD-0BA2-4281-BD68-D486149C0672}" srcOrd="3" destOrd="0" parTransId="{19D6E6F1-A5FB-4BD1-81D0-F9DA423A4D54}" sibTransId="{DB613FC6-48DC-408D-8C9D-5CC605007935}"/>
    <dgm:cxn modelId="{6273E77B-F97F-4E8C-A633-8AFBECADB156}" type="presOf" srcId="{11026DAD-0BA2-4281-BD68-D486149C0672}" destId="{B6E4E4ED-BABF-461E-B8D5-B8C8C04585CB}" srcOrd="0" destOrd="0" presId="urn:microsoft.com/office/officeart/2005/8/layout/vList2"/>
    <dgm:cxn modelId="{8CC15583-A2BC-481F-9B90-3796CDFE67C0}" srcId="{FE92D61B-260A-44CC-A7D9-0D3A93F3ECE8}" destId="{9947F40E-AD1B-47F6-92FE-7AE1F06BC2F8}" srcOrd="2" destOrd="0" parTransId="{613F795B-05B4-4682-B9E8-208193B7A65C}" sibTransId="{D81E7F24-5726-4CE8-972C-428D0746C3F3}"/>
    <dgm:cxn modelId="{F7DE068A-C7EE-4550-B9C1-C6ADA7D66A86}" type="presOf" srcId="{FE92D61B-260A-44CC-A7D9-0D3A93F3ECE8}" destId="{BC26568F-DC9D-44F9-A688-8F82D76E8B15}" srcOrd="0" destOrd="0" presId="urn:microsoft.com/office/officeart/2005/8/layout/vList2"/>
    <dgm:cxn modelId="{89E61B94-A9D1-497A-8855-8D1A2D963926}" type="presOf" srcId="{DE3446C5-7458-4973-8B8C-8BE99E2A5CE5}" destId="{EAFD7875-605E-4874-97ED-1B2AB674FEEF}" srcOrd="0" destOrd="0" presId="urn:microsoft.com/office/officeart/2005/8/layout/vList2"/>
    <dgm:cxn modelId="{9B385AAC-B2DD-4E53-8992-B0DACC3B614E}" type="presOf" srcId="{3346026B-A425-43AB-85BC-7103FB640DCC}" destId="{B7EA766C-8F7D-4CC9-8904-FD42137B7028}" srcOrd="0" destOrd="0" presId="urn:microsoft.com/office/officeart/2005/8/layout/vList2"/>
    <dgm:cxn modelId="{D1B941F4-551F-4422-AE1E-CB64EDCA2CA3}" srcId="{FE92D61B-260A-44CC-A7D9-0D3A93F3ECE8}" destId="{3346026B-A425-43AB-85BC-7103FB640DCC}" srcOrd="1" destOrd="0" parTransId="{C2F463FC-A25B-45FC-AAEA-B1C13FF0B226}" sibTransId="{8C48CD81-5120-4C46-AAD8-0446392A8B0F}"/>
    <dgm:cxn modelId="{2D9F07F6-2448-4DCA-B7AF-BEE78D162D90}" type="presOf" srcId="{9947F40E-AD1B-47F6-92FE-7AE1F06BC2F8}" destId="{7034A6EE-2452-4E6E-B97A-88E6F1BA07C7}" srcOrd="0" destOrd="0" presId="urn:microsoft.com/office/officeart/2005/8/layout/vList2"/>
    <dgm:cxn modelId="{3A34B27A-9694-4AA0-BF09-727AE888678E}" type="presParOf" srcId="{BC26568F-DC9D-44F9-A688-8F82D76E8B15}" destId="{EAFD7875-605E-4874-97ED-1B2AB674FEEF}" srcOrd="0" destOrd="0" presId="urn:microsoft.com/office/officeart/2005/8/layout/vList2"/>
    <dgm:cxn modelId="{890C0FD2-893C-40B4-B08B-AAABBD65A8BE}" type="presParOf" srcId="{BC26568F-DC9D-44F9-A688-8F82D76E8B15}" destId="{F1AA5D06-4C51-4019-A8D1-A650523259E9}" srcOrd="1" destOrd="0" presId="urn:microsoft.com/office/officeart/2005/8/layout/vList2"/>
    <dgm:cxn modelId="{B1AFBA31-A7F6-4C2C-B3E2-2AFBE9D8FD80}" type="presParOf" srcId="{BC26568F-DC9D-44F9-A688-8F82D76E8B15}" destId="{B7EA766C-8F7D-4CC9-8904-FD42137B7028}" srcOrd="2" destOrd="0" presId="urn:microsoft.com/office/officeart/2005/8/layout/vList2"/>
    <dgm:cxn modelId="{4D343E40-FEB7-4A87-8E64-E776C5225990}" type="presParOf" srcId="{BC26568F-DC9D-44F9-A688-8F82D76E8B15}" destId="{16EFC92B-88F0-440B-8384-EE4F2667CE9B}" srcOrd="3" destOrd="0" presId="urn:microsoft.com/office/officeart/2005/8/layout/vList2"/>
    <dgm:cxn modelId="{4932AB8D-173B-46C1-8EAF-B93E10BE42C4}" type="presParOf" srcId="{BC26568F-DC9D-44F9-A688-8F82D76E8B15}" destId="{7034A6EE-2452-4E6E-B97A-88E6F1BA07C7}" srcOrd="4" destOrd="0" presId="urn:microsoft.com/office/officeart/2005/8/layout/vList2"/>
    <dgm:cxn modelId="{9C8D0953-C171-4067-BA00-255F13E5CACD}" type="presParOf" srcId="{BC26568F-DC9D-44F9-A688-8F82D76E8B15}" destId="{4314982C-C5A8-4D0C-84D3-243A227CF261}" srcOrd="5" destOrd="0" presId="urn:microsoft.com/office/officeart/2005/8/layout/vList2"/>
    <dgm:cxn modelId="{3BA9FE7A-7503-482B-A808-E14FA73179F3}" type="presParOf" srcId="{BC26568F-DC9D-44F9-A688-8F82D76E8B15}" destId="{B6E4E4ED-BABF-461E-B8D5-B8C8C04585CB}"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6C1A5E-D599-4BB5-82F3-5E76FB93C51F}"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IN"/>
        </a:p>
      </dgm:t>
    </dgm:pt>
    <dgm:pt modelId="{4C447428-D843-4A47-84AA-DD51CF7B9559}">
      <dgm:prSet/>
      <dgm:spPr/>
      <dgm:t>
        <a:bodyPr/>
        <a:lstStyle/>
        <a:p>
          <a:r>
            <a:rPr lang="en-US" b="0" i="0"/>
            <a:t>The tribal people preserve their rich culture modestly and religiously. </a:t>
          </a:r>
          <a:endParaRPr lang="en-IN"/>
        </a:p>
      </dgm:t>
    </dgm:pt>
    <dgm:pt modelId="{FD11869B-F942-4690-B7A3-127919DEE1AF}" type="parTrans" cxnId="{28C2E325-FA47-42F0-8E9A-99D9E0412D7D}">
      <dgm:prSet/>
      <dgm:spPr/>
      <dgm:t>
        <a:bodyPr/>
        <a:lstStyle/>
        <a:p>
          <a:endParaRPr lang="en-IN"/>
        </a:p>
      </dgm:t>
    </dgm:pt>
    <dgm:pt modelId="{86E03549-8CFB-4725-894E-D214C7F9566C}" type="sibTrans" cxnId="{28C2E325-FA47-42F0-8E9A-99D9E0412D7D}">
      <dgm:prSet/>
      <dgm:spPr/>
      <dgm:t>
        <a:bodyPr/>
        <a:lstStyle/>
        <a:p>
          <a:endParaRPr lang="en-IN"/>
        </a:p>
      </dgm:t>
    </dgm:pt>
    <dgm:pt modelId="{3D80CEB6-6C3E-43CF-AF26-6BB69EA04F97}">
      <dgm:prSet/>
      <dgm:spPr/>
      <dgm:t>
        <a:bodyPr/>
        <a:lstStyle/>
        <a:p>
          <a:r>
            <a:rPr lang="en-US" b="1" i="0"/>
            <a:t>Chhattisgarh</a:t>
          </a:r>
          <a:r>
            <a:rPr lang="en-US" b="0" i="0"/>
            <a:t> has been home to many tribals. </a:t>
          </a:r>
          <a:endParaRPr lang="en-IN"/>
        </a:p>
      </dgm:t>
    </dgm:pt>
    <dgm:pt modelId="{D0520B5A-795D-4702-8EE7-6E77019B9D69}" type="parTrans" cxnId="{6C29F99D-B80E-46F9-802D-20B893C974A6}">
      <dgm:prSet/>
      <dgm:spPr/>
      <dgm:t>
        <a:bodyPr/>
        <a:lstStyle/>
        <a:p>
          <a:endParaRPr lang="en-IN"/>
        </a:p>
      </dgm:t>
    </dgm:pt>
    <dgm:pt modelId="{8EE8F6CC-78B8-4E06-A6FE-D4F905CF50D3}" type="sibTrans" cxnId="{6C29F99D-B80E-46F9-802D-20B893C974A6}">
      <dgm:prSet/>
      <dgm:spPr/>
      <dgm:t>
        <a:bodyPr/>
        <a:lstStyle/>
        <a:p>
          <a:endParaRPr lang="en-IN"/>
        </a:p>
      </dgm:t>
    </dgm:pt>
    <dgm:pt modelId="{D9EBD51E-7412-4045-93E6-5669DAA28E97}">
      <dgm:prSet/>
      <dgm:spPr/>
      <dgm:t>
        <a:bodyPr/>
        <a:lstStyle/>
        <a:p>
          <a:r>
            <a:rPr lang="en-US" b="0" i="0"/>
            <a:t>It is believed that the ancient tribals were living in </a:t>
          </a:r>
          <a:r>
            <a:rPr lang="en-US" b="1" i="0"/>
            <a:t>Bastar</a:t>
          </a:r>
          <a:r>
            <a:rPr lang="en-US" b="0" i="0"/>
            <a:t> for more than 10000 years. </a:t>
          </a:r>
          <a:endParaRPr lang="en-IN"/>
        </a:p>
      </dgm:t>
    </dgm:pt>
    <dgm:pt modelId="{ABEF437B-BB57-4DAB-8823-411507095977}" type="parTrans" cxnId="{457AC260-C546-4BFE-93C3-2CE66B95323A}">
      <dgm:prSet/>
      <dgm:spPr/>
      <dgm:t>
        <a:bodyPr/>
        <a:lstStyle/>
        <a:p>
          <a:endParaRPr lang="en-IN"/>
        </a:p>
      </dgm:t>
    </dgm:pt>
    <dgm:pt modelId="{C2F7A158-DCA9-4BFC-93FE-9EBB202BB7D7}" type="sibTrans" cxnId="{457AC260-C546-4BFE-93C3-2CE66B95323A}">
      <dgm:prSet/>
      <dgm:spPr/>
      <dgm:t>
        <a:bodyPr/>
        <a:lstStyle/>
        <a:p>
          <a:endParaRPr lang="en-IN"/>
        </a:p>
      </dgm:t>
    </dgm:pt>
    <dgm:pt modelId="{459B5305-B1D5-4EC4-9FFF-02361A42C123}">
      <dgm:prSet/>
      <dgm:spPr/>
      <dgm:t>
        <a:bodyPr/>
        <a:lstStyle/>
        <a:p>
          <a:r>
            <a:rPr lang="en-IN" b="0" i="0"/>
            <a:t>The main tribal community of </a:t>
          </a:r>
          <a:r>
            <a:rPr lang="en-IN" b="1" i="0"/>
            <a:t>Chhattisgarh</a:t>
          </a:r>
          <a:r>
            <a:rPr lang="en-IN" b="0" i="0"/>
            <a:t> state includes Bastar – Gond, Bisonhorn Maria, Muria, Halba, Bhatra, Parja, Dhurva</a:t>
          </a:r>
          <a:r>
            <a:rPr lang="en-IN"/>
            <a:t>,</a:t>
          </a:r>
          <a:r>
            <a:rPr lang="en-IN" b="0" i="0"/>
            <a:t>Dantewara – Muria, Dorla, Halba</a:t>
          </a:r>
          <a:r>
            <a:rPr lang="en-IN"/>
            <a:t>,</a:t>
          </a:r>
          <a:r>
            <a:rPr lang="en-IN" b="0" i="0"/>
            <a:t>Korea – Kol,Savra, Rajgond, Kavar, Dhanwar , Bilaspur and Raipur – Parghi, Savra, Manji,Mainpur, Dhura,and Jashpur – Munda.</a:t>
          </a:r>
          <a:endParaRPr lang="en-IN"/>
        </a:p>
      </dgm:t>
    </dgm:pt>
    <dgm:pt modelId="{965D3722-BCB7-480A-88CA-6820EFA1CEB9}" type="parTrans" cxnId="{98D7F658-4A53-41F6-A3DA-F33B67CFB562}">
      <dgm:prSet/>
      <dgm:spPr/>
      <dgm:t>
        <a:bodyPr/>
        <a:lstStyle/>
        <a:p>
          <a:endParaRPr lang="en-IN"/>
        </a:p>
      </dgm:t>
    </dgm:pt>
    <dgm:pt modelId="{8B27C1B2-F6FA-4B8C-A544-6B6522F5A689}" type="sibTrans" cxnId="{98D7F658-4A53-41F6-A3DA-F33B67CFB562}">
      <dgm:prSet/>
      <dgm:spPr/>
      <dgm:t>
        <a:bodyPr/>
        <a:lstStyle/>
        <a:p>
          <a:endParaRPr lang="en-IN"/>
        </a:p>
      </dgm:t>
    </dgm:pt>
    <dgm:pt modelId="{00688C51-E19D-494C-9136-1B17CF638511}">
      <dgm:prSet/>
      <dgm:spPr/>
      <dgm:t>
        <a:bodyPr/>
        <a:lstStyle/>
        <a:p>
          <a:r>
            <a:rPr lang="en-US" b="0" i="0"/>
            <a:t>The state hosts many religious sects such as Satnami Panth, Kabirpanth, Ramnami Samaj, and others.</a:t>
          </a:r>
          <a:endParaRPr lang="en-IN"/>
        </a:p>
      </dgm:t>
    </dgm:pt>
    <dgm:pt modelId="{3415BB39-197E-4BF6-8824-BE7A537B85BA}" type="parTrans" cxnId="{55FB3082-1FC3-4A67-8321-53A731D39A53}">
      <dgm:prSet/>
      <dgm:spPr/>
      <dgm:t>
        <a:bodyPr/>
        <a:lstStyle/>
        <a:p>
          <a:endParaRPr lang="en-IN"/>
        </a:p>
      </dgm:t>
    </dgm:pt>
    <dgm:pt modelId="{E77A798E-E817-4C52-904E-C2860F12F0B7}" type="sibTrans" cxnId="{55FB3082-1FC3-4A67-8321-53A731D39A53}">
      <dgm:prSet/>
      <dgm:spPr/>
      <dgm:t>
        <a:bodyPr/>
        <a:lstStyle/>
        <a:p>
          <a:endParaRPr lang="en-IN"/>
        </a:p>
      </dgm:t>
    </dgm:pt>
    <dgm:pt modelId="{144754A7-4DB7-4083-AE48-365E121C0CD8}">
      <dgm:prSet/>
      <dgm:spPr/>
      <dgm:t>
        <a:bodyPr/>
        <a:lstStyle/>
        <a:p>
          <a:r>
            <a:rPr lang="en-US" b="0" i="0"/>
            <a:t>There are over 35 big and small colourful tribes spread over the region. </a:t>
          </a:r>
          <a:endParaRPr lang="en-IN"/>
        </a:p>
      </dgm:t>
    </dgm:pt>
    <dgm:pt modelId="{287C13A8-CF5D-4804-84D0-F876C3A50F21}" type="parTrans" cxnId="{9052BDF2-0365-4993-B76E-39847D0A7C7D}">
      <dgm:prSet/>
      <dgm:spPr/>
      <dgm:t>
        <a:bodyPr/>
        <a:lstStyle/>
        <a:p>
          <a:endParaRPr lang="en-IN"/>
        </a:p>
      </dgm:t>
    </dgm:pt>
    <dgm:pt modelId="{357C7E36-41BA-440A-B613-6FBB3B713BCE}" type="sibTrans" cxnId="{9052BDF2-0365-4993-B76E-39847D0A7C7D}">
      <dgm:prSet/>
      <dgm:spPr/>
      <dgm:t>
        <a:bodyPr/>
        <a:lstStyle/>
        <a:p>
          <a:endParaRPr lang="en-IN"/>
        </a:p>
      </dgm:t>
    </dgm:pt>
    <dgm:pt modelId="{19D27FF7-8DA9-49D8-9218-EA953D489B63}" type="pres">
      <dgm:prSet presAssocID="{E36C1A5E-D599-4BB5-82F3-5E76FB93C51F}" presName="linear" presStyleCnt="0">
        <dgm:presLayoutVars>
          <dgm:animLvl val="lvl"/>
          <dgm:resizeHandles val="exact"/>
        </dgm:presLayoutVars>
      </dgm:prSet>
      <dgm:spPr/>
    </dgm:pt>
    <dgm:pt modelId="{5F02A822-0990-4E6B-8A7D-7F6410C332EF}" type="pres">
      <dgm:prSet presAssocID="{4C447428-D843-4A47-84AA-DD51CF7B9559}" presName="parentText" presStyleLbl="node1" presStyleIdx="0" presStyleCnt="6">
        <dgm:presLayoutVars>
          <dgm:chMax val="0"/>
          <dgm:bulletEnabled val="1"/>
        </dgm:presLayoutVars>
      </dgm:prSet>
      <dgm:spPr/>
    </dgm:pt>
    <dgm:pt modelId="{3A918C8E-FD29-4439-B585-6328A94A9562}" type="pres">
      <dgm:prSet presAssocID="{86E03549-8CFB-4725-894E-D214C7F9566C}" presName="spacer" presStyleCnt="0"/>
      <dgm:spPr/>
    </dgm:pt>
    <dgm:pt modelId="{4E2AD33B-1770-414F-89CF-C4615C1702F6}" type="pres">
      <dgm:prSet presAssocID="{3D80CEB6-6C3E-43CF-AF26-6BB69EA04F97}" presName="parentText" presStyleLbl="node1" presStyleIdx="1" presStyleCnt="6">
        <dgm:presLayoutVars>
          <dgm:chMax val="0"/>
          <dgm:bulletEnabled val="1"/>
        </dgm:presLayoutVars>
      </dgm:prSet>
      <dgm:spPr/>
    </dgm:pt>
    <dgm:pt modelId="{5931C076-30F8-419D-84C6-2E390273D6A9}" type="pres">
      <dgm:prSet presAssocID="{8EE8F6CC-78B8-4E06-A6FE-D4F905CF50D3}" presName="spacer" presStyleCnt="0"/>
      <dgm:spPr/>
    </dgm:pt>
    <dgm:pt modelId="{04D94AD5-B2C2-41C1-8E0B-F357342970E9}" type="pres">
      <dgm:prSet presAssocID="{144754A7-4DB7-4083-AE48-365E121C0CD8}" presName="parentText" presStyleLbl="node1" presStyleIdx="2" presStyleCnt="6">
        <dgm:presLayoutVars>
          <dgm:chMax val="0"/>
          <dgm:bulletEnabled val="1"/>
        </dgm:presLayoutVars>
      </dgm:prSet>
      <dgm:spPr/>
    </dgm:pt>
    <dgm:pt modelId="{D8F85851-C351-4286-BF71-0AFDC59CAB8F}" type="pres">
      <dgm:prSet presAssocID="{357C7E36-41BA-440A-B613-6FBB3B713BCE}" presName="spacer" presStyleCnt="0"/>
      <dgm:spPr/>
    </dgm:pt>
    <dgm:pt modelId="{352A221B-5A5A-4DEE-BD77-41AE11B66992}" type="pres">
      <dgm:prSet presAssocID="{D9EBD51E-7412-4045-93E6-5669DAA28E97}" presName="parentText" presStyleLbl="node1" presStyleIdx="3" presStyleCnt="6">
        <dgm:presLayoutVars>
          <dgm:chMax val="0"/>
          <dgm:bulletEnabled val="1"/>
        </dgm:presLayoutVars>
      </dgm:prSet>
      <dgm:spPr/>
    </dgm:pt>
    <dgm:pt modelId="{69B2BB1E-484C-4991-867C-25C96624E722}" type="pres">
      <dgm:prSet presAssocID="{C2F7A158-DCA9-4BFC-93FE-9EBB202BB7D7}" presName="spacer" presStyleCnt="0"/>
      <dgm:spPr/>
    </dgm:pt>
    <dgm:pt modelId="{E56854CE-9775-4950-9ACF-C23EF56A2C5D}" type="pres">
      <dgm:prSet presAssocID="{459B5305-B1D5-4EC4-9FFF-02361A42C123}" presName="parentText" presStyleLbl="node1" presStyleIdx="4" presStyleCnt="6">
        <dgm:presLayoutVars>
          <dgm:chMax val="0"/>
          <dgm:bulletEnabled val="1"/>
        </dgm:presLayoutVars>
      </dgm:prSet>
      <dgm:spPr/>
    </dgm:pt>
    <dgm:pt modelId="{CA613E90-BA23-4910-85AB-4199F3AAABB4}" type="pres">
      <dgm:prSet presAssocID="{8B27C1B2-F6FA-4B8C-A544-6B6522F5A689}" presName="spacer" presStyleCnt="0"/>
      <dgm:spPr/>
    </dgm:pt>
    <dgm:pt modelId="{FB56486D-5837-4289-8918-A13BE2675286}" type="pres">
      <dgm:prSet presAssocID="{00688C51-E19D-494C-9136-1B17CF638511}" presName="parentText" presStyleLbl="node1" presStyleIdx="5" presStyleCnt="6">
        <dgm:presLayoutVars>
          <dgm:chMax val="0"/>
          <dgm:bulletEnabled val="1"/>
        </dgm:presLayoutVars>
      </dgm:prSet>
      <dgm:spPr/>
    </dgm:pt>
  </dgm:ptLst>
  <dgm:cxnLst>
    <dgm:cxn modelId="{28C2E325-FA47-42F0-8E9A-99D9E0412D7D}" srcId="{E36C1A5E-D599-4BB5-82F3-5E76FB93C51F}" destId="{4C447428-D843-4A47-84AA-DD51CF7B9559}" srcOrd="0" destOrd="0" parTransId="{FD11869B-F942-4690-B7A3-127919DEE1AF}" sibTransId="{86E03549-8CFB-4725-894E-D214C7F9566C}"/>
    <dgm:cxn modelId="{4E6A513E-26FA-41BC-8C4E-226DAFA6F64D}" type="presOf" srcId="{3D80CEB6-6C3E-43CF-AF26-6BB69EA04F97}" destId="{4E2AD33B-1770-414F-89CF-C4615C1702F6}" srcOrd="0" destOrd="0" presId="urn:microsoft.com/office/officeart/2005/8/layout/vList2"/>
    <dgm:cxn modelId="{457AC260-C546-4BFE-93C3-2CE66B95323A}" srcId="{E36C1A5E-D599-4BB5-82F3-5E76FB93C51F}" destId="{D9EBD51E-7412-4045-93E6-5669DAA28E97}" srcOrd="3" destOrd="0" parTransId="{ABEF437B-BB57-4DAB-8823-411507095977}" sibTransId="{C2F7A158-DCA9-4BFC-93FE-9EBB202BB7D7}"/>
    <dgm:cxn modelId="{D01D4B45-9FF7-4132-BF30-A3BFC63B5B40}" type="presOf" srcId="{459B5305-B1D5-4EC4-9FFF-02361A42C123}" destId="{E56854CE-9775-4950-9ACF-C23EF56A2C5D}" srcOrd="0" destOrd="0" presId="urn:microsoft.com/office/officeart/2005/8/layout/vList2"/>
    <dgm:cxn modelId="{00EC184E-2015-4B2E-B4CC-C155FCCA6512}" type="presOf" srcId="{E36C1A5E-D599-4BB5-82F3-5E76FB93C51F}" destId="{19D27FF7-8DA9-49D8-9218-EA953D489B63}" srcOrd="0" destOrd="0" presId="urn:microsoft.com/office/officeart/2005/8/layout/vList2"/>
    <dgm:cxn modelId="{98D7F658-4A53-41F6-A3DA-F33B67CFB562}" srcId="{E36C1A5E-D599-4BB5-82F3-5E76FB93C51F}" destId="{459B5305-B1D5-4EC4-9FFF-02361A42C123}" srcOrd="4" destOrd="0" parTransId="{965D3722-BCB7-480A-88CA-6820EFA1CEB9}" sibTransId="{8B27C1B2-F6FA-4B8C-A544-6B6522F5A689}"/>
    <dgm:cxn modelId="{55FB3082-1FC3-4A67-8321-53A731D39A53}" srcId="{E36C1A5E-D599-4BB5-82F3-5E76FB93C51F}" destId="{00688C51-E19D-494C-9136-1B17CF638511}" srcOrd="5" destOrd="0" parTransId="{3415BB39-197E-4BF6-8824-BE7A537B85BA}" sibTransId="{E77A798E-E817-4C52-904E-C2860F12F0B7}"/>
    <dgm:cxn modelId="{251A2E99-3BF4-4469-8E50-B23E83610A8F}" type="presOf" srcId="{00688C51-E19D-494C-9136-1B17CF638511}" destId="{FB56486D-5837-4289-8918-A13BE2675286}" srcOrd="0" destOrd="0" presId="urn:microsoft.com/office/officeart/2005/8/layout/vList2"/>
    <dgm:cxn modelId="{6C29F99D-B80E-46F9-802D-20B893C974A6}" srcId="{E36C1A5E-D599-4BB5-82F3-5E76FB93C51F}" destId="{3D80CEB6-6C3E-43CF-AF26-6BB69EA04F97}" srcOrd="1" destOrd="0" parTransId="{D0520B5A-795D-4702-8EE7-6E77019B9D69}" sibTransId="{8EE8F6CC-78B8-4E06-A6FE-D4F905CF50D3}"/>
    <dgm:cxn modelId="{3DEDA5AF-C67A-49AC-B00F-469F537759FC}" type="presOf" srcId="{4C447428-D843-4A47-84AA-DD51CF7B9559}" destId="{5F02A822-0990-4E6B-8A7D-7F6410C332EF}" srcOrd="0" destOrd="0" presId="urn:microsoft.com/office/officeart/2005/8/layout/vList2"/>
    <dgm:cxn modelId="{D5F536B0-2C9E-43C0-ADC3-486D067C9D14}" type="presOf" srcId="{D9EBD51E-7412-4045-93E6-5669DAA28E97}" destId="{352A221B-5A5A-4DEE-BD77-41AE11B66992}" srcOrd="0" destOrd="0" presId="urn:microsoft.com/office/officeart/2005/8/layout/vList2"/>
    <dgm:cxn modelId="{174A15E3-1B2D-468D-B88A-43D7FA91F9E9}" type="presOf" srcId="{144754A7-4DB7-4083-AE48-365E121C0CD8}" destId="{04D94AD5-B2C2-41C1-8E0B-F357342970E9}" srcOrd="0" destOrd="0" presId="urn:microsoft.com/office/officeart/2005/8/layout/vList2"/>
    <dgm:cxn modelId="{9052BDF2-0365-4993-B76E-39847D0A7C7D}" srcId="{E36C1A5E-D599-4BB5-82F3-5E76FB93C51F}" destId="{144754A7-4DB7-4083-AE48-365E121C0CD8}" srcOrd="2" destOrd="0" parTransId="{287C13A8-CF5D-4804-84D0-F876C3A50F21}" sibTransId="{357C7E36-41BA-440A-B613-6FBB3B713BCE}"/>
    <dgm:cxn modelId="{6E62E607-2D6C-4F60-B86A-D5E16C38F4DE}" type="presParOf" srcId="{19D27FF7-8DA9-49D8-9218-EA953D489B63}" destId="{5F02A822-0990-4E6B-8A7D-7F6410C332EF}" srcOrd="0" destOrd="0" presId="urn:microsoft.com/office/officeart/2005/8/layout/vList2"/>
    <dgm:cxn modelId="{AFBB842E-964C-4643-94E4-82F9F0A42C92}" type="presParOf" srcId="{19D27FF7-8DA9-49D8-9218-EA953D489B63}" destId="{3A918C8E-FD29-4439-B585-6328A94A9562}" srcOrd="1" destOrd="0" presId="urn:microsoft.com/office/officeart/2005/8/layout/vList2"/>
    <dgm:cxn modelId="{8AB71616-5594-451C-A65B-3DBB6194E6E6}" type="presParOf" srcId="{19D27FF7-8DA9-49D8-9218-EA953D489B63}" destId="{4E2AD33B-1770-414F-89CF-C4615C1702F6}" srcOrd="2" destOrd="0" presId="urn:microsoft.com/office/officeart/2005/8/layout/vList2"/>
    <dgm:cxn modelId="{33289600-BB96-4AFF-B6BC-3D7C4E0A8585}" type="presParOf" srcId="{19D27FF7-8DA9-49D8-9218-EA953D489B63}" destId="{5931C076-30F8-419D-84C6-2E390273D6A9}" srcOrd="3" destOrd="0" presId="urn:microsoft.com/office/officeart/2005/8/layout/vList2"/>
    <dgm:cxn modelId="{1078936C-3A8C-4A53-9A14-621465ED9643}" type="presParOf" srcId="{19D27FF7-8DA9-49D8-9218-EA953D489B63}" destId="{04D94AD5-B2C2-41C1-8E0B-F357342970E9}" srcOrd="4" destOrd="0" presId="urn:microsoft.com/office/officeart/2005/8/layout/vList2"/>
    <dgm:cxn modelId="{C09A2F9C-0ED3-4C0B-AB34-C275E62D7CF5}" type="presParOf" srcId="{19D27FF7-8DA9-49D8-9218-EA953D489B63}" destId="{D8F85851-C351-4286-BF71-0AFDC59CAB8F}" srcOrd="5" destOrd="0" presId="urn:microsoft.com/office/officeart/2005/8/layout/vList2"/>
    <dgm:cxn modelId="{EEB81417-4A71-4B80-8A6A-8C4364383D97}" type="presParOf" srcId="{19D27FF7-8DA9-49D8-9218-EA953D489B63}" destId="{352A221B-5A5A-4DEE-BD77-41AE11B66992}" srcOrd="6" destOrd="0" presId="urn:microsoft.com/office/officeart/2005/8/layout/vList2"/>
    <dgm:cxn modelId="{B623B395-663B-4FCF-9E2E-27B7616E2E21}" type="presParOf" srcId="{19D27FF7-8DA9-49D8-9218-EA953D489B63}" destId="{69B2BB1E-484C-4991-867C-25C96624E722}" srcOrd="7" destOrd="0" presId="urn:microsoft.com/office/officeart/2005/8/layout/vList2"/>
    <dgm:cxn modelId="{C6681F88-FA6D-4B77-99D3-31AF09E01740}" type="presParOf" srcId="{19D27FF7-8DA9-49D8-9218-EA953D489B63}" destId="{E56854CE-9775-4950-9ACF-C23EF56A2C5D}" srcOrd="8" destOrd="0" presId="urn:microsoft.com/office/officeart/2005/8/layout/vList2"/>
    <dgm:cxn modelId="{F8F19A0B-B5A6-4916-9AF0-AADD1392ADE7}" type="presParOf" srcId="{19D27FF7-8DA9-49D8-9218-EA953D489B63}" destId="{CA613E90-BA23-4910-85AB-4199F3AAABB4}" srcOrd="9" destOrd="0" presId="urn:microsoft.com/office/officeart/2005/8/layout/vList2"/>
    <dgm:cxn modelId="{EA794615-4E93-4472-AF55-443BD0D103EF}" type="presParOf" srcId="{19D27FF7-8DA9-49D8-9218-EA953D489B63}" destId="{FB56486D-5837-4289-8918-A13BE267528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305D24-74BA-4698-9206-0143A527CD1E}" type="doc">
      <dgm:prSet loTypeId="urn:microsoft.com/office/officeart/2005/8/layout/vList2" loCatId="list" qsTypeId="urn:microsoft.com/office/officeart/2005/8/quickstyle/simple2" qsCatId="simple" csTypeId="urn:microsoft.com/office/officeart/2005/8/colors/colorful3" csCatId="colorful"/>
      <dgm:spPr/>
      <dgm:t>
        <a:bodyPr/>
        <a:lstStyle/>
        <a:p>
          <a:endParaRPr lang="en-IN"/>
        </a:p>
      </dgm:t>
    </dgm:pt>
    <dgm:pt modelId="{FCF6EC66-0978-4FC6-9D8A-4DFD555D6848}">
      <dgm:prSet/>
      <dgm:spPr/>
      <dgm:t>
        <a:bodyPr/>
        <a:lstStyle/>
        <a:p>
          <a:r>
            <a:rPr lang="en-US" b="0" i="0"/>
            <a:t>Chhattisgarh is rich in its cultural heritage. </a:t>
          </a:r>
          <a:endParaRPr lang="en-IN"/>
        </a:p>
      </dgm:t>
    </dgm:pt>
    <dgm:pt modelId="{A34E485C-EA67-4C3D-8979-B81A5BA0F1AB}" type="parTrans" cxnId="{F6D6BA53-EF11-4F38-9DC4-8F3328CC1E37}">
      <dgm:prSet/>
      <dgm:spPr/>
      <dgm:t>
        <a:bodyPr/>
        <a:lstStyle/>
        <a:p>
          <a:endParaRPr lang="en-IN"/>
        </a:p>
      </dgm:t>
    </dgm:pt>
    <dgm:pt modelId="{C467B7CB-9EDA-4017-A5CF-8B04D088233E}" type="sibTrans" cxnId="{F6D6BA53-EF11-4F38-9DC4-8F3328CC1E37}">
      <dgm:prSet/>
      <dgm:spPr/>
      <dgm:t>
        <a:bodyPr/>
        <a:lstStyle/>
        <a:p>
          <a:endParaRPr lang="en-IN"/>
        </a:p>
      </dgm:t>
    </dgm:pt>
    <dgm:pt modelId="{26264D7D-7389-417A-A641-8B51F216214C}">
      <dgm:prSet/>
      <dgm:spPr/>
      <dgm:t>
        <a:bodyPr/>
        <a:lstStyle/>
        <a:p>
          <a:r>
            <a:rPr lang="en-US" b="0" i="0"/>
            <a:t>The State has a very unique and vibrant culture. </a:t>
          </a:r>
          <a:endParaRPr lang="en-IN"/>
        </a:p>
      </dgm:t>
    </dgm:pt>
    <dgm:pt modelId="{A75A8D8D-AECE-4E06-859F-B8DC8D38F5D1}" type="parTrans" cxnId="{DAC73A58-D4B8-41EB-8AAD-B3FDE915F321}">
      <dgm:prSet/>
      <dgm:spPr/>
      <dgm:t>
        <a:bodyPr/>
        <a:lstStyle/>
        <a:p>
          <a:endParaRPr lang="en-IN"/>
        </a:p>
      </dgm:t>
    </dgm:pt>
    <dgm:pt modelId="{3B28BC6B-3FAA-4185-8F16-CDB39DFC22FA}" type="sibTrans" cxnId="{DAC73A58-D4B8-41EB-8AAD-B3FDE915F321}">
      <dgm:prSet/>
      <dgm:spPr/>
      <dgm:t>
        <a:bodyPr/>
        <a:lstStyle/>
        <a:p>
          <a:endParaRPr lang="en-IN"/>
        </a:p>
      </dgm:t>
    </dgm:pt>
    <dgm:pt modelId="{8CB65074-9FE2-4871-B3A5-1B24FFE99D1A}">
      <dgm:prSet/>
      <dgm:spPr/>
      <dgm:t>
        <a:bodyPr/>
        <a:lstStyle/>
        <a:p>
          <a:r>
            <a:rPr lang="en-US" b="0" i="0"/>
            <a:t>Their rhythmic folk music, dances and dramas are a treat to watch and also provide an insight into the culture of the State. </a:t>
          </a:r>
          <a:endParaRPr lang="en-IN"/>
        </a:p>
      </dgm:t>
    </dgm:pt>
    <dgm:pt modelId="{1C05FFD3-0FB3-48DE-9DAD-1A6D3E73DDAF}" type="parTrans" cxnId="{A95216D4-E503-4644-B468-50B4E803B70E}">
      <dgm:prSet/>
      <dgm:spPr/>
      <dgm:t>
        <a:bodyPr/>
        <a:lstStyle/>
        <a:p>
          <a:endParaRPr lang="en-IN"/>
        </a:p>
      </dgm:t>
    </dgm:pt>
    <dgm:pt modelId="{6879DEED-9FB1-4F23-98EC-E5E28AD8B80F}" type="sibTrans" cxnId="{A95216D4-E503-4644-B468-50B4E803B70E}">
      <dgm:prSet/>
      <dgm:spPr/>
      <dgm:t>
        <a:bodyPr/>
        <a:lstStyle/>
        <a:p>
          <a:endParaRPr lang="en-IN"/>
        </a:p>
      </dgm:t>
    </dgm:pt>
    <dgm:pt modelId="{FCD8A7CE-655E-4853-99C6-2787434C496D}">
      <dgm:prSet/>
      <dgm:spPr/>
      <dgm:t>
        <a:bodyPr/>
        <a:lstStyle/>
        <a:p>
          <a:r>
            <a:rPr lang="en-US"/>
            <a:t>M</a:t>
          </a:r>
          <a:r>
            <a:rPr lang="en-US" b="0" i="0"/>
            <a:t>ost of the Chhattisgarh folk dance forms are performed for denoting the change of seasons, as part of rituals or are performed in reverence for the gods.</a:t>
          </a:r>
          <a:endParaRPr lang="en-IN"/>
        </a:p>
      </dgm:t>
    </dgm:pt>
    <dgm:pt modelId="{71D880DB-E95B-450D-ACA5-5971D64239CD}" type="parTrans" cxnId="{C728E1D5-C7BD-4C99-9E9D-DC250B468B62}">
      <dgm:prSet/>
      <dgm:spPr/>
      <dgm:t>
        <a:bodyPr/>
        <a:lstStyle/>
        <a:p>
          <a:endParaRPr lang="en-IN"/>
        </a:p>
      </dgm:t>
    </dgm:pt>
    <dgm:pt modelId="{DDE97918-A17F-4099-BACB-C89296BBC6C2}" type="sibTrans" cxnId="{C728E1D5-C7BD-4C99-9E9D-DC250B468B62}">
      <dgm:prSet/>
      <dgm:spPr/>
      <dgm:t>
        <a:bodyPr/>
        <a:lstStyle/>
        <a:p>
          <a:endParaRPr lang="en-IN"/>
        </a:p>
      </dgm:t>
    </dgm:pt>
    <dgm:pt modelId="{36C9424E-BE0F-43A5-A4E7-26B8D2BF19A6}">
      <dgm:prSet/>
      <dgm:spPr/>
      <dgm:t>
        <a:bodyPr/>
        <a:lstStyle/>
        <a:p>
          <a:r>
            <a:rPr lang="en-US" b="0" i="0"/>
            <a:t>To make these performances even better, special costumes as well as accessories are designed for them</a:t>
          </a:r>
          <a:endParaRPr lang="en-IN"/>
        </a:p>
      </dgm:t>
    </dgm:pt>
    <dgm:pt modelId="{5D064917-2C10-43AA-B8A7-F3A6F97A5139}" type="parTrans" cxnId="{591FA733-4FD9-47AB-9B6E-0FE85E992C95}">
      <dgm:prSet/>
      <dgm:spPr/>
      <dgm:t>
        <a:bodyPr/>
        <a:lstStyle/>
        <a:p>
          <a:endParaRPr lang="en-IN"/>
        </a:p>
      </dgm:t>
    </dgm:pt>
    <dgm:pt modelId="{E563E282-7041-4E6F-B872-25151E76F4FC}" type="sibTrans" cxnId="{591FA733-4FD9-47AB-9B6E-0FE85E992C95}">
      <dgm:prSet/>
      <dgm:spPr/>
      <dgm:t>
        <a:bodyPr/>
        <a:lstStyle/>
        <a:p>
          <a:endParaRPr lang="en-IN"/>
        </a:p>
      </dgm:t>
    </dgm:pt>
    <dgm:pt modelId="{ACDF5E15-D5F5-45A5-B8B8-E3BC7B3AAF40}" type="pres">
      <dgm:prSet presAssocID="{2E305D24-74BA-4698-9206-0143A527CD1E}" presName="linear" presStyleCnt="0">
        <dgm:presLayoutVars>
          <dgm:animLvl val="lvl"/>
          <dgm:resizeHandles val="exact"/>
        </dgm:presLayoutVars>
      </dgm:prSet>
      <dgm:spPr/>
    </dgm:pt>
    <dgm:pt modelId="{826EFB17-BC22-42DF-A66F-914329DE7186}" type="pres">
      <dgm:prSet presAssocID="{FCF6EC66-0978-4FC6-9D8A-4DFD555D6848}" presName="parentText" presStyleLbl="node1" presStyleIdx="0" presStyleCnt="5">
        <dgm:presLayoutVars>
          <dgm:chMax val="0"/>
          <dgm:bulletEnabled val="1"/>
        </dgm:presLayoutVars>
      </dgm:prSet>
      <dgm:spPr/>
    </dgm:pt>
    <dgm:pt modelId="{2FD3C8EE-A01D-463B-96D9-70A0D766EC32}" type="pres">
      <dgm:prSet presAssocID="{C467B7CB-9EDA-4017-A5CF-8B04D088233E}" presName="spacer" presStyleCnt="0"/>
      <dgm:spPr/>
    </dgm:pt>
    <dgm:pt modelId="{B895AA77-EA24-4239-9F9F-5BAABB9829E4}" type="pres">
      <dgm:prSet presAssocID="{26264D7D-7389-417A-A641-8B51F216214C}" presName="parentText" presStyleLbl="node1" presStyleIdx="1" presStyleCnt="5">
        <dgm:presLayoutVars>
          <dgm:chMax val="0"/>
          <dgm:bulletEnabled val="1"/>
        </dgm:presLayoutVars>
      </dgm:prSet>
      <dgm:spPr/>
    </dgm:pt>
    <dgm:pt modelId="{B3947448-206B-4ECA-95CC-E83235AE4C41}" type="pres">
      <dgm:prSet presAssocID="{3B28BC6B-3FAA-4185-8F16-CDB39DFC22FA}" presName="spacer" presStyleCnt="0"/>
      <dgm:spPr/>
    </dgm:pt>
    <dgm:pt modelId="{78349484-6F85-4120-A591-8B01DF65BAE1}" type="pres">
      <dgm:prSet presAssocID="{8CB65074-9FE2-4871-B3A5-1B24FFE99D1A}" presName="parentText" presStyleLbl="node1" presStyleIdx="2" presStyleCnt="5" custLinFactNeighborY="15914">
        <dgm:presLayoutVars>
          <dgm:chMax val="0"/>
          <dgm:bulletEnabled val="1"/>
        </dgm:presLayoutVars>
      </dgm:prSet>
      <dgm:spPr/>
    </dgm:pt>
    <dgm:pt modelId="{9FC7C7A8-71A8-4E0E-BD6B-E83A917F6EBF}" type="pres">
      <dgm:prSet presAssocID="{6879DEED-9FB1-4F23-98EC-E5E28AD8B80F}" presName="spacer" presStyleCnt="0"/>
      <dgm:spPr/>
    </dgm:pt>
    <dgm:pt modelId="{69627A59-BA14-4D25-A679-DA49057CC639}" type="pres">
      <dgm:prSet presAssocID="{FCD8A7CE-655E-4853-99C6-2787434C496D}" presName="parentText" presStyleLbl="node1" presStyleIdx="3" presStyleCnt="5">
        <dgm:presLayoutVars>
          <dgm:chMax val="0"/>
          <dgm:bulletEnabled val="1"/>
        </dgm:presLayoutVars>
      </dgm:prSet>
      <dgm:spPr/>
    </dgm:pt>
    <dgm:pt modelId="{9E980774-7008-4283-92CE-CBCCAD9CEB9D}" type="pres">
      <dgm:prSet presAssocID="{DDE97918-A17F-4099-BACB-C89296BBC6C2}" presName="spacer" presStyleCnt="0"/>
      <dgm:spPr/>
    </dgm:pt>
    <dgm:pt modelId="{9C701972-1551-45BD-A3C5-8720C7D4FB00}" type="pres">
      <dgm:prSet presAssocID="{36C9424E-BE0F-43A5-A4E7-26B8D2BF19A6}" presName="parentText" presStyleLbl="node1" presStyleIdx="4" presStyleCnt="5">
        <dgm:presLayoutVars>
          <dgm:chMax val="0"/>
          <dgm:bulletEnabled val="1"/>
        </dgm:presLayoutVars>
      </dgm:prSet>
      <dgm:spPr/>
    </dgm:pt>
  </dgm:ptLst>
  <dgm:cxnLst>
    <dgm:cxn modelId="{591FA733-4FD9-47AB-9B6E-0FE85E992C95}" srcId="{2E305D24-74BA-4698-9206-0143A527CD1E}" destId="{36C9424E-BE0F-43A5-A4E7-26B8D2BF19A6}" srcOrd="4" destOrd="0" parTransId="{5D064917-2C10-43AA-B8A7-F3A6F97A5139}" sibTransId="{E563E282-7041-4E6F-B872-25151E76F4FC}"/>
    <dgm:cxn modelId="{46CCB55D-F4DF-4F23-B0E0-6FA2E4D4E7B8}" type="presOf" srcId="{36C9424E-BE0F-43A5-A4E7-26B8D2BF19A6}" destId="{9C701972-1551-45BD-A3C5-8720C7D4FB00}" srcOrd="0" destOrd="0" presId="urn:microsoft.com/office/officeart/2005/8/layout/vList2"/>
    <dgm:cxn modelId="{F6D6BA53-EF11-4F38-9DC4-8F3328CC1E37}" srcId="{2E305D24-74BA-4698-9206-0143A527CD1E}" destId="{FCF6EC66-0978-4FC6-9D8A-4DFD555D6848}" srcOrd="0" destOrd="0" parTransId="{A34E485C-EA67-4C3D-8979-B81A5BA0F1AB}" sibTransId="{C467B7CB-9EDA-4017-A5CF-8B04D088233E}"/>
    <dgm:cxn modelId="{DAC73A58-D4B8-41EB-8AAD-B3FDE915F321}" srcId="{2E305D24-74BA-4698-9206-0143A527CD1E}" destId="{26264D7D-7389-417A-A641-8B51F216214C}" srcOrd="1" destOrd="0" parTransId="{A75A8D8D-AECE-4E06-859F-B8DC8D38F5D1}" sibTransId="{3B28BC6B-3FAA-4185-8F16-CDB39DFC22FA}"/>
    <dgm:cxn modelId="{A072C895-3FAC-4E5F-B7D9-FBA71CAAB848}" type="presOf" srcId="{26264D7D-7389-417A-A641-8B51F216214C}" destId="{B895AA77-EA24-4239-9F9F-5BAABB9829E4}" srcOrd="0" destOrd="0" presId="urn:microsoft.com/office/officeart/2005/8/layout/vList2"/>
    <dgm:cxn modelId="{E37704CA-2114-45A7-9534-D5ED3F68C6F3}" type="presOf" srcId="{8CB65074-9FE2-4871-B3A5-1B24FFE99D1A}" destId="{78349484-6F85-4120-A591-8B01DF65BAE1}" srcOrd="0" destOrd="0" presId="urn:microsoft.com/office/officeart/2005/8/layout/vList2"/>
    <dgm:cxn modelId="{A95216D4-E503-4644-B468-50B4E803B70E}" srcId="{2E305D24-74BA-4698-9206-0143A527CD1E}" destId="{8CB65074-9FE2-4871-B3A5-1B24FFE99D1A}" srcOrd="2" destOrd="0" parTransId="{1C05FFD3-0FB3-48DE-9DAD-1A6D3E73DDAF}" sibTransId="{6879DEED-9FB1-4F23-98EC-E5E28AD8B80F}"/>
    <dgm:cxn modelId="{C728E1D5-C7BD-4C99-9E9D-DC250B468B62}" srcId="{2E305D24-74BA-4698-9206-0143A527CD1E}" destId="{FCD8A7CE-655E-4853-99C6-2787434C496D}" srcOrd="3" destOrd="0" parTransId="{71D880DB-E95B-450D-ACA5-5971D64239CD}" sibTransId="{DDE97918-A17F-4099-BACB-C89296BBC6C2}"/>
    <dgm:cxn modelId="{1D2C39D7-DBE8-4BB0-8D59-C923F81FEACE}" type="presOf" srcId="{2E305D24-74BA-4698-9206-0143A527CD1E}" destId="{ACDF5E15-D5F5-45A5-B8B8-E3BC7B3AAF40}" srcOrd="0" destOrd="0" presId="urn:microsoft.com/office/officeart/2005/8/layout/vList2"/>
    <dgm:cxn modelId="{5A9A5ADD-C7D6-43EA-8B28-4DEC3D6F8441}" type="presOf" srcId="{FCD8A7CE-655E-4853-99C6-2787434C496D}" destId="{69627A59-BA14-4D25-A679-DA49057CC639}" srcOrd="0" destOrd="0" presId="urn:microsoft.com/office/officeart/2005/8/layout/vList2"/>
    <dgm:cxn modelId="{F3FDF6F0-5939-49F6-B405-659C7C440C3D}" type="presOf" srcId="{FCF6EC66-0978-4FC6-9D8A-4DFD555D6848}" destId="{826EFB17-BC22-42DF-A66F-914329DE7186}" srcOrd="0" destOrd="0" presId="urn:microsoft.com/office/officeart/2005/8/layout/vList2"/>
    <dgm:cxn modelId="{D9898174-9276-4270-AF7F-842E1E0C37BB}" type="presParOf" srcId="{ACDF5E15-D5F5-45A5-B8B8-E3BC7B3AAF40}" destId="{826EFB17-BC22-42DF-A66F-914329DE7186}" srcOrd="0" destOrd="0" presId="urn:microsoft.com/office/officeart/2005/8/layout/vList2"/>
    <dgm:cxn modelId="{9E447BAA-7AFE-484E-AB28-6F4FC0D8A341}" type="presParOf" srcId="{ACDF5E15-D5F5-45A5-B8B8-E3BC7B3AAF40}" destId="{2FD3C8EE-A01D-463B-96D9-70A0D766EC32}" srcOrd="1" destOrd="0" presId="urn:microsoft.com/office/officeart/2005/8/layout/vList2"/>
    <dgm:cxn modelId="{9CF17294-7725-4E76-B3C1-50811D365B5E}" type="presParOf" srcId="{ACDF5E15-D5F5-45A5-B8B8-E3BC7B3AAF40}" destId="{B895AA77-EA24-4239-9F9F-5BAABB9829E4}" srcOrd="2" destOrd="0" presId="urn:microsoft.com/office/officeart/2005/8/layout/vList2"/>
    <dgm:cxn modelId="{9935B498-0173-4B71-9976-80D33D2190ED}" type="presParOf" srcId="{ACDF5E15-D5F5-45A5-B8B8-E3BC7B3AAF40}" destId="{B3947448-206B-4ECA-95CC-E83235AE4C41}" srcOrd="3" destOrd="0" presId="urn:microsoft.com/office/officeart/2005/8/layout/vList2"/>
    <dgm:cxn modelId="{A7BF584E-F5D1-4524-9C45-3DD6F89890BC}" type="presParOf" srcId="{ACDF5E15-D5F5-45A5-B8B8-E3BC7B3AAF40}" destId="{78349484-6F85-4120-A591-8B01DF65BAE1}" srcOrd="4" destOrd="0" presId="urn:microsoft.com/office/officeart/2005/8/layout/vList2"/>
    <dgm:cxn modelId="{4E61743E-2377-4C4C-B676-267AA1A7D894}" type="presParOf" srcId="{ACDF5E15-D5F5-45A5-B8B8-E3BC7B3AAF40}" destId="{9FC7C7A8-71A8-4E0E-BD6B-E83A917F6EBF}" srcOrd="5" destOrd="0" presId="urn:microsoft.com/office/officeart/2005/8/layout/vList2"/>
    <dgm:cxn modelId="{5C398571-3A3D-4446-9509-891A837E87F1}" type="presParOf" srcId="{ACDF5E15-D5F5-45A5-B8B8-E3BC7B3AAF40}" destId="{69627A59-BA14-4D25-A679-DA49057CC639}" srcOrd="6" destOrd="0" presId="urn:microsoft.com/office/officeart/2005/8/layout/vList2"/>
    <dgm:cxn modelId="{FDF20258-9821-4C3F-95FD-1FCE260D65BA}" type="presParOf" srcId="{ACDF5E15-D5F5-45A5-B8B8-E3BC7B3AAF40}" destId="{9E980774-7008-4283-92CE-CBCCAD9CEB9D}" srcOrd="7" destOrd="0" presId="urn:microsoft.com/office/officeart/2005/8/layout/vList2"/>
    <dgm:cxn modelId="{FB72CBB3-F369-4A7B-B9CA-23B1BBAD4FFC}" type="presParOf" srcId="{ACDF5E15-D5F5-45A5-B8B8-E3BC7B3AAF40}" destId="{9C701972-1551-45BD-A3C5-8720C7D4FB0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6CA6889-9E5C-463F-BF63-66610A918D31}"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IN"/>
        </a:p>
      </dgm:t>
    </dgm:pt>
    <dgm:pt modelId="{C1F9E206-AAC6-4476-AB37-526036565595}">
      <dgm:prSet/>
      <dgm:spPr/>
      <dgm:t>
        <a:bodyPr/>
        <a:lstStyle/>
        <a:p>
          <a:r>
            <a:rPr lang="en-US" b="0" i="0"/>
            <a:t>Actually, the Pandwani singer is a genre of telling the story of Mahabharata in Chhattisgarhi. In which the whole story is told with songs and verses.</a:t>
          </a:r>
          <a:endParaRPr lang="en-IN"/>
        </a:p>
      </dgm:t>
    </dgm:pt>
    <dgm:pt modelId="{AB721601-3C68-4BE5-B635-B8B7F5418020}" type="parTrans" cxnId="{35DD3FA9-351E-4E42-AD51-D82F2EC0A398}">
      <dgm:prSet/>
      <dgm:spPr/>
      <dgm:t>
        <a:bodyPr/>
        <a:lstStyle/>
        <a:p>
          <a:endParaRPr lang="en-IN"/>
        </a:p>
      </dgm:t>
    </dgm:pt>
    <dgm:pt modelId="{DCBE2867-9692-4C5F-B01E-6FF14934D1A9}" type="sibTrans" cxnId="{35DD3FA9-351E-4E42-AD51-D82F2EC0A398}">
      <dgm:prSet/>
      <dgm:spPr/>
      <dgm:t>
        <a:bodyPr/>
        <a:lstStyle/>
        <a:p>
          <a:endParaRPr lang="en-IN"/>
        </a:p>
      </dgm:t>
    </dgm:pt>
    <dgm:pt modelId="{304C9A35-C382-4906-B704-D7AD3589CC94}">
      <dgm:prSet/>
      <dgm:spPr/>
      <dgm:t>
        <a:bodyPr/>
        <a:lstStyle/>
        <a:p>
          <a:r>
            <a:rPr lang="en-US" b="1" i="0"/>
            <a:t>Pandavani</a:t>
          </a:r>
          <a:r>
            <a:rPr lang="en-US" b="0" i="0"/>
            <a:t> (Songs and Stories of the Pandavas) is a folk singing style involving narration of tales from the ancient Indian epic </a:t>
          </a:r>
          <a:r>
            <a:rPr lang="en-US"/>
            <a:t>Mahabharata</a:t>
          </a:r>
          <a:r>
            <a:rPr lang="en-US" b="0" i="0"/>
            <a:t>.</a:t>
          </a:r>
          <a:endParaRPr lang="en-IN"/>
        </a:p>
      </dgm:t>
    </dgm:pt>
    <dgm:pt modelId="{9A4C3417-9988-461E-8103-5EB185C332DE}" type="parTrans" cxnId="{3435129E-52E9-4BC0-B5F5-DA0F8B306072}">
      <dgm:prSet/>
      <dgm:spPr/>
      <dgm:t>
        <a:bodyPr/>
        <a:lstStyle/>
        <a:p>
          <a:endParaRPr lang="en-IN"/>
        </a:p>
      </dgm:t>
    </dgm:pt>
    <dgm:pt modelId="{0765E407-EAB1-4BB7-8DBC-973DEAEEA38A}" type="sibTrans" cxnId="{3435129E-52E9-4BC0-B5F5-DA0F8B306072}">
      <dgm:prSet/>
      <dgm:spPr/>
      <dgm:t>
        <a:bodyPr/>
        <a:lstStyle/>
        <a:p>
          <a:endParaRPr lang="en-IN"/>
        </a:p>
      </dgm:t>
    </dgm:pt>
    <dgm:pt modelId="{87592815-4767-4A30-8C53-6789F2C6B0B4}">
      <dgm:prSet/>
      <dgm:spPr/>
      <dgm:t>
        <a:bodyPr/>
        <a:lstStyle/>
        <a:p>
          <a:r>
            <a:rPr lang="en-US" b="0" i="0" dirty="0"/>
            <a:t>The singing also involves musical accompaniment. Bhima, the second of the </a:t>
          </a:r>
          <a:r>
            <a:rPr lang="en-US" b="0" i="0" dirty="0" err="1"/>
            <a:t>Pandava</a:t>
          </a:r>
          <a:r>
            <a:rPr lang="en-US" b="0" i="0" dirty="0"/>
            <a:t> is the hero of the story in this style.</a:t>
          </a:r>
          <a:endParaRPr lang="en-IN" dirty="0"/>
        </a:p>
      </dgm:t>
    </dgm:pt>
    <dgm:pt modelId="{37EC8B2C-CEBA-4665-8D4A-E564E5E47C8E}" type="parTrans" cxnId="{70902AFB-A00B-4EF6-B319-B7FE6B1C790D}">
      <dgm:prSet/>
      <dgm:spPr/>
      <dgm:t>
        <a:bodyPr/>
        <a:lstStyle/>
        <a:p>
          <a:endParaRPr lang="en-IN"/>
        </a:p>
      </dgm:t>
    </dgm:pt>
    <dgm:pt modelId="{208174C3-B059-4D04-AF91-BC4E2A37C41E}" type="sibTrans" cxnId="{70902AFB-A00B-4EF6-B319-B7FE6B1C790D}">
      <dgm:prSet/>
      <dgm:spPr/>
      <dgm:t>
        <a:bodyPr/>
        <a:lstStyle/>
        <a:p>
          <a:endParaRPr lang="en-IN"/>
        </a:p>
      </dgm:t>
    </dgm:pt>
    <dgm:pt modelId="{724CF348-86EC-4CB0-B6F8-86B15FA5D802}">
      <dgm:prSet/>
      <dgm:spPr/>
      <dgm:t>
        <a:bodyPr/>
        <a:lstStyle/>
        <a:p>
          <a:r>
            <a:rPr lang="en-US" b="0" i="0"/>
            <a:t>This form of folk theatre is popular in the central Indian state of </a:t>
          </a:r>
          <a:r>
            <a:rPr lang="en-US"/>
            <a:t>Chhattisgarh</a:t>
          </a:r>
          <a:r>
            <a:rPr lang="en-US" b="0" i="0"/>
            <a:t> and in the neighbouring areas of </a:t>
          </a:r>
          <a:r>
            <a:rPr lang="en-US"/>
            <a:t>Madhya Pradesh</a:t>
          </a:r>
          <a:r>
            <a:rPr lang="en-US" b="0" i="0"/>
            <a:t>, </a:t>
          </a:r>
          <a:r>
            <a:rPr lang="en-US"/>
            <a:t>Orissa</a:t>
          </a:r>
          <a:r>
            <a:rPr lang="en-US" b="0" i="0"/>
            <a:t> and </a:t>
          </a:r>
          <a:r>
            <a:rPr lang="en-US"/>
            <a:t>Andhra Pradesh</a:t>
          </a:r>
          <a:r>
            <a:rPr lang="en-US" b="0" i="0"/>
            <a:t>.</a:t>
          </a:r>
          <a:endParaRPr lang="en-IN"/>
        </a:p>
      </dgm:t>
    </dgm:pt>
    <dgm:pt modelId="{D105EE10-705C-47F4-8BFF-73591498FCEF}" type="parTrans" cxnId="{AE3C7CDD-795E-4959-94CA-23BF984C8E0E}">
      <dgm:prSet/>
      <dgm:spPr/>
      <dgm:t>
        <a:bodyPr/>
        <a:lstStyle/>
        <a:p>
          <a:endParaRPr lang="en-IN"/>
        </a:p>
      </dgm:t>
    </dgm:pt>
    <dgm:pt modelId="{FE61BDBF-C08D-4D02-A60C-7241360230A7}" type="sibTrans" cxnId="{AE3C7CDD-795E-4959-94CA-23BF984C8E0E}">
      <dgm:prSet/>
      <dgm:spPr/>
      <dgm:t>
        <a:bodyPr/>
        <a:lstStyle/>
        <a:p>
          <a:endParaRPr lang="en-IN"/>
        </a:p>
      </dgm:t>
    </dgm:pt>
    <dgm:pt modelId="{58825FAF-0ADC-4A50-A216-C314A1827589}" type="pres">
      <dgm:prSet presAssocID="{56CA6889-9E5C-463F-BF63-66610A918D31}" presName="linear" presStyleCnt="0">
        <dgm:presLayoutVars>
          <dgm:animLvl val="lvl"/>
          <dgm:resizeHandles val="exact"/>
        </dgm:presLayoutVars>
      </dgm:prSet>
      <dgm:spPr/>
    </dgm:pt>
    <dgm:pt modelId="{D21F3F6D-A25E-44B4-ABA4-FB668D3A1025}" type="pres">
      <dgm:prSet presAssocID="{C1F9E206-AAC6-4476-AB37-526036565595}" presName="parentText" presStyleLbl="node1" presStyleIdx="0" presStyleCnt="4">
        <dgm:presLayoutVars>
          <dgm:chMax val="0"/>
          <dgm:bulletEnabled val="1"/>
        </dgm:presLayoutVars>
      </dgm:prSet>
      <dgm:spPr/>
    </dgm:pt>
    <dgm:pt modelId="{3F7F78B2-57B0-4D16-BC15-E6CE5CF02BD8}" type="pres">
      <dgm:prSet presAssocID="{DCBE2867-9692-4C5F-B01E-6FF14934D1A9}" presName="spacer" presStyleCnt="0"/>
      <dgm:spPr/>
    </dgm:pt>
    <dgm:pt modelId="{0F2C2931-1F1B-438D-B052-B38FB7AB54C9}" type="pres">
      <dgm:prSet presAssocID="{304C9A35-C382-4906-B704-D7AD3589CC94}" presName="parentText" presStyleLbl="node1" presStyleIdx="1" presStyleCnt="4">
        <dgm:presLayoutVars>
          <dgm:chMax val="0"/>
          <dgm:bulletEnabled val="1"/>
        </dgm:presLayoutVars>
      </dgm:prSet>
      <dgm:spPr/>
    </dgm:pt>
    <dgm:pt modelId="{F3F3F0A4-3091-4F97-94A1-772F27A8CA5C}" type="pres">
      <dgm:prSet presAssocID="{0765E407-EAB1-4BB7-8DBC-973DEAEEA38A}" presName="spacer" presStyleCnt="0"/>
      <dgm:spPr/>
    </dgm:pt>
    <dgm:pt modelId="{F8E32B6E-C9D8-4194-989B-AD23324A4B58}" type="pres">
      <dgm:prSet presAssocID="{87592815-4767-4A30-8C53-6789F2C6B0B4}" presName="parentText" presStyleLbl="node1" presStyleIdx="2" presStyleCnt="4">
        <dgm:presLayoutVars>
          <dgm:chMax val="0"/>
          <dgm:bulletEnabled val="1"/>
        </dgm:presLayoutVars>
      </dgm:prSet>
      <dgm:spPr/>
    </dgm:pt>
    <dgm:pt modelId="{D021F10B-D4A3-4F4D-8BC7-D217720CA27C}" type="pres">
      <dgm:prSet presAssocID="{208174C3-B059-4D04-AF91-BC4E2A37C41E}" presName="spacer" presStyleCnt="0"/>
      <dgm:spPr/>
    </dgm:pt>
    <dgm:pt modelId="{320900DE-34F1-40DB-A665-A797B01E4072}" type="pres">
      <dgm:prSet presAssocID="{724CF348-86EC-4CB0-B6F8-86B15FA5D802}" presName="parentText" presStyleLbl="node1" presStyleIdx="3" presStyleCnt="4">
        <dgm:presLayoutVars>
          <dgm:chMax val="0"/>
          <dgm:bulletEnabled val="1"/>
        </dgm:presLayoutVars>
      </dgm:prSet>
      <dgm:spPr/>
    </dgm:pt>
  </dgm:ptLst>
  <dgm:cxnLst>
    <dgm:cxn modelId="{FD241627-FFFA-4D2A-BB6D-0B0E80F2E041}" type="presOf" srcId="{87592815-4767-4A30-8C53-6789F2C6B0B4}" destId="{F8E32B6E-C9D8-4194-989B-AD23324A4B58}" srcOrd="0" destOrd="0" presId="urn:microsoft.com/office/officeart/2005/8/layout/vList2"/>
    <dgm:cxn modelId="{3435129E-52E9-4BC0-B5F5-DA0F8B306072}" srcId="{56CA6889-9E5C-463F-BF63-66610A918D31}" destId="{304C9A35-C382-4906-B704-D7AD3589CC94}" srcOrd="1" destOrd="0" parTransId="{9A4C3417-9988-461E-8103-5EB185C332DE}" sibTransId="{0765E407-EAB1-4BB7-8DBC-973DEAEEA38A}"/>
    <dgm:cxn modelId="{35DD3FA9-351E-4E42-AD51-D82F2EC0A398}" srcId="{56CA6889-9E5C-463F-BF63-66610A918D31}" destId="{C1F9E206-AAC6-4476-AB37-526036565595}" srcOrd="0" destOrd="0" parTransId="{AB721601-3C68-4BE5-B635-B8B7F5418020}" sibTransId="{DCBE2867-9692-4C5F-B01E-6FF14934D1A9}"/>
    <dgm:cxn modelId="{95C266D4-71A5-4FD8-AA6B-5A15C107CBC9}" type="presOf" srcId="{304C9A35-C382-4906-B704-D7AD3589CC94}" destId="{0F2C2931-1F1B-438D-B052-B38FB7AB54C9}" srcOrd="0" destOrd="0" presId="urn:microsoft.com/office/officeart/2005/8/layout/vList2"/>
    <dgm:cxn modelId="{609891D4-8AFC-449B-A7D4-DBE1C832DD1C}" type="presOf" srcId="{724CF348-86EC-4CB0-B6F8-86B15FA5D802}" destId="{320900DE-34F1-40DB-A665-A797B01E4072}" srcOrd="0" destOrd="0" presId="urn:microsoft.com/office/officeart/2005/8/layout/vList2"/>
    <dgm:cxn modelId="{AE3C7CDD-795E-4959-94CA-23BF984C8E0E}" srcId="{56CA6889-9E5C-463F-BF63-66610A918D31}" destId="{724CF348-86EC-4CB0-B6F8-86B15FA5D802}" srcOrd="3" destOrd="0" parTransId="{D105EE10-705C-47F4-8BFF-73591498FCEF}" sibTransId="{FE61BDBF-C08D-4D02-A60C-7241360230A7}"/>
    <dgm:cxn modelId="{030702EB-7140-47A2-9C8D-922823E5FEF1}" type="presOf" srcId="{56CA6889-9E5C-463F-BF63-66610A918D31}" destId="{58825FAF-0ADC-4A50-A216-C314A1827589}" srcOrd="0" destOrd="0" presId="urn:microsoft.com/office/officeart/2005/8/layout/vList2"/>
    <dgm:cxn modelId="{70902AFB-A00B-4EF6-B319-B7FE6B1C790D}" srcId="{56CA6889-9E5C-463F-BF63-66610A918D31}" destId="{87592815-4767-4A30-8C53-6789F2C6B0B4}" srcOrd="2" destOrd="0" parTransId="{37EC8B2C-CEBA-4665-8D4A-E564E5E47C8E}" sibTransId="{208174C3-B059-4D04-AF91-BC4E2A37C41E}"/>
    <dgm:cxn modelId="{077FD1FE-27AB-473C-B7AC-D7E40C0BBE82}" type="presOf" srcId="{C1F9E206-AAC6-4476-AB37-526036565595}" destId="{D21F3F6D-A25E-44B4-ABA4-FB668D3A1025}" srcOrd="0" destOrd="0" presId="urn:microsoft.com/office/officeart/2005/8/layout/vList2"/>
    <dgm:cxn modelId="{AB43474A-8D0C-46A1-8498-F89DE947F43F}" type="presParOf" srcId="{58825FAF-0ADC-4A50-A216-C314A1827589}" destId="{D21F3F6D-A25E-44B4-ABA4-FB668D3A1025}" srcOrd="0" destOrd="0" presId="urn:microsoft.com/office/officeart/2005/8/layout/vList2"/>
    <dgm:cxn modelId="{C440DAAA-FECA-4F03-842D-FA843CFFAE68}" type="presParOf" srcId="{58825FAF-0ADC-4A50-A216-C314A1827589}" destId="{3F7F78B2-57B0-4D16-BC15-E6CE5CF02BD8}" srcOrd="1" destOrd="0" presId="urn:microsoft.com/office/officeart/2005/8/layout/vList2"/>
    <dgm:cxn modelId="{CF5C2864-E84A-4052-845C-2AB6672E2B30}" type="presParOf" srcId="{58825FAF-0ADC-4A50-A216-C314A1827589}" destId="{0F2C2931-1F1B-438D-B052-B38FB7AB54C9}" srcOrd="2" destOrd="0" presId="urn:microsoft.com/office/officeart/2005/8/layout/vList2"/>
    <dgm:cxn modelId="{526856E2-F9DD-47B4-8A94-2D64E4678BA3}" type="presParOf" srcId="{58825FAF-0ADC-4A50-A216-C314A1827589}" destId="{F3F3F0A4-3091-4F97-94A1-772F27A8CA5C}" srcOrd="3" destOrd="0" presId="urn:microsoft.com/office/officeart/2005/8/layout/vList2"/>
    <dgm:cxn modelId="{BF2FD0F8-234D-4BC1-8937-6E3B0B862614}" type="presParOf" srcId="{58825FAF-0ADC-4A50-A216-C314A1827589}" destId="{F8E32B6E-C9D8-4194-989B-AD23324A4B58}" srcOrd="4" destOrd="0" presId="urn:microsoft.com/office/officeart/2005/8/layout/vList2"/>
    <dgm:cxn modelId="{42413B71-1996-4F2F-ADD9-E74FF36504BB}" type="presParOf" srcId="{58825FAF-0ADC-4A50-A216-C314A1827589}" destId="{D021F10B-D4A3-4F4D-8BC7-D217720CA27C}" srcOrd="5" destOrd="0" presId="urn:microsoft.com/office/officeart/2005/8/layout/vList2"/>
    <dgm:cxn modelId="{DC79DBEB-7288-44D1-A7C5-8D44A0FD8089}" type="presParOf" srcId="{58825FAF-0ADC-4A50-A216-C314A1827589}" destId="{320900DE-34F1-40DB-A665-A797B01E407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2D4E68-1EE7-41B6-A484-BEDA13BE07C1}" type="doc">
      <dgm:prSet loTypeId="urn:microsoft.com/office/officeart/2005/8/layout/radial2" loCatId="relationship" qsTypeId="urn:microsoft.com/office/officeart/2005/8/quickstyle/simple4" qsCatId="simple" csTypeId="urn:microsoft.com/office/officeart/2005/8/colors/colorful5" csCatId="colorful" phldr="1"/>
      <dgm:spPr/>
      <dgm:t>
        <a:bodyPr/>
        <a:lstStyle/>
        <a:p>
          <a:endParaRPr lang="en-IN"/>
        </a:p>
      </dgm:t>
    </dgm:pt>
    <dgm:pt modelId="{12281987-7513-4FE9-BCBF-C554C87176C2}">
      <dgm:prSet phldrT="[Text]"/>
      <dgm:spPr/>
      <dgm:t>
        <a:bodyPr/>
        <a:lstStyle/>
        <a:p>
          <a:r>
            <a:rPr lang="en-IN" dirty="0" err="1"/>
            <a:t>Vedamati</a:t>
          </a:r>
          <a:endParaRPr lang="en-IN" dirty="0"/>
        </a:p>
      </dgm:t>
    </dgm:pt>
    <dgm:pt modelId="{9A944850-7D06-437E-B0F6-DDA7A46591B3}" type="parTrans" cxnId="{87BFE2EE-464A-4098-A81C-34554BB5CFC7}">
      <dgm:prSet/>
      <dgm:spPr/>
      <dgm:t>
        <a:bodyPr/>
        <a:lstStyle/>
        <a:p>
          <a:endParaRPr lang="en-IN"/>
        </a:p>
      </dgm:t>
    </dgm:pt>
    <dgm:pt modelId="{D2AAED0A-5E65-475C-B402-228363D91077}" type="sibTrans" cxnId="{87BFE2EE-464A-4098-A81C-34554BB5CFC7}">
      <dgm:prSet/>
      <dgm:spPr/>
      <dgm:t>
        <a:bodyPr/>
        <a:lstStyle/>
        <a:p>
          <a:endParaRPr lang="en-IN"/>
        </a:p>
      </dgm:t>
    </dgm:pt>
    <dgm:pt modelId="{0367797A-AF5A-47BB-B372-A5A68F57912A}">
      <dgm:prSet phldrT="[Text]"/>
      <dgm:spPr/>
      <dgm:t>
        <a:bodyPr/>
        <a:lstStyle/>
        <a:p>
          <a:endParaRPr lang="en-IN" dirty="0"/>
        </a:p>
      </dgm:t>
    </dgm:pt>
    <dgm:pt modelId="{383E88F5-689D-43EA-8FA8-F10220D792DF}" type="parTrans" cxnId="{105BF661-D8AF-4384-A79A-FE05CE17FC2E}">
      <dgm:prSet/>
      <dgm:spPr/>
      <dgm:t>
        <a:bodyPr/>
        <a:lstStyle/>
        <a:p>
          <a:endParaRPr lang="en-IN"/>
        </a:p>
      </dgm:t>
    </dgm:pt>
    <dgm:pt modelId="{E1FDB909-7162-4126-8D6C-5C05723E60AE}" type="sibTrans" cxnId="{105BF661-D8AF-4384-A79A-FE05CE17FC2E}">
      <dgm:prSet/>
      <dgm:spPr/>
      <dgm:t>
        <a:bodyPr/>
        <a:lstStyle/>
        <a:p>
          <a:endParaRPr lang="en-IN"/>
        </a:p>
      </dgm:t>
    </dgm:pt>
    <dgm:pt modelId="{491E4ACD-1DCF-4797-A535-CF2248BFFC28}">
      <dgm:prSet phldrT="[Text]"/>
      <dgm:spPr/>
      <dgm:t>
        <a:bodyPr/>
        <a:lstStyle/>
        <a:p>
          <a:r>
            <a:rPr lang="en-IN" dirty="0"/>
            <a:t>Singing</a:t>
          </a:r>
        </a:p>
      </dgm:t>
    </dgm:pt>
    <dgm:pt modelId="{758716B7-64D4-46D0-AD99-D35B6E840C09}" type="parTrans" cxnId="{EEDBBA26-D7E9-4E45-9075-69A937245DF1}">
      <dgm:prSet/>
      <dgm:spPr/>
      <dgm:t>
        <a:bodyPr/>
        <a:lstStyle/>
        <a:p>
          <a:endParaRPr lang="en-IN"/>
        </a:p>
      </dgm:t>
    </dgm:pt>
    <dgm:pt modelId="{DA358D03-006B-477C-BF32-1A4A775F7CA1}" type="sibTrans" cxnId="{EEDBBA26-D7E9-4E45-9075-69A937245DF1}">
      <dgm:prSet/>
      <dgm:spPr/>
      <dgm:t>
        <a:bodyPr/>
        <a:lstStyle/>
        <a:p>
          <a:endParaRPr lang="en-IN"/>
        </a:p>
      </dgm:t>
    </dgm:pt>
    <dgm:pt modelId="{B21B662D-548A-403F-8B83-8A503F2F3E56}">
      <dgm:prSet phldrT="[Text]"/>
      <dgm:spPr/>
      <dgm:t>
        <a:bodyPr/>
        <a:lstStyle/>
        <a:p>
          <a:r>
            <a:rPr lang="en-IN" dirty="0" err="1"/>
            <a:t>Kapalik</a:t>
          </a:r>
          <a:endParaRPr lang="en-IN" dirty="0"/>
        </a:p>
      </dgm:t>
    </dgm:pt>
    <dgm:pt modelId="{1EC60DF0-782C-4E11-ADC9-2B2300BF171B}" type="parTrans" cxnId="{2B9D1569-4F79-46DF-B926-A8035291ABAF}">
      <dgm:prSet/>
      <dgm:spPr/>
      <dgm:t>
        <a:bodyPr/>
        <a:lstStyle/>
        <a:p>
          <a:endParaRPr lang="en-IN"/>
        </a:p>
      </dgm:t>
    </dgm:pt>
    <dgm:pt modelId="{29D4DD06-322E-42A7-96AB-B643789E02D3}" type="sibTrans" cxnId="{2B9D1569-4F79-46DF-B926-A8035291ABAF}">
      <dgm:prSet/>
      <dgm:spPr/>
      <dgm:t>
        <a:bodyPr/>
        <a:lstStyle/>
        <a:p>
          <a:endParaRPr lang="en-IN"/>
        </a:p>
      </dgm:t>
    </dgm:pt>
    <dgm:pt modelId="{B8AE4FC3-6515-418A-BDE0-3F7ED9ACE1A3}">
      <dgm:prSet phldrT="[Text]"/>
      <dgm:spPr/>
      <dgm:t>
        <a:bodyPr/>
        <a:lstStyle/>
        <a:p>
          <a:r>
            <a:rPr lang="en-IN" dirty="0"/>
            <a:t>Singing and Dancing</a:t>
          </a:r>
        </a:p>
      </dgm:t>
    </dgm:pt>
    <dgm:pt modelId="{595ADBFB-F4B7-415A-99C5-6459B057893B}" type="parTrans" cxnId="{6354BF1B-95CC-454E-8E85-30280D3C82A6}">
      <dgm:prSet/>
      <dgm:spPr/>
      <dgm:t>
        <a:bodyPr/>
        <a:lstStyle/>
        <a:p>
          <a:endParaRPr lang="en-IN"/>
        </a:p>
      </dgm:t>
    </dgm:pt>
    <dgm:pt modelId="{2D2E56A0-1054-4FED-9D3C-0A2C24A5A352}" type="sibTrans" cxnId="{6354BF1B-95CC-454E-8E85-30280D3C82A6}">
      <dgm:prSet/>
      <dgm:spPr/>
      <dgm:t>
        <a:bodyPr/>
        <a:lstStyle/>
        <a:p>
          <a:endParaRPr lang="en-IN"/>
        </a:p>
      </dgm:t>
    </dgm:pt>
    <dgm:pt modelId="{936AD7E3-DBDD-4A4F-A751-92E180FDE7B6}" type="pres">
      <dgm:prSet presAssocID="{B72D4E68-1EE7-41B6-A484-BEDA13BE07C1}" presName="composite" presStyleCnt="0">
        <dgm:presLayoutVars>
          <dgm:chMax val="5"/>
          <dgm:dir/>
          <dgm:animLvl val="ctr"/>
          <dgm:resizeHandles val="exact"/>
        </dgm:presLayoutVars>
      </dgm:prSet>
      <dgm:spPr/>
    </dgm:pt>
    <dgm:pt modelId="{67D3B7A8-F9A4-4CA3-81DD-B5CE2AA1CB4A}" type="pres">
      <dgm:prSet presAssocID="{B72D4E68-1EE7-41B6-A484-BEDA13BE07C1}" presName="cycle" presStyleCnt="0"/>
      <dgm:spPr/>
    </dgm:pt>
    <dgm:pt modelId="{DE1F4284-C9FF-4828-A5EC-D4B4680270E3}" type="pres">
      <dgm:prSet presAssocID="{B72D4E68-1EE7-41B6-A484-BEDA13BE07C1}" presName="centerShape" presStyleCnt="0"/>
      <dgm:spPr/>
    </dgm:pt>
    <dgm:pt modelId="{299336D5-A0F6-4251-9598-4073755BD2AC}" type="pres">
      <dgm:prSet presAssocID="{B72D4E68-1EE7-41B6-A484-BEDA13BE07C1}" presName="connSite" presStyleLbl="node1" presStyleIdx="0" presStyleCnt="3"/>
      <dgm:spPr/>
    </dgm:pt>
    <dgm:pt modelId="{4B2EFD22-2E21-4673-97D0-E691D7FB2BAD}" type="pres">
      <dgm:prSet presAssocID="{B72D4E68-1EE7-41B6-A484-BEDA13BE07C1}" presName="visible" presStyleLbl="node1" presStyleIdx="0" presStyleCnt="3"/>
      <dgm:spPr>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2000" r="-12000"/>
          </a:stretch>
        </a:blipFill>
      </dgm:spPr>
    </dgm:pt>
    <dgm:pt modelId="{84B67FE0-78C3-4442-B424-5DDE83914F39}" type="pres">
      <dgm:prSet presAssocID="{9A944850-7D06-437E-B0F6-DDA7A46591B3}" presName="Name25" presStyleLbl="parChTrans1D1" presStyleIdx="0" presStyleCnt="2"/>
      <dgm:spPr/>
    </dgm:pt>
    <dgm:pt modelId="{44839543-7192-4B3B-90CC-A75EE030142B}" type="pres">
      <dgm:prSet presAssocID="{12281987-7513-4FE9-BCBF-C554C87176C2}" presName="node" presStyleCnt="0"/>
      <dgm:spPr/>
    </dgm:pt>
    <dgm:pt modelId="{101AA04D-9C37-4A94-98C7-99AF688C7B47}" type="pres">
      <dgm:prSet presAssocID="{12281987-7513-4FE9-BCBF-C554C87176C2}" presName="parentNode" presStyleLbl="node1" presStyleIdx="1" presStyleCnt="3">
        <dgm:presLayoutVars>
          <dgm:chMax val="1"/>
          <dgm:bulletEnabled val="1"/>
        </dgm:presLayoutVars>
      </dgm:prSet>
      <dgm:spPr/>
    </dgm:pt>
    <dgm:pt modelId="{1BC949AC-4046-4963-8EED-3B9DB3614F25}" type="pres">
      <dgm:prSet presAssocID="{12281987-7513-4FE9-BCBF-C554C87176C2}" presName="childNode" presStyleLbl="revTx" presStyleIdx="0" presStyleCnt="2">
        <dgm:presLayoutVars>
          <dgm:bulletEnabled val="1"/>
        </dgm:presLayoutVars>
      </dgm:prSet>
      <dgm:spPr/>
    </dgm:pt>
    <dgm:pt modelId="{B4CC8288-8E6B-4F47-A9DF-E527C7F33889}" type="pres">
      <dgm:prSet presAssocID="{1EC60DF0-782C-4E11-ADC9-2B2300BF171B}" presName="Name25" presStyleLbl="parChTrans1D1" presStyleIdx="1" presStyleCnt="2"/>
      <dgm:spPr/>
    </dgm:pt>
    <dgm:pt modelId="{3707645C-F860-4A71-8210-8558AD1CF653}" type="pres">
      <dgm:prSet presAssocID="{B21B662D-548A-403F-8B83-8A503F2F3E56}" presName="node" presStyleCnt="0"/>
      <dgm:spPr/>
    </dgm:pt>
    <dgm:pt modelId="{46104C63-F283-4C70-8831-5BA6D6600E21}" type="pres">
      <dgm:prSet presAssocID="{B21B662D-548A-403F-8B83-8A503F2F3E56}" presName="parentNode" presStyleLbl="node1" presStyleIdx="2" presStyleCnt="3" custScaleX="108755" custLinFactNeighborX="5504" custLinFactNeighborY="-1190">
        <dgm:presLayoutVars>
          <dgm:chMax val="1"/>
          <dgm:bulletEnabled val="1"/>
        </dgm:presLayoutVars>
      </dgm:prSet>
      <dgm:spPr/>
    </dgm:pt>
    <dgm:pt modelId="{9658397D-F97E-455E-BCC4-C049A7BF9E7A}" type="pres">
      <dgm:prSet presAssocID="{B21B662D-548A-403F-8B83-8A503F2F3E56}" presName="childNode" presStyleLbl="revTx" presStyleIdx="1" presStyleCnt="2">
        <dgm:presLayoutVars>
          <dgm:bulletEnabled val="1"/>
        </dgm:presLayoutVars>
      </dgm:prSet>
      <dgm:spPr/>
    </dgm:pt>
  </dgm:ptLst>
  <dgm:cxnLst>
    <dgm:cxn modelId="{AAF27807-6C6F-4625-B2A0-1C4FB7C27A41}" type="presOf" srcId="{9A944850-7D06-437E-B0F6-DDA7A46591B3}" destId="{84B67FE0-78C3-4442-B424-5DDE83914F39}" srcOrd="0" destOrd="0" presId="urn:microsoft.com/office/officeart/2005/8/layout/radial2"/>
    <dgm:cxn modelId="{6354BF1B-95CC-454E-8E85-30280D3C82A6}" srcId="{B21B662D-548A-403F-8B83-8A503F2F3E56}" destId="{B8AE4FC3-6515-418A-BDE0-3F7ED9ACE1A3}" srcOrd="0" destOrd="0" parTransId="{595ADBFB-F4B7-415A-99C5-6459B057893B}" sibTransId="{2D2E56A0-1054-4FED-9D3C-0A2C24A5A352}"/>
    <dgm:cxn modelId="{EEDBBA26-D7E9-4E45-9075-69A937245DF1}" srcId="{12281987-7513-4FE9-BCBF-C554C87176C2}" destId="{491E4ACD-1DCF-4797-A535-CF2248BFFC28}" srcOrd="1" destOrd="0" parTransId="{758716B7-64D4-46D0-AD99-D35B6E840C09}" sibTransId="{DA358D03-006B-477C-BF32-1A4A775F7CA1}"/>
    <dgm:cxn modelId="{54BC7438-76E2-48EB-B886-4998B602D930}" type="presOf" srcId="{B8AE4FC3-6515-418A-BDE0-3F7ED9ACE1A3}" destId="{9658397D-F97E-455E-BCC4-C049A7BF9E7A}" srcOrd="0" destOrd="0" presId="urn:microsoft.com/office/officeart/2005/8/layout/radial2"/>
    <dgm:cxn modelId="{105BF661-D8AF-4384-A79A-FE05CE17FC2E}" srcId="{12281987-7513-4FE9-BCBF-C554C87176C2}" destId="{0367797A-AF5A-47BB-B372-A5A68F57912A}" srcOrd="0" destOrd="0" parTransId="{383E88F5-689D-43EA-8FA8-F10220D792DF}" sibTransId="{E1FDB909-7162-4126-8D6C-5C05723E60AE}"/>
    <dgm:cxn modelId="{D2D89F62-518D-4898-AB28-87C6A2A6EE9F}" type="presOf" srcId="{12281987-7513-4FE9-BCBF-C554C87176C2}" destId="{101AA04D-9C37-4A94-98C7-99AF688C7B47}" srcOrd="0" destOrd="0" presId="urn:microsoft.com/office/officeart/2005/8/layout/radial2"/>
    <dgm:cxn modelId="{2B9D1569-4F79-46DF-B926-A8035291ABAF}" srcId="{B72D4E68-1EE7-41B6-A484-BEDA13BE07C1}" destId="{B21B662D-548A-403F-8B83-8A503F2F3E56}" srcOrd="1" destOrd="0" parTransId="{1EC60DF0-782C-4E11-ADC9-2B2300BF171B}" sibTransId="{29D4DD06-322E-42A7-96AB-B643789E02D3}"/>
    <dgm:cxn modelId="{B2049F76-5140-4B13-9A79-F35A403E704B}" type="presOf" srcId="{0367797A-AF5A-47BB-B372-A5A68F57912A}" destId="{1BC949AC-4046-4963-8EED-3B9DB3614F25}" srcOrd="0" destOrd="0" presId="urn:microsoft.com/office/officeart/2005/8/layout/radial2"/>
    <dgm:cxn modelId="{6EB8FC9C-813D-406D-85C8-75D96149C363}" type="presOf" srcId="{B72D4E68-1EE7-41B6-A484-BEDA13BE07C1}" destId="{936AD7E3-DBDD-4A4F-A751-92E180FDE7B6}" srcOrd="0" destOrd="0" presId="urn:microsoft.com/office/officeart/2005/8/layout/radial2"/>
    <dgm:cxn modelId="{830DFCA9-1117-4F20-BB16-365AC2153A66}" type="presOf" srcId="{491E4ACD-1DCF-4797-A535-CF2248BFFC28}" destId="{1BC949AC-4046-4963-8EED-3B9DB3614F25}" srcOrd="0" destOrd="1" presId="urn:microsoft.com/office/officeart/2005/8/layout/radial2"/>
    <dgm:cxn modelId="{C1C03FCF-597C-4142-A7D6-70DB6782ABCF}" type="presOf" srcId="{1EC60DF0-782C-4E11-ADC9-2B2300BF171B}" destId="{B4CC8288-8E6B-4F47-A9DF-E527C7F33889}" srcOrd="0" destOrd="0" presId="urn:microsoft.com/office/officeart/2005/8/layout/radial2"/>
    <dgm:cxn modelId="{87BFE2EE-464A-4098-A81C-34554BB5CFC7}" srcId="{B72D4E68-1EE7-41B6-A484-BEDA13BE07C1}" destId="{12281987-7513-4FE9-BCBF-C554C87176C2}" srcOrd="0" destOrd="0" parTransId="{9A944850-7D06-437E-B0F6-DDA7A46591B3}" sibTransId="{D2AAED0A-5E65-475C-B402-228363D91077}"/>
    <dgm:cxn modelId="{6B65A6F3-DF47-4054-A93A-C01C14AB81BB}" type="presOf" srcId="{B21B662D-548A-403F-8B83-8A503F2F3E56}" destId="{46104C63-F283-4C70-8831-5BA6D6600E21}" srcOrd="0" destOrd="0" presId="urn:microsoft.com/office/officeart/2005/8/layout/radial2"/>
    <dgm:cxn modelId="{297E058A-3BF4-43E7-A125-3F6F16919809}" type="presParOf" srcId="{936AD7E3-DBDD-4A4F-A751-92E180FDE7B6}" destId="{67D3B7A8-F9A4-4CA3-81DD-B5CE2AA1CB4A}" srcOrd="0" destOrd="0" presId="urn:microsoft.com/office/officeart/2005/8/layout/radial2"/>
    <dgm:cxn modelId="{211CDF1D-793D-4471-8DC6-77B63CF0E968}" type="presParOf" srcId="{67D3B7A8-F9A4-4CA3-81DD-B5CE2AA1CB4A}" destId="{DE1F4284-C9FF-4828-A5EC-D4B4680270E3}" srcOrd="0" destOrd="0" presId="urn:microsoft.com/office/officeart/2005/8/layout/radial2"/>
    <dgm:cxn modelId="{00A10F86-9213-4F00-BE74-BBCE0A2E98F9}" type="presParOf" srcId="{DE1F4284-C9FF-4828-A5EC-D4B4680270E3}" destId="{299336D5-A0F6-4251-9598-4073755BD2AC}" srcOrd="0" destOrd="0" presId="urn:microsoft.com/office/officeart/2005/8/layout/radial2"/>
    <dgm:cxn modelId="{9C67DD8A-576F-48CF-9AEA-11A17DD77EA8}" type="presParOf" srcId="{DE1F4284-C9FF-4828-A5EC-D4B4680270E3}" destId="{4B2EFD22-2E21-4673-97D0-E691D7FB2BAD}" srcOrd="1" destOrd="0" presId="urn:microsoft.com/office/officeart/2005/8/layout/radial2"/>
    <dgm:cxn modelId="{D824B2BE-C985-44BA-B29F-05740201E50E}" type="presParOf" srcId="{67D3B7A8-F9A4-4CA3-81DD-B5CE2AA1CB4A}" destId="{84B67FE0-78C3-4442-B424-5DDE83914F39}" srcOrd="1" destOrd="0" presId="urn:microsoft.com/office/officeart/2005/8/layout/radial2"/>
    <dgm:cxn modelId="{96C03113-F99D-40FB-A234-5E2AD1D1AC59}" type="presParOf" srcId="{67D3B7A8-F9A4-4CA3-81DD-B5CE2AA1CB4A}" destId="{44839543-7192-4B3B-90CC-A75EE030142B}" srcOrd="2" destOrd="0" presId="urn:microsoft.com/office/officeart/2005/8/layout/radial2"/>
    <dgm:cxn modelId="{FF25634F-EA21-426B-922B-34459D893A4D}" type="presParOf" srcId="{44839543-7192-4B3B-90CC-A75EE030142B}" destId="{101AA04D-9C37-4A94-98C7-99AF688C7B47}" srcOrd="0" destOrd="0" presId="urn:microsoft.com/office/officeart/2005/8/layout/radial2"/>
    <dgm:cxn modelId="{72970807-0559-4834-8CE7-E2942EF7E600}" type="presParOf" srcId="{44839543-7192-4B3B-90CC-A75EE030142B}" destId="{1BC949AC-4046-4963-8EED-3B9DB3614F25}" srcOrd="1" destOrd="0" presId="urn:microsoft.com/office/officeart/2005/8/layout/radial2"/>
    <dgm:cxn modelId="{48686644-4772-433B-9E30-7DC357AF2CC0}" type="presParOf" srcId="{67D3B7A8-F9A4-4CA3-81DD-B5CE2AA1CB4A}" destId="{B4CC8288-8E6B-4F47-A9DF-E527C7F33889}" srcOrd="3" destOrd="0" presId="urn:microsoft.com/office/officeart/2005/8/layout/radial2"/>
    <dgm:cxn modelId="{66131186-CCF0-4120-AE8A-7540BD3CD6BE}" type="presParOf" srcId="{67D3B7A8-F9A4-4CA3-81DD-B5CE2AA1CB4A}" destId="{3707645C-F860-4A71-8210-8558AD1CF653}" srcOrd="4" destOrd="0" presId="urn:microsoft.com/office/officeart/2005/8/layout/radial2"/>
    <dgm:cxn modelId="{B838BDF4-D03E-4102-B6C8-DC894F6D97A5}" type="presParOf" srcId="{3707645C-F860-4A71-8210-8558AD1CF653}" destId="{46104C63-F283-4C70-8831-5BA6D6600E21}" srcOrd="0" destOrd="0" presId="urn:microsoft.com/office/officeart/2005/8/layout/radial2"/>
    <dgm:cxn modelId="{89F8FD61-D3E1-404C-B4DF-105F54F9131F}" type="presParOf" srcId="{3707645C-F860-4A71-8210-8558AD1CF653}" destId="{9658397D-F97E-455E-BCC4-C049A7BF9E7A}"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492A5C-4FA0-4E05-A204-FB56E4743FA6}"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IN"/>
        </a:p>
      </dgm:t>
    </dgm:pt>
    <dgm:pt modelId="{77DB8268-3A6E-41F5-9C3F-05026C06EB6A}">
      <dgm:prSet/>
      <dgm:spPr/>
      <dgm:t>
        <a:bodyPr/>
        <a:lstStyle/>
        <a:p>
          <a:r>
            <a:rPr lang="en-US" b="0" i="0" dirty="0"/>
            <a:t>She is the first female artist of folk song-drama </a:t>
          </a:r>
          <a:r>
            <a:rPr lang="en-US" b="0" i="0" dirty="0" err="1"/>
            <a:t>Pandwani</a:t>
          </a:r>
          <a:r>
            <a:rPr lang="en-US" b="0" i="0" dirty="0"/>
            <a:t> in Chhattisgarh state of India.</a:t>
          </a:r>
          <a:endParaRPr lang="en-IN" dirty="0"/>
        </a:p>
      </dgm:t>
    </dgm:pt>
    <dgm:pt modelId="{9E027EA2-C851-46DB-BD23-CC55FB702563}" type="parTrans" cxnId="{92E3A9BB-E00C-49B0-9FE0-41090B7CF36B}">
      <dgm:prSet/>
      <dgm:spPr/>
      <dgm:t>
        <a:bodyPr/>
        <a:lstStyle/>
        <a:p>
          <a:endParaRPr lang="en-IN"/>
        </a:p>
      </dgm:t>
    </dgm:pt>
    <dgm:pt modelId="{D35703AD-BFE2-4C83-82B9-F398A71E8250}" type="sibTrans" cxnId="{92E3A9BB-E00C-49B0-9FE0-41090B7CF36B}">
      <dgm:prSet/>
      <dgm:spPr/>
      <dgm:t>
        <a:bodyPr/>
        <a:lstStyle/>
        <a:p>
          <a:endParaRPr lang="en-IN"/>
        </a:p>
      </dgm:t>
    </dgm:pt>
    <dgm:pt modelId="{CE4A7467-548E-4610-A5A6-30F8C000FAE1}">
      <dgm:prSet/>
      <dgm:spPr/>
      <dgm:t>
        <a:bodyPr/>
        <a:lstStyle/>
        <a:p>
          <a:r>
            <a:rPr lang="en-US" b="0" i="0" dirty="0"/>
            <a:t>In 1980, as a cultural ambassador, she travelled to England, France, Switzerland, Germany, Turkey, Malta, Cyprus, Romania and Mauritius and performed there.</a:t>
          </a:r>
          <a:endParaRPr lang="en-IN" dirty="0"/>
        </a:p>
      </dgm:t>
    </dgm:pt>
    <dgm:pt modelId="{044F22F7-CBC4-4A8B-8E91-EFBB90B7E186}" type="parTrans" cxnId="{B8C83D3A-DD4F-4409-8854-811983687D75}">
      <dgm:prSet/>
      <dgm:spPr/>
      <dgm:t>
        <a:bodyPr/>
        <a:lstStyle/>
        <a:p>
          <a:endParaRPr lang="en-IN"/>
        </a:p>
      </dgm:t>
    </dgm:pt>
    <dgm:pt modelId="{95A1C68A-F3AB-46FF-8CEF-13F3B46A96E7}" type="sibTrans" cxnId="{B8C83D3A-DD4F-4409-8854-811983687D75}">
      <dgm:prSet/>
      <dgm:spPr/>
      <dgm:t>
        <a:bodyPr/>
        <a:lstStyle/>
        <a:p>
          <a:endParaRPr lang="en-IN"/>
        </a:p>
      </dgm:t>
    </dgm:pt>
    <dgm:pt modelId="{EE0B5BCD-14BF-4257-9B41-4EBA757DD73A}">
      <dgm:prSet/>
      <dgm:spPr/>
      <dgm:t>
        <a:bodyPr/>
        <a:lstStyle/>
        <a:p>
          <a:r>
            <a:rPr lang="en-US" b="0" i="0" dirty="0"/>
            <a:t>She was awarded the Padma Shree by the Government of India in the year 1988 and the Padma Bhushan in the field of art in the year 2003.</a:t>
          </a:r>
          <a:endParaRPr lang="en-IN" dirty="0"/>
        </a:p>
      </dgm:t>
    </dgm:pt>
    <dgm:pt modelId="{65FF263D-2B7D-4874-A1A5-32B7AFB219D5}" type="parTrans" cxnId="{D85DD69F-52B4-4D51-82A4-A814503EC3FF}">
      <dgm:prSet/>
      <dgm:spPr/>
      <dgm:t>
        <a:bodyPr/>
        <a:lstStyle/>
        <a:p>
          <a:endParaRPr lang="en-IN"/>
        </a:p>
      </dgm:t>
    </dgm:pt>
    <dgm:pt modelId="{1903EAD3-FEB7-4A6A-9F55-8BE70D204C4E}" type="sibTrans" cxnId="{D85DD69F-52B4-4D51-82A4-A814503EC3FF}">
      <dgm:prSet/>
      <dgm:spPr/>
      <dgm:t>
        <a:bodyPr/>
        <a:lstStyle/>
        <a:p>
          <a:endParaRPr lang="en-IN"/>
        </a:p>
      </dgm:t>
    </dgm:pt>
    <dgm:pt modelId="{577C1BCA-864A-4ECA-8313-DE307D97F0ED}">
      <dgm:prSet/>
      <dgm:spPr/>
      <dgm:t>
        <a:bodyPr/>
        <a:lstStyle/>
        <a:p>
          <a:r>
            <a:rPr lang="en-US" b="0" i="0" dirty="0"/>
            <a:t>She has also been awarded Sangeet Natak  </a:t>
          </a:r>
          <a:r>
            <a:rPr lang="en-US" b="0" i="0" dirty="0" err="1"/>
            <a:t>Akademi</a:t>
          </a:r>
          <a:r>
            <a:rPr lang="en-US" b="0" i="0" dirty="0"/>
            <a:t> Award in 1995 and the Nritya Shiromani Award in 2007.</a:t>
          </a:r>
          <a:endParaRPr lang="en-IN" dirty="0"/>
        </a:p>
      </dgm:t>
    </dgm:pt>
    <dgm:pt modelId="{1A56EA37-0D85-484B-960E-EA018B625227}" type="parTrans" cxnId="{2C8FBA36-6A63-4CDF-94E2-F69BCBD25D93}">
      <dgm:prSet/>
      <dgm:spPr/>
      <dgm:t>
        <a:bodyPr/>
        <a:lstStyle/>
        <a:p>
          <a:endParaRPr lang="en-IN"/>
        </a:p>
      </dgm:t>
    </dgm:pt>
    <dgm:pt modelId="{D79FCE86-8180-438C-A606-487023AF7CD5}" type="sibTrans" cxnId="{2C8FBA36-6A63-4CDF-94E2-F69BCBD25D93}">
      <dgm:prSet/>
      <dgm:spPr/>
      <dgm:t>
        <a:bodyPr/>
        <a:lstStyle/>
        <a:p>
          <a:endParaRPr lang="en-IN"/>
        </a:p>
      </dgm:t>
    </dgm:pt>
    <dgm:pt modelId="{6E542DA4-C11C-415E-B438-AD843D56320C}">
      <dgm:prSet/>
      <dgm:spPr/>
      <dgm:t>
        <a:bodyPr/>
        <a:lstStyle/>
        <a:p>
          <a:r>
            <a:rPr lang="en-US" b="0" i="0" dirty="0"/>
            <a:t>In 2019, she was awarded the Padma Vibhushan by Hon. President Shri Ram Nath Kovind.</a:t>
          </a:r>
          <a:endParaRPr lang="en-IN" dirty="0"/>
        </a:p>
      </dgm:t>
    </dgm:pt>
    <dgm:pt modelId="{981334EF-85CE-467B-AB2C-B8FC0008FCA1}" type="parTrans" cxnId="{98DA9982-4696-4357-B5E2-26C1B719B7AB}">
      <dgm:prSet/>
      <dgm:spPr/>
      <dgm:t>
        <a:bodyPr/>
        <a:lstStyle/>
        <a:p>
          <a:endParaRPr lang="en-IN"/>
        </a:p>
      </dgm:t>
    </dgm:pt>
    <dgm:pt modelId="{AABB121D-AE62-4CF5-8D40-807617CAD7F4}" type="sibTrans" cxnId="{98DA9982-4696-4357-B5E2-26C1B719B7AB}">
      <dgm:prSet/>
      <dgm:spPr/>
      <dgm:t>
        <a:bodyPr/>
        <a:lstStyle/>
        <a:p>
          <a:endParaRPr lang="en-IN"/>
        </a:p>
      </dgm:t>
    </dgm:pt>
    <dgm:pt modelId="{3A8D6843-2824-4172-B347-459ADA03A814}" type="pres">
      <dgm:prSet presAssocID="{19492A5C-4FA0-4E05-A204-FB56E4743FA6}" presName="linear" presStyleCnt="0">
        <dgm:presLayoutVars>
          <dgm:animLvl val="lvl"/>
          <dgm:resizeHandles val="exact"/>
        </dgm:presLayoutVars>
      </dgm:prSet>
      <dgm:spPr/>
    </dgm:pt>
    <dgm:pt modelId="{E09A707D-2A4F-4199-ABD0-1BB63DBEA8BA}" type="pres">
      <dgm:prSet presAssocID="{77DB8268-3A6E-41F5-9C3F-05026C06EB6A}" presName="parentText" presStyleLbl="node1" presStyleIdx="0" presStyleCnt="5">
        <dgm:presLayoutVars>
          <dgm:chMax val="0"/>
          <dgm:bulletEnabled val="1"/>
        </dgm:presLayoutVars>
      </dgm:prSet>
      <dgm:spPr/>
    </dgm:pt>
    <dgm:pt modelId="{B182EC90-CB99-4172-84EE-2BA1687AB0CF}" type="pres">
      <dgm:prSet presAssocID="{D35703AD-BFE2-4C83-82B9-F398A71E8250}" presName="spacer" presStyleCnt="0"/>
      <dgm:spPr/>
    </dgm:pt>
    <dgm:pt modelId="{70CBCEBB-78E2-48B6-87C4-0E7AE3123DA9}" type="pres">
      <dgm:prSet presAssocID="{CE4A7467-548E-4610-A5A6-30F8C000FAE1}" presName="parentText" presStyleLbl="node1" presStyleIdx="1" presStyleCnt="5">
        <dgm:presLayoutVars>
          <dgm:chMax val="0"/>
          <dgm:bulletEnabled val="1"/>
        </dgm:presLayoutVars>
      </dgm:prSet>
      <dgm:spPr/>
    </dgm:pt>
    <dgm:pt modelId="{3566EA0A-7CB0-4581-A635-082FD7E0F6E2}" type="pres">
      <dgm:prSet presAssocID="{95A1C68A-F3AB-46FF-8CEF-13F3B46A96E7}" presName="spacer" presStyleCnt="0"/>
      <dgm:spPr/>
    </dgm:pt>
    <dgm:pt modelId="{DE71A78D-2D8A-4B24-93AC-95850F75450D}" type="pres">
      <dgm:prSet presAssocID="{EE0B5BCD-14BF-4257-9B41-4EBA757DD73A}" presName="parentText" presStyleLbl="node1" presStyleIdx="2" presStyleCnt="5">
        <dgm:presLayoutVars>
          <dgm:chMax val="0"/>
          <dgm:bulletEnabled val="1"/>
        </dgm:presLayoutVars>
      </dgm:prSet>
      <dgm:spPr/>
    </dgm:pt>
    <dgm:pt modelId="{BB8588DB-ED62-48B9-976F-D28207BBB42C}" type="pres">
      <dgm:prSet presAssocID="{1903EAD3-FEB7-4A6A-9F55-8BE70D204C4E}" presName="spacer" presStyleCnt="0"/>
      <dgm:spPr/>
    </dgm:pt>
    <dgm:pt modelId="{8584E177-F74C-4031-BB46-4D3CCECE16CF}" type="pres">
      <dgm:prSet presAssocID="{577C1BCA-864A-4ECA-8313-DE307D97F0ED}" presName="parentText" presStyleLbl="node1" presStyleIdx="3" presStyleCnt="5">
        <dgm:presLayoutVars>
          <dgm:chMax val="0"/>
          <dgm:bulletEnabled val="1"/>
        </dgm:presLayoutVars>
      </dgm:prSet>
      <dgm:spPr/>
    </dgm:pt>
    <dgm:pt modelId="{72296E56-7C43-40F5-900D-1B49AF44F56D}" type="pres">
      <dgm:prSet presAssocID="{D79FCE86-8180-438C-A606-487023AF7CD5}" presName="spacer" presStyleCnt="0"/>
      <dgm:spPr/>
    </dgm:pt>
    <dgm:pt modelId="{7CEEF1E5-D622-4D9E-96FA-D5246E38C019}" type="pres">
      <dgm:prSet presAssocID="{6E542DA4-C11C-415E-B438-AD843D56320C}" presName="parentText" presStyleLbl="node1" presStyleIdx="4" presStyleCnt="5">
        <dgm:presLayoutVars>
          <dgm:chMax val="0"/>
          <dgm:bulletEnabled val="1"/>
        </dgm:presLayoutVars>
      </dgm:prSet>
      <dgm:spPr/>
    </dgm:pt>
  </dgm:ptLst>
  <dgm:cxnLst>
    <dgm:cxn modelId="{2C8FBA36-6A63-4CDF-94E2-F69BCBD25D93}" srcId="{19492A5C-4FA0-4E05-A204-FB56E4743FA6}" destId="{577C1BCA-864A-4ECA-8313-DE307D97F0ED}" srcOrd="3" destOrd="0" parTransId="{1A56EA37-0D85-484B-960E-EA018B625227}" sibTransId="{D79FCE86-8180-438C-A606-487023AF7CD5}"/>
    <dgm:cxn modelId="{B8C83D3A-DD4F-4409-8854-811983687D75}" srcId="{19492A5C-4FA0-4E05-A204-FB56E4743FA6}" destId="{CE4A7467-548E-4610-A5A6-30F8C000FAE1}" srcOrd="1" destOrd="0" parTransId="{044F22F7-CBC4-4A8B-8E91-EFBB90B7E186}" sibTransId="{95A1C68A-F3AB-46FF-8CEF-13F3B46A96E7}"/>
    <dgm:cxn modelId="{71D80C75-859B-4A61-A5F0-BFC87ED95B45}" type="presOf" srcId="{6E542DA4-C11C-415E-B438-AD843D56320C}" destId="{7CEEF1E5-D622-4D9E-96FA-D5246E38C019}" srcOrd="0" destOrd="0" presId="urn:microsoft.com/office/officeart/2005/8/layout/vList2"/>
    <dgm:cxn modelId="{98DA9982-4696-4357-B5E2-26C1B719B7AB}" srcId="{19492A5C-4FA0-4E05-A204-FB56E4743FA6}" destId="{6E542DA4-C11C-415E-B438-AD843D56320C}" srcOrd="4" destOrd="0" parTransId="{981334EF-85CE-467B-AB2C-B8FC0008FCA1}" sibTransId="{AABB121D-AE62-4CF5-8D40-807617CAD7F4}"/>
    <dgm:cxn modelId="{D85DD69F-52B4-4D51-82A4-A814503EC3FF}" srcId="{19492A5C-4FA0-4E05-A204-FB56E4743FA6}" destId="{EE0B5BCD-14BF-4257-9B41-4EBA757DD73A}" srcOrd="2" destOrd="0" parTransId="{65FF263D-2B7D-4874-A1A5-32B7AFB219D5}" sibTransId="{1903EAD3-FEB7-4A6A-9F55-8BE70D204C4E}"/>
    <dgm:cxn modelId="{0A79A4B8-BC85-4857-B7BA-EBF8AAAB4360}" type="presOf" srcId="{577C1BCA-864A-4ECA-8313-DE307D97F0ED}" destId="{8584E177-F74C-4031-BB46-4D3CCECE16CF}" srcOrd="0" destOrd="0" presId="urn:microsoft.com/office/officeart/2005/8/layout/vList2"/>
    <dgm:cxn modelId="{92E3A9BB-E00C-49B0-9FE0-41090B7CF36B}" srcId="{19492A5C-4FA0-4E05-A204-FB56E4743FA6}" destId="{77DB8268-3A6E-41F5-9C3F-05026C06EB6A}" srcOrd="0" destOrd="0" parTransId="{9E027EA2-C851-46DB-BD23-CC55FB702563}" sibTransId="{D35703AD-BFE2-4C83-82B9-F398A71E8250}"/>
    <dgm:cxn modelId="{52B66DD1-6525-4FDF-9903-F72ED0ABBF9F}" type="presOf" srcId="{19492A5C-4FA0-4E05-A204-FB56E4743FA6}" destId="{3A8D6843-2824-4172-B347-459ADA03A814}" srcOrd="0" destOrd="0" presId="urn:microsoft.com/office/officeart/2005/8/layout/vList2"/>
    <dgm:cxn modelId="{F97D19D3-A352-4AA1-A580-B5A3F7E660EF}" type="presOf" srcId="{EE0B5BCD-14BF-4257-9B41-4EBA757DD73A}" destId="{DE71A78D-2D8A-4B24-93AC-95850F75450D}" srcOrd="0" destOrd="0" presId="urn:microsoft.com/office/officeart/2005/8/layout/vList2"/>
    <dgm:cxn modelId="{A0EFAAD4-FB3A-4F85-902F-2C4C9D5458A9}" type="presOf" srcId="{CE4A7467-548E-4610-A5A6-30F8C000FAE1}" destId="{70CBCEBB-78E2-48B6-87C4-0E7AE3123DA9}" srcOrd="0" destOrd="0" presId="urn:microsoft.com/office/officeart/2005/8/layout/vList2"/>
    <dgm:cxn modelId="{C27F91DB-88B3-491C-AFB5-D5FF00AB7555}" type="presOf" srcId="{77DB8268-3A6E-41F5-9C3F-05026C06EB6A}" destId="{E09A707D-2A4F-4199-ABD0-1BB63DBEA8BA}" srcOrd="0" destOrd="0" presId="urn:microsoft.com/office/officeart/2005/8/layout/vList2"/>
    <dgm:cxn modelId="{2232FC31-65A5-4346-B9A3-26E04F879FF8}" type="presParOf" srcId="{3A8D6843-2824-4172-B347-459ADA03A814}" destId="{E09A707D-2A4F-4199-ABD0-1BB63DBEA8BA}" srcOrd="0" destOrd="0" presId="urn:microsoft.com/office/officeart/2005/8/layout/vList2"/>
    <dgm:cxn modelId="{4A8F8BFA-75F2-4FAA-8A0E-4E99E8EA98A2}" type="presParOf" srcId="{3A8D6843-2824-4172-B347-459ADA03A814}" destId="{B182EC90-CB99-4172-84EE-2BA1687AB0CF}" srcOrd="1" destOrd="0" presId="urn:microsoft.com/office/officeart/2005/8/layout/vList2"/>
    <dgm:cxn modelId="{7FF09D70-EA46-4EAE-BF74-28D180AA046A}" type="presParOf" srcId="{3A8D6843-2824-4172-B347-459ADA03A814}" destId="{70CBCEBB-78E2-48B6-87C4-0E7AE3123DA9}" srcOrd="2" destOrd="0" presId="urn:microsoft.com/office/officeart/2005/8/layout/vList2"/>
    <dgm:cxn modelId="{633D516A-F033-460E-BBDF-1A2F0C4BD0E6}" type="presParOf" srcId="{3A8D6843-2824-4172-B347-459ADA03A814}" destId="{3566EA0A-7CB0-4581-A635-082FD7E0F6E2}" srcOrd="3" destOrd="0" presId="urn:microsoft.com/office/officeart/2005/8/layout/vList2"/>
    <dgm:cxn modelId="{AFE9E40E-C4E1-4AF4-AAA2-484A38D7535B}" type="presParOf" srcId="{3A8D6843-2824-4172-B347-459ADA03A814}" destId="{DE71A78D-2D8A-4B24-93AC-95850F75450D}" srcOrd="4" destOrd="0" presId="urn:microsoft.com/office/officeart/2005/8/layout/vList2"/>
    <dgm:cxn modelId="{AD0CA98D-0776-4563-951A-2716FF7B387F}" type="presParOf" srcId="{3A8D6843-2824-4172-B347-459ADA03A814}" destId="{BB8588DB-ED62-48B9-976F-D28207BBB42C}" srcOrd="5" destOrd="0" presId="urn:microsoft.com/office/officeart/2005/8/layout/vList2"/>
    <dgm:cxn modelId="{F6AB9A80-6824-4CA0-9AB2-D4EE9658C5F6}" type="presParOf" srcId="{3A8D6843-2824-4172-B347-459ADA03A814}" destId="{8584E177-F74C-4031-BB46-4D3CCECE16CF}" srcOrd="6" destOrd="0" presId="urn:microsoft.com/office/officeart/2005/8/layout/vList2"/>
    <dgm:cxn modelId="{F6AA7BF8-924D-4721-B9B4-F2551F7C4596}" type="presParOf" srcId="{3A8D6843-2824-4172-B347-459ADA03A814}" destId="{72296E56-7C43-40F5-900D-1B49AF44F56D}" srcOrd="7" destOrd="0" presId="urn:microsoft.com/office/officeart/2005/8/layout/vList2"/>
    <dgm:cxn modelId="{A101B098-2922-4C23-BCEA-02D78A6693F3}" type="presParOf" srcId="{3A8D6843-2824-4172-B347-459ADA03A814}" destId="{7CEEF1E5-D622-4D9E-96FA-D5246E38C01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C4C1F33-B839-453C-9A3F-EB9D3BCBBB87}" type="doc">
      <dgm:prSet loTypeId="urn:microsoft.com/office/officeart/2005/8/layout/vList2" loCatId="list" qsTypeId="urn:microsoft.com/office/officeart/2005/8/quickstyle/simple2" qsCatId="simple" csTypeId="urn:microsoft.com/office/officeart/2005/8/colors/colorful1" csCatId="colorful"/>
      <dgm:spPr/>
      <dgm:t>
        <a:bodyPr/>
        <a:lstStyle/>
        <a:p>
          <a:endParaRPr lang="en-IN"/>
        </a:p>
      </dgm:t>
    </dgm:pt>
    <dgm:pt modelId="{3A972284-24F6-40CB-8A9B-1FC6F37CC530}">
      <dgm:prSet/>
      <dgm:spPr/>
      <dgm:t>
        <a:bodyPr/>
        <a:lstStyle/>
        <a:p>
          <a:r>
            <a:rPr lang="en-US" b="0" i="0"/>
            <a:t>She was conferred with the Padma Shree the third highest civilian honour.</a:t>
          </a:r>
          <a:endParaRPr lang="en-IN"/>
        </a:p>
      </dgm:t>
    </dgm:pt>
    <dgm:pt modelId="{155801E2-078C-4AD4-BCCF-0DFAD1F6138B}" type="parTrans" cxnId="{20A0B008-D5AD-4405-9A69-A994B0D14D6B}">
      <dgm:prSet/>
      <dgm:spPr/>
      <dgm:t>
        <a:bodyPr/>
        <a:lstStyle/>
        <a:p>
          <a:endParaRPr lang="en-IN"/>
        </a:p>
      </dgm:t>
    </dgm:pt>
    <dgm:pt modelId="{F71079CE-6FC1-4F11-81C8-16B7B633AEB0}" type="sibTrans" cxnId="{20A0B008-D5AD-4405-9A69-A994B0D14D6B}">
      <dgm:prSet/>
      <dgm:spPr/>
      <dgm:t>
        <a:bodyPr/>
        <a:lstStyle/>
        <a:p>
          <a:endParaRPr lang="en-IN"/>
        </a:p>
      </dgm:t>
    </dgm:pt>
    <dgm:pt modelId="{0FBC4007-531D-46C9-A26C-249AF304D432}">
      <dgm:prSet/>
      <dgm:spPr/>
      <dgm:t>
        <a:bodyPr/>
        <a:lstStyle/>
        <a:p>
          <a:r>
            <a:rPr lang="en-US" b="0" i="0"/>
            <a:t>Along with this, she has been honored with Dau Mahasingh Chandrakar Award by bhilai steel plant management.</a:t>
          </a:r>
          <a:endParaRPr lang="en-IN"/>
        </a:p>
      </dgm:t>
    </dgm:pt>
    <dgm:pt modelId="{322ACD53-D14E-4760-9CE1-D649A2164939}" type="parTrans" cxnId="{ACB72BB7-CD59-4691-AF39-EA9A9CA51958}">
      <dgm:prSet/>
      <dgm:spPr/>
      <dgm:t>
        <a:bodyPr/>
        <a:lstStyle/>
        <a:p>
          <a:endParaRPr lang="en-IN"/>
        </a:p>
      </dgm:t>
    </dgm:pt>
    <dgm:pt modelId="{8E96CE01-DFBF-4FFE-8E37-5E2626BB1FB7}" type="sibTrans" cxnId="{ACB72BB7-CD59-4691-AF39-EA9A9CA51958}">
      <dgm:prSet/>
      <dgm:spPr/>
      <dgm:t>
        <a:bodyPr/>
        <a:lstStyle/>
        <a:p>
          <a:endParaRPr lang="en-IN"/>
        </a:p>
      </dgm:t>
    </dgm:pt>
    <dgm:pt modelId="{799879E3-4651-4148-85CF-9CDC7A8D5E2F}">
      <dgm:prSet/>
      <dgm:spPr/>
      <dgm:t>
        <a:bodyPr/>
        <a:lstStyle/>
        <a:p>
          <a:r>
            <a:rPr lang="en-US" b="0" i="0" dirty="0"/>
            <a:t>For </a:t>
          </a:r>
          <a:r>
            <a:rPr lang="en-US" b="0" i="0" dirty="0" err="1"/>
            <a:t>Pandwani</a:t>
          </a:r>
          <a:r>
            <a:rPr lang="en-US" b="0" i="0" dirty="0"/>
            <a:t> she has been awarded Guru </a:t>
          </a:r>
          <a:r>
            <a:rPr lang="en-US" b="0" i="0" dirty="0" err="1"/>
            <a:t>GhasidasSamajik</a:t>
          </a:r>
          <a:r>
            <a:rPr lang="en-US" b="0" i="0" dirty="0"/>
            <a:t> Chetna </a:t>
          </a:r>
          <a:r>
            <a:rPr lang="en-US" b="0" i="0" dirty="0" err="1"/>
            <a:t>Puraskar</a:t>
          </a:r>
          <a:r>
            <a:rPr lang="en-US" b="0" i="0" dirty="0"/>
            <a:t> by the Government of Chhattisgarh. </a:t>
          </a:r>
          <a:endParaRPr lang="en-IN" dirty="0"/>
        </a:p>
      </dgm:t>
    </dgm:pt>
    <dgm:pt modelId="{03B5FDA7-D71A-478B-A6F4-C92584402ED4}" type="parTrans" cxnId="{F82787CA-7CCF-452B-A71B-6F06AE6102C9}">
      <dgm:prSet/>
      <dgm:spPr/>
      <dgm:t>
        <a:bodyPr/>
        <a:lstStyle/>
        <a:p>
          <a:endParaRPr lang="en-IN"/>
        </a:p>
      </dgm:t>
    </dgm:pt>
    <dgm:pt modelId="{DF986EE2-30D8-4F3C-9134-B755B1AFEEA2}" type="sibTrans" cxnId="{F82787CA-7CCF-452B-A71B-6F06AE6102C9}">
      <dgm:prSet/>
      <dgm:spPr/>
      <dgm:t>
        <a:bodyPr/>
        <a:lstStyle/>
        <a:p>
          <a:endParaRPr lang="en-IN"/>
        </a:p>
      </dgm:t>
    </dgm:pt>
    <dgm:pt modelId="{4FC24680-DE1A-4661-A734-CD1DB86C696D}">
      <dgm:prSet/>
      <dgm:spPr/>
      <dgm:t>
        <a:bodyPr/>
        <a:lstStyle/>
        <a:p>
          <a:r>
            <a:rPr lang="en-US" b="0" i="0"/>
            <a:t>She has also been awarded gold medals six times in Girodhpuri Tapobhoomi.</a:t>
          </a:r>
          <a:endParaRPr lang="en-IN"/>
        </a:p>
      </dgm:t>
    </dgm:pt>
    <dgm:pt modelId="{E3F0C0C4-B736-417C-9508-CDD79BF50860}" type="parTrans" cxnId="{C44ECEFD-91EF-496B-8034-535B446335D8}">
      <dgm:prSet/>
      <dgm:spPr/>
      <dgm:t>
        <a:bodyPr/>
        <a:lstStyle/>
        <a:p>
          <a:endParaRPr lang="en-IN"/>
        </a:p>
      </dgm:t>
    </dgm:pt>
    <dgm:pt modelId="{554EE7D0-59CA-41FE-A609-AA1DAC36837D}" type="sibTrans" cxnId="{C44ECEFD-91EF-496B-8034-535B446335D8}">
      <dgm:prSet/>
      <dgm:spPr/>
      <dgm:t>
        <a:bodyPr/>
        <a:lstStyle/>
        <a:p>
          <a:endParaRPr lang="en-IN"/>
        </a:p>
      </dgm:t>
    </dgm:pt>
    <dgm:pt modelId="{D326EB8A-0C3E-4F4E-A5C9-EAABD83BBA2C}" type="pres">
      <dgm:prSet presAssocID="{DC4C1F33-B839-453C-9A3F-EB9D3BCBBB87}" presName="linear" presStyleCnt="0">
        <dgm:presLayoutVars>
          <dgm:animLvl val="lvl"/>
          <dgm:resizeHandles val="exact"/>
        </dgm:presLayoutVars>
      </dgm:prSet>
      <dgm:spPr/>
    </dgm:pt>
    <dgm:pt modelId="{2FB1A19A-D7DE-47E7-8515-59F226FCBE8B}" type="pres">
      <dgm:prSet presAssocID="{3A972284-24F6-40CB-8A9B-1FC6F37CC530}" presName="parentText" presStyleLbl="node1" presStyleIdx="0" presStyleCnt="4">
        <dgm:presLayoutVars>
          <dgm:chMax val="0"/>
          <dgm:bulletEnabled val="1"/>
        </dgm:presLayoutVars>
      </dgm:prSet>
      <dgm:spPr/>
    </dgm:pt>
    <dgm:pt modelId="{7E34A04E-F530-4EE5-8A4A-780E01DAD1DB}" type="pres">
      <dgm:prSet presAssocID="{F71079CE-6FC1-4F11-81C8-16B7B633AEB0}" presName="spacer" presStyleCnt="0"/>
      <dgm:spPr/>
    </dgm:pt>
    <dgm:pt modelId="{0604E68F-5C38-4AE0-9E13-93A6B1039FAF}" type="pres">
      <dgm:prSet presAssocID="{0FBC4007-531D-46C9-A26C-249AF304D432}" presName="parentText" presStyleLbl="node1" presStyleIdx="1" presStyleCnt="4">
        <dgm:presLayoutVars>
          <dgm:chMax val="0"/>
          <dgm:bulletEnabled val="1"/>
        </dgm:presLayoutVars>
      </dgm:prSet>
      <dgm:spPr/>
    </dgm:pt>
    <dgm:pt modelId="{A5901500-1AED-49D2-8C7E-2D7739A1A99E}" type="pres">
      <dgm:prSet presAssocID="{8E96CE01-DFBF-4FFE-8E37-5E2626BB1FB7}" presName="spacer" presStyleCnt="0"/>
      <dgm:spPr/>
    </dgm:pt>
    <dgm:pt modelId="{EA59B0AC-D327-4317-AC2E-2D2145A7E8D3}" type="pres">
      <dgm:prSet presAssocID="{799879E3-4651-4148-85CF-9CDC7A8D5E2F}" presName="parentText" presStyleLbl="node1" presStyleIdx="2" presStyleCnt="4">
        <dgm:presLayoutVars>
          <dgm:chMax val="0"/>
          <dgm:bulletEnabled val="1"/>
        </dgm:presLayoutVars>
      </dgm:prSet>
      <dgm:spPr/>
    </dgm:pt>
    <dgm:pt modelId="{9EBF009B-80AB-42DA-8F04-945F37FEE0F5}" type="pres">
      <dgm:prSet presAssocID="{DF986EE2-30D8-4F3C-9134-B755B1AFEEA2}" presName="spacer" presStyleCnt="0"/>
      <dgm:spPr/>
    </dgm:pt>
    <dgm:pt modelId="{A1E8A726-BF5C-44EC-BCB6-B7E645295114}" type="pres">
      <dgm:prSet presAssocID="{4FC24680-DE1A-4661-A734-CD1DB86C696D}" presName="parentText" presStyleLbl="node1" presStyleIdx="3" presStyleCnt="4">
        <dgm:presLayoutVars>
          <dgm:chMax val="0"/>
          <dgm:bulletEnabled val="1"/>
        </dgm:presLayoutVars>
      </dgm:prSet>
      <dgm:spPr/>
    </dgm:pt>
  </dgm:ptLst>
  <dgm:cxnLst>
    <dgm:cxn modelId="{20A0B008-D5AD-4405-9A69-A994B0D14D6B}" srcId="{DC4C1F33-B839-453C-9A3F-EB9D3BCBBB87}" destId="{3A972284-24F6-40CB-8A9B-1FC6F37CC530}" srcOrd="0" destOrd="0" parTransId="{155801E2-078C-4AD4-BCCF-0DFAD1F6138B}" sibTransId="{F71079CE-6FC1-4F11-81C8-16B7B633AEB0}"/>
    <dgm:cxn modelId="{A0C6712C-E7D8-4ACA-B9A0-848610A6DD79}" type="presOf" srcId="{DC4C1F33-B839-453C-9A3F-EB9D3BCBBB87}" destId="{D326EB8A-0C3E-4F4E-A5C9-EAABD83BBA2C}" srcOrd="0" destOrd="0" presId="urn:microsoft.com/office/officeart/2005/8/layout/vList2"/>
    <dgm:cxn modelId="{8017B533-4228-4F7D-966A-DAB89C0AE7D3}" type="presOf" srcId="{4FC24680-DE1A-4661-A734-CD1DB86C696D}" destId="{A1E8A726-BF5C-44EC-BCB6-B7E645295114}" srcOrd="0" destOrd="0" presId="urn:microsoft.com/office/officeart/2005/8/layout/vList2"/>
    <dgm:cxn modelId="{50DC4A3D-5029-4F32-9262-7DC855520DD9}" type="presOf" srcId="{0FBC4007-531D-46C9-A26C-249AF304D432}" destId="{0604E68F-5C38-4AE0-9E13-93A6B1039FAF}" srcOrd="0" destOrd="0" presId="urn:microsoft.com/office/officeart/2005/8/layout/vList2"/>
    <dgm:cxn modelId="{C5C7CD62-D800-48AB-B38E-1BE933A3777D}" type="presOf" srcId="{3A972284-24F6-40CB-8A9B-1FC6F37CC530}" destId="{2FB1A19A-D7DE-47E7-8515-59F226FCBE8B}" srcOrd="0" destOrd="0" presId="urn:microsoft.com/office/officeart/2005/8/layout/vList2"/>
    <dgm:cxn modelId="{7F78DC4B-7C76-4BCF-AB69-E69E1374BECC}" type="presOf" srcId="{799879E3-4651-4148-85CF-9CDC7A8D5E2F}" destId="{EA59B0AC-D327-4317-AC2E-2D2145A7E8D3}" srcOrd="0" destOrd="0" presId="urn:microsoft.com/office/officeart/2005/8/layout/vList2"/>
    <dgm:cxn modelId="{ACB72BB7-CD59-4691-AF39-EA9A9CA51958}" srcId="{DC4C1F33-B839-453C-9A3F-EB9D3BCBBB87}" destId="{0FBC4007-531D-46C9-A26C-249AF304D432}" srcOrd="1" destOrd="0" parTransId="{322ACD53-D14E-4760-9CE1-D649A2164939}" sibTransId="{8E96CE01-DFBF-4FFE-8E37-5E2626BB1FB7}"/>
    <dgm:cxn modelId="{F82787CA-7CCF-452B-A71B-6F06AE6102C9}" srcId="{DC4C1F33-B839-453C-9A3F-EB9D3BCBBB87}" destId="{799879E3-4651-4148-85CF-9CDC7A8D5E2F}" srcOrd="2" destOrd="0" parTransId="{03B5FDA7-D71A-478B-A6F4-C92584402ED4}" sibTransId="{DF986EE2-30D8-4F3C-9134-B755B1AFEEA2}"/>
    <dgm:cxn modelId="{C44ECEFD-91EF-496B-8034-535B446335D8}" srcId="{DC4C1F33-B839-453C-9A3F-EB9D3BCBBB87}" destId="{4FC24680-DE1A-4661-A734-CD1DB86C696D}" srcOrd="3" destOrd="0" parTransId="{E3F0C0C4-B736-417C-9508-CDD79BF50860}" sibTransId="{554EE7D0-59CA-41FE-A609-AA1DAC36837D}"/>
    <dgm:cxn modelId="{6E06A231-56F8-43CB-BD88-38F76B3F6301}" type="presParOf" srcId="{D326EB8A-0C3E-4F4E-A5C9-EAABD83BBA2C}" destId="{2FB1A19A-D7DE-47E7-8515-59F226FCBE8B}" srcOrd="0" destOrd="0" presId="urn:microsoft.com/office/officeart/2005/8/layout/vList2"/>
    <dgm:cxn modelId="{DF5D8BE5-6AF7-4012-952A-E2BC1FC90412}" type="presParOf" srcId="{D326EB8A-0C3E-4F4E-A5C9-EAABD83BBA2C}" destId="{7E34A04E-F530-4EE5-8A4A-780E01DAD1DB}" srcOrd="1" destOrd="0" presId="urn:microsoft.com/office/officeart/2005/8/layout/vList2"/>
    <dgm:cxn modelId="{0D701751-9256-4224-9558-1969C879015C}" type="presParOf" srcId="{D326EB8A-0C3E-4F4E-A5C9-EAABD83BBA2C}" destId="{0604E68F-5C38-4AE0-9E13-93A6B1039FAF}" srcOrd="2" destOrd="0" presId="urn:microsoft.com/office/officeart/2005/8/layout/vList2"/>
    <dgm:cxn modelId="{3D046118-0CA1-4E19-A204-0A1FD81F183D}" type="presParOf" srcId="{D326EB8A-0C3E-4F4E-A5C9-EAABD83BBA2C}" destId="{A5901500-1AED-49D2-8C7E-2D7739A1A99E}" srcOrd="3" destOrd="0" presId="urn:microsoft.com/office/officeart/2005/8/layout/vList2"/>
    <dgm:cxn modelId="{387CC568-7236-4A7B-AF4D-27663A91785A}" type="presParOf" srcId="{D326EB8A-0C3E-4F4E-A5C9-EAABD83BBA2C}" destId="{EA59B0AC-D327-4317-AC2E-2D2145A7E8D3}" srcOrd="4" destOrd="0" presId="urn:microsoft.com/office/officeart/2005/8/layout/vList2"/>
    <dgm:cxn modelId="{2298943A-9B6C-4A9B-9674-0E8379055038}" type="presParOf" srcId="{D326EB8A-0C3E-4F4E-A5C9-EAABD83BBA2C}" destId="{9EBF009B-80AB-42DA-8F04-945F37FEE0F5}" srcOrd="5" destOrd="0" presId="urn:microsoft.com/office/officeart/2005/8/layout/vList2"/>
    <dgm:cxn modelId="{94B95657-ED10-46DB-A39C-41A082A81174}" type="presParOf" srcId="{D326EB8A-0C3E-4F4E-A5C9-EAABD83BBA2C}" destId="{A1E8A726-BF5C-44EC-BCB6-B7E64529511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A5A56FA-7A21-4307-93B2-6689818EF639}"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IN"/>
        </a:p>
      </dgm:t>
    </dgm:pt>
    <dgm:pt modelId="{C46424BC-C348-454D-B661-B85BBAD02B38}">
      <dgm:prSet/>
      <dgm:spPr/>
      <dgm:t>
        <a:bodyPr/>
        <a:lstStyle/>
        <a:p>
          <a:r>
            <a:rPr lang="en-US" b="1" i="0"/>
            <a:t>Chhattisgarh</a:t>
          </a:r>
          <a:r>
            <a:rPr lang="en-US" b="0" i="0"/>
            <a:t> is renowned for rich metal crafts and other handicrafts made of bamboo and wood. </a:t>
          </a:r>
          <a:endParaRPr lang="en-IN"/>
        </a:p>
      </dgm:t>
    </dgm:pt>
    <dgm:pt modelId="{83D76D99-BBB9-4961-8130-6A32A2C78801}" type="parTrans" cxnId="{B843AF82-AD27-440D-9E6A-FEF4D3CBE057}">
      <dgm:prSet/>
      <dgm:spPr/>
      <dgm:t>
        <a:bodyPr/>
        <a:lstStyle/>
        <a:p>
          <a:endParaRPr lang="en-IN"/>
        </a:p>
      </dgm:t>
    </dgm:pt>
    <dgm:pt modelId="{56F1399B-CBE6-4214-935C-6556AF62A8C8}" type="sibTrans" cxnId="{B843AF82-AD27-440D-9E6A-FEF4D3CBE057}">
      <dgm:prSet/>
      <dgm:spPr/>
      <dgm:t>
        <a:bodyPr/>
        <a:lstStyle/>
        <a:p>
          <a:endParaRPr lang="en-IN"/>
        </a:p>
      </dgm:t>
    </dgm:pt>
    <dgm:pt modelId="{11B440B2-2F9F-4EA2-9E55-1E1D102A1973}">
      <dgm:prSet/>
      <dgm:spPr/>
      <dgm:t>
        <a:bodyPr/>
        <a:lstStyle/>
        <a:p>
          <a:r>
            <a:rPr lang="en-US" b="0" i="0"/>
            <a:t>Folk painting and folk jewelry of Chhattisgarh are very popular. </a:t>
          </a:r>
          <a:endParaRPr lang="en-IN"/>
        </a:p>
      </dgm:t>
    </dgm:pt>
    <dgm:pt modelId="{09A76B18-C404-4340-B07D-4D78CD9FFAA4}" type="parTrans" cxnId="{B04B1FE8-BCC8-4382-8561-2DE3B7D48F71}">
      <dgm:prSet/>
      <dgm:spPr/>
      <dgm:t>
        <a:bodyPr/>
        <a:lstStyle/>
        <a:p>
          <a:endParaRPr lang="en-IN"/>
        </a:p>
      </dgm:t>
    </dgm:pt>
    <dgm:pt modelId="{EB707D08-AFF0-40A8-B938-30DAB37E237F}" type="sibTrans" cxnId="{B04B1FE8-BCC8-4382-8561-2DE3B7D48F71}">
      <dgm:prSet/>
      <dgm:spPr/>
      <dgm:t>
        <a:bodyPr/>
        <a:lstStyle/>
        <a:p>
          <a:endParaRPr lang="en-IN"/>
        </a:p>
      </dgm:t>
    </dgm:pt>
    <dgm:pt modelId="{BD211029-04D4-482E-8E45-F44E643D0151}">
      <dgm:prSet/>
      <dgm:spPr/>
      <dgm:t>
        <a:bodyPr/>
        <a:lstStyle/>
        <a:p>
          <a:r>
            <a:rPr lang="en-US" b="0" i="0"/>
            <a:t>The painting depicts the living style of the tribal people of which Fork Art Painting and Pithora paintings are very popular.</a:t>
          </a:r>
          <a:endParaRPr lang="en-IN"/>
        </a:p>
      </dgm:t>
    </dgm:pt>
    <dgm:pt modelId="{59697236-774F-4DFA-A275-D9BB95FB8C23}" type="parTrans" cxnId="{26C9A34F-8DB8-45C5-ABF2-3DF2635B6D73}">
      <dgm:prSet/>
      <dgm:spPr/>
      <dgm:t>
        <a:bodyPr/>
        <a:lstStyle/>
        <a:p>
          <a:endParaRPr lang="en-IN"/>
        </a:p>
      </dgm:t>
    </dgm:pt>
    <dgm:pt modelId="{F5FC2D8D-C613-4D6C-905B-58F021422C0D}" type="sibTrans" cxnId="{26C9A34F-8DB8-45C5-ABF2-3DF2635B6D73}">
      <dgm:prSet/>
      <dgm:spPr/>
      <dgm:t>
        <a:bodyPr/>
        <a:lstStyle/>
        <a:p>
          <a:endParaRPr lang="en-IN"/>
        </a:p>
      </dgm:t>
    </dgm:pt>
    <dgm:pt modelId="{C1063C1F-07BA-41C1-A550-18D9509EF180}">
      <dgm:prSet/>
      <dgm:spPr/>
      <dgm:t>
        <a:bodyPr/>
        <a:lstStyle/>
        <a:p>
          <a:r>
            <a:rPr lang="en-US" b="0" i="0"/>
            <a:t>Tribal men and women of Chattisgarh wear traditional folk ornaments made out of beads.</a:t>
          </a:r>
          <a:endParaRPr lang="en-IN"/>
        </a:p>
      </dgm:t>
    </dgm:pt>
    <dgm:pt modelId="{392E85BC-3702-44E5-889A-E42F6D10D380}" type="parTrans" cxnId="{36510A51-50E4-4AB3-9206-DA3C4FC28099}">
      <dgm:prSet/>
      <dgm:spPr/>
      <dgm:t>
        <a:bodyPr/>
        <a:lstStyle/>
        <a:p>
          <a:endParaRPr lang="en-IN"/>
        </a:p>
      </dgm:t>
    </dgm:pt>
    <dgm:pt modelId="{7F3544BC-EB66-4DCB-A486-1FFA528E11CF}" type="sibTrans" cxnId="{36510A51-50E4-4AB3-9206-DA3C4FC28099}">
      <dgm:prSet/>
      <dgm:spPr/>
      <dgm:t>
        <a:bodyPr/>
        <a:lstStyle/>
        <a:p>
          <a:endParaRPr lang="en-IN"/>
        </a:p>
      </dgm:t>
    </dgm:pt>
    <dgm:pt modelId="{AFD02CC3-560C-4F8B-BC9D-1DA1FA2261D2}">
      <dgm:prSet/>
      <dgm:spPr/>
      <dgm:t>
        <a:bodyPr/>
        <a:lstStyle/>
        <a:p>
          <a:r>
            <a:rPr lang="en-US" b="0" i="0"/>
            <a:t>Overall, Bamboo work, Woodcarving, Fork Art Paintings, and folk Jewelry are the primary forms of handicrafts in Chattisgarh.</a:t>
          </a:r>
          <a:endParaRPr lang="en-IN"/>
        </a:p>
      </dgm:t>
    </dgm:pt>
    <dgm:pt modelId="{C38A9B6A-EC7F-483D-A2E7-80C6BB70AE4B}" type="parTrans" cxnId="{EE967852-F0F4-4359-B673-95B96CABA7DE}">
      <dgm:prSet/>
      <dgm:spPr/>
      <dgm:t>
        <a:bodyPr/>
        <a:lstStyle/>
        <a:p>
          <a:endParaRPr lang="en-IN"/>
        </a:p>
      </dgm:t>
    </dgm:pt>
    <dgm:pt modelId="{C0B8922C-56D1-4921-BAE3-3885679ACA5F}" type="sibTrans" cxnId="{EE967852-F0F4-4359-B673-95B96CABA7DE}">
      <dgm:prSet/>
      <dgm:spPr/>
      <dgm:t>
        <a:bodyPr/>
        <a:lstStyle/>
        <a:p>
          <a:endParaRPr lang="en-IN"/>
        </a:p>
      </dgm:t>
    </dgm:pt>
    <dgm:pt modelId="{48FCDCEA-54CC-40EF-AD5D-256A780F1517}" type="pres">
      <dgm:prSet presAssocID="{FA5A56FA-7A21-4307-93B2-6689818EF639}" presName="linear" presStyleCnt="0">
        <dgm:presLayoutVars>
          <dgm:animLvl val="lvl"/>
          <dgm:resizeHandles val="exact"/>
        </dgm:presLayoutVars>
      </dgm:prSet>
      <dgm:spPr/>
    </dgm:pt>
    <dgm:pt modelId="{ED409F9F-E853-4F95-BDFB-0526A4C1E4C8}" type="pres">
      <dgm:prSet presAssocID="{C46424BC-C348-454D-B661-B85BBAD02B38}" presName="parentText" presStyleLbl="node1" presStyleIdx="0" presStyleCnt="5">
        <dgm:presLayoutVars>
          <dgm:chMax val="0"/>
          <dgm:bulletEnabled val="1"/>
        </dgm:presLayoutVars>
      </dgm:prSet>
      <dgm:spPr/>
    </dgm:pt>
    <dgm:pt modelId="{8B8BDFD5-DCD6-4676-94D5-8D8DC8B29C9A}" type="pres">
      <dgm:prSet presAssocID="{56F1399B-CBE6-4214-935C-6556AF62A8C8}" presName="spacer" presStyleCnt="0"/>
      <dgm:spPr/>
    </dgm:pt>
    <dgm:pt modelId="{63007AFA-0F59-4C9F-8B9A-EBD104891972}" type="pres">
      <dgm:prSet presAssocID="{11B440B2-2F9F-4EA2-9E55-1E1D102A1973}" presName="parentText" presStyleLbl="node1" presStyleIdx="1" presStyleCnt="5">
        <dgm:presLayoutVars>
          <dgm:chMax val="0"/>
          <dgm:bulletEnabled val="1"/>
        </dgm:presLayoutVars>
      </dgm:prSet>
      <dgm:spPr/>
    </dgm:pt>
    <dgm:pt modelId="{0AC67DEE-9BC5-4705-BCFE-029FBF508C3A}" type="pres">
      <dgm:prSet presAssocID="{EB707D08-AFF0-40A8-B938-30DAB37E237F}" presName="spacer" presStyleCnt="0"/>
      <dgm:spPr/>
    </dgm:pt>
    <dgm:pt modelId="{09463505-CDA7-4431-85F8-C93488579E56}" type="pres">
      <dgm:prSet presAssocID="{BD211029-04D4-482E-8E45-F44E643D0151}" presName="parentText" presStyleLbl="node1" presStyleIdx="2" presStyleCnt="5">
        <dgm:presLayoutVars>
          <dgm:chMax val="0"/>
          <dgm:bulletEnabled val="1"/>
        </dgm:presLayoutVars>
      </dgm:prSet>
      <dgm:spPr/>
    </dgm:pt>
    <dgm:pt modelId="{9DB49183-3D03-4656-AC7F-EC32EC79C237}" type="pres">
      <dgm:prSet presAssocID="{F5FC2D8D-C613-4D6C-905B-58F021422C0D}" presName="spacer" presStyleCnt="0"/>
      <dgm:spPr/>
    </dgm:pt>
    <dgm:pt modelId="{0D6EC74E-787C-451C-8425-0F0AB6DA9C98}" type="pres">
      <dgm:prSet presAssocID="{C1063C1F-07BA-41C1-A550-18D9509EF180}" presName="parentText" presStyleLbl="node1" presStyleIdx="3" presStyleCnt="5">
        <dgm:presLayoutVars>
          <dgm:chMax val="0"/>
          <dgm:bulletEnabled val="1"/>
        </dgm:presLayoutVars>
      </dgm:prSet>
      <dgm:spPr/>
    </dgm:pt>
    <dgm:pt modelId="{49954220-798A-4A64-BFB1-7C86AC9DAD6D}" type="pres">
      <dgm:prSet presAssocID="{7F3544BC-EB66-4DCB-A486-1FFA528E11CF}" presName="spacer" presStyleCnt="0"/>
      <dgm:spPr/>
    </dgm:pt>
    <dgm:pt modelId="{2282B01A-F8CE-407D-9A5C-34DEE3609BF6}" type="pres">
      <dgm:prSet presAssocID="{AFD02CC3-560C-4F8B-BC9D-1DA1FA2261D2}" presName="parentText" presStyleLbl="node1" presStyleIdx="4" presStyleCnt="5">
        <dgm:presLayoutVars>
          <dgm:chMax val="0"/>
          <dgm:bulletEnabled val="1"/>
        </dgm:presLayoutVars>
      </dgm:prSet>
      <dgm:spPr/>
    </dgm:pt>
  </dgm:ptLst>
  <dgm:cxnLst>
    <dgm:cxn modelId="{51BB9E16-28F8-4E9B-87FC-EF90548FCD45}" type="presOf" srcId="{C1063C1F-07BA-41C1-A550-18D9509EF180}" destId="{0D6EC74E-787C-451C-8425-0F0AB6DA9C98}" srcOrd="0" destOrd="0" presId="urn:microsoft.com/office/officeart/2005/8/layout/vList2"/>
    <dgm:cxn modelId="{945C8242-F9DC-4C32-AA21-C515842996AF}" type="presOf" srcId="{11B440B2-2F9F-4EA2-9E55-1E1D102A1973}" destId="{63007AFA-0F59-4C9F-8B9A-EBD104891972}" srcOrd="0" destOrd="0" presId="urn:microsoft.com/office/officeart/2005/8/layout/vList2"/>
    <dgm:cxn modelId="{26C9A34F-8DB8-45C5-ABF2-3DF2635B6D73}" srcId="{FA5A56FA-7A21-4307-93B2-6689818EF639}" destId="{BD211029-04D4-482E-8E45-F44E643D0151}" srcOrd="2" destOrd="0" parTransId="{59697236-774F-4DFA-A275-D9BB95FB8C23}" sibTransId="{F5FC2D8D-C613-4D6C-905B-58F021422C0D}"/>
    <dgm:cxn modelId="{36510A51-50E4-4AB3-9206-DA3C4FC28099}" srcId="{FA5A56FA-7A21-4307-93B2-6689818EF639}" destId="{C1063C1F-07BA-41C1-A550-18D9509EF180}" srcOrd="3" destOrd="0" parTransId="{392E85BC-3702-44E5-889A-E42F6D10D380}" sibTransId="{7F3544BC-EB66-4DCB-A486-1FFA528E11CF}"/>
    <dgm:cxn modelId="{EE967852-F0F4-4359-B673-95B96CABA7DE}" srcId="{FA5A56FA-7A21-4307-93B2-6689818EF639}" destId="{AFD02CC3-560C-4F8B-BC9D-1DA1FA2261D2}" srcOrd="4" destOrd="0" parTransId="{C38A9B6A-EC7F-483D-A2E7-80C6BB70AE4B}" sibTransId="{C0B8922C-56D1-4921-BAE3-3885679ACA5F}"/>
    <dgm:cxn modelId="{B843AF82-AD27-440D-9E6A-FEF4D3CBE057}" srcId="{FA5A56FA-7A21-4307-93B2-6689818EF639}" destId="{C46424BC-C348-454D-B661-B85BBAD02B38}" srcOrd="0" destOrd="0" parTransId="{83D76D99-BBB9-4961-8130-6A32A2C78801}" sibTransId="{56F1399B-CBE6-4214-935C-6556AF62A8C8}"/>
    <dgm:cxn modelId="{51F01A8E-6EC5-48E5-BA58-A3956FE8D782}" type="presOf" srcId="{BD211029-04D4-482E-8E45-F44E643D0151}" destId="{09463505-CDA7-4431-85F8-C93488579E56}" srcOrd="0" destOrd="0" presId="urn:microsoft.com/office/officeart/2005/8/layout/vList2"/>
    <dgm:cxn modelId="{B04B1FE8-BCC8-4382-8561-2DE3B7D48F71}" srcId="{FA5A56FA-7A21-4307-93B2-6689818EF639}" destId="{11B440B2-2F9F-4EA2-9E55-1E1D102A1973}" srcOrd="1" destOrd="0" parTransId="{09A76B18-C404-4340-B07D-4D78CD9FFAA4}" sibTransId="{EB707D08-AFF0-40A8-B938-30DAB37E237F}"/>
    <dgm:cxn modelId="{B41363EF-D08E-47FA-9BCD-E99E86BEAF97}" type="presOf" srcId="{FA5A56FA-7A21-4307-93B2-6689818EF639}" destId="{48FCDCEA-54CC-40EF-AD5D-256A780F1517}" srcOrd="0" destOrd="0" presId="urn:microsoft.com/office/officeart/2005/8/layout/vList2"/>
    <dgm:cxn modelId="{B3CCA5F6-0D72-41FC-8372-2D0EE4CA2108}" type="presOf" srcId="{AFD02CC3-560C-4F8B-BC9D-1DA1FA2261D2}" destId="{2282B01A-F8CE-407D-9A5C-34DEE3609BF6}" srcOrd="0" destOrd="0" presId="urn:microsoft.com/office/officeart/2005/8/layout/vList2"/>
    <dgm:cxn modelId="{36051AF9-A9E9-4010-8F0C-79E17483701F}" type="presOf" srcId="{C46424BC-C348-454D-B661-B85BBAD02B38}" destId="{ED409F9F-E853-4F95-BDFB-0526A4C1E4C8}" srcOrd="0" destOrd="0" presId="urn:microsoft.com/office/officeart/2005/8/layout/vList2"/>
    <dgm:cxn modelId="{AE7D5690-4510-48A5-810A-D8D59C9AD799}" type="presParOf" srcId="{48FCDCEA-54CC-40EF-AD5D-256A780F1517}" destId="{ED409F9F-E853-4F95-BDFB-0526A4C1E4C8}" srcOrd="0" destOrd="0" presId="urn:microsoft.com/office/officeart/2005/8/layout/vList2"/>
    <dgm:cxn modelId="{492CD449-37C9-4814-B673-DE8670E3AC0F}" type="presParOf" srcId="{48FCDCEA-54CC-40EF-AD5D-256A780F1517}" destId="{8B8BDFD5-DCD6-4676-94D5-8D8DC8B29C9A}" srcOrd="1" destOrd="0" presId="urn:microsoft.com/office/officeart/2005/8/layout/vList2"/>
    <dgm:cxn modelId="{CEADDDC6-18A2-49DF-A16D-7263E3958B23}" type="presParOf" srcId="{48FCDCEA-54CC-40EF-AD5D-256A780F1517}" destId="{63007AFA-0F59-4C9F-8B9A-EBD104891972}" srcOrd="2" destOrd="0" presId="urn:microsoft.com/office/officeart/2005/8/layout/vList2"/>
    <dgm:cxn modelId="{21F4108B-1752-4DEA-8B97-930655DA2D95}" type="presParOf" srcId="{48FCDCEA-54CC-40EF-AD5D-256A780F1517}" destId="{0AC67DEE-9BC5-4705-BCFE-029FBF508C3A}" srcOrd="3" destOrd="0" presId="urn:microsoft.com/office/officeart/2005/8/layout/vList2"/>
    <dgm:cxn modelId="{7F06C223-96FC-4B1D-BC5F-A1DC91574926}" type="presParOf" srcId="{48FCDCEA-54CC-40EF-AD5D-256A780F1517}" destId="{09463505-CDA7-4431-85F8-C93488579E56}" srcOrd="4" destOrd="0" presId="urn:microsoft.com/office/officeart/2005/8/layout/vList2"/>
    <dgm:cxn modelId="{6B37B34D-2819-4C88-8C19-4576E6CFEE9B}" type="presParOf" srcId="{48FCDCEA-54CC-40EF-AD5D-256A780F1517}" destId="{9DB49183-3D03-4656-AC7F-EC32EC79C237}" srcOrd="5" destOrd="0" presId="urn:microsoft.com/office/officeart/2005/8/layout/vList2"/>
    <dgm:cxn modelId="{14CCAE27-5258-41EB-BBEC-AE98CE84D1F5}" type="presParOf" srcId="{48FCDCEA-54CC-40EF-AD5D-256A780F1517}" destId="{0D6EC74E-787C-451C-8425-0F0AB6DA9C98}" srcOrd="6" destOrd="0" presId="urn:microsoft.com/office/officeart/2005/8/layout/vList2"/>
    <dgm:cxn modelId="{4DE2CC51-5F6F-46A6-9EA9-7C92B6095967}" type="presParOf" srcId="{48FCDCEA-54CC-40EF-AD5D-256A780F1517}" destId="{49954220-798A-4A64-BFB1-7C86AC9DAD6D}" srcOrd="7" destOrd="0" presId="urn:microsoft.com/office/officeart/2005/8/layout/vList2"/>
    <dgm:cxn modelId="{E759F3B6-8011-4D24-BD4B-5DE04D65893D}" type="presParOf" srcId="{48FCDCEA-54CC-40EF-AD5D-256A780F1517}" destId="{2282B01A-F8CE-407D-9A5C-34DEE3609BF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7FB0405-49F5-4B8C-97A0-BBF816234325}" type="doc">
      <dgm:prSet loTypeId="urn:microsoft.com/office/officeart/2005/8/layout/vList2" loCatId="list" qsTypeId="urn:microsoft.com/office/officeart/2005/8/quickstyle/simple2" qsCatId="simple" csTypeId="urn:microsoft.com/office/officeart/2005/8/colors/colorful3" csCatId="colorful"/>
      <dgm:spPr/>
      <dgm:t>
        <a:bodyPr/>
        <a:lstStyle/>
        <a:p>
          <a:endParaRPr lang="en-IN"/>
        </a:p>
      </dgm:t>
    </dgm:pt>
    <dgm:pt modelId="{9A4BFAD2-540E-411D-A8A6-4A06115AA185}">
      <dgm:prSet/>
      <dgm:spPr/>
      <dgm:t>
        <a:bodyPr/>
        <a:lstStyle/>
        <a:p>
          <a:r>
            <a:rPr lang="en-US" b="0" i="0"/>
            <a:t>The Ram Van Gaman Tourism Circuit emphasizes this universal message of Ramayana by marking the path that Lord Ram had traveled in the course of his wanderings during his exile when he was accompanied by his brother Lakshman and wife Sita. </a:t>
          </a:r>
          <a:endParaRPr lang="en-IN"/>
        </a:p>
      </dgm:t>
    </dgm:pt>
    <dgm:pt modelId="{C3720089-2F54-43EE-8BB7-EC1B19114AE7}" type="parTrans" cxnId="{F81977C4-4FAB-43FC-A7F2-A8AB938633D6}">
      <dgm:prSet/>
      <dgm:spPr/>
      <dgm:t>
        <a:bodyPr/>
        <a:lstStyle/>
        <a:p>
          <a:endParaRPr lang="en-IN"/>
        </a:p>
      </dgm:t>
    </dgm:pt>
    <dgm:pt modelId="{F4917058-2780-4D59-9078-3CC08512883C}" type="sibTrans" cxnId="{F81977C4-4FAB-43FC-A7F2-A8AB938633D6}">
      <dgm:prSet/>
      <dgm:spPr/>
      <dgm:t>
        <a:bodyPr/>
        <a:lstStyle/>
        <a:p>
          <a:endParaRPr lang="en-IN"/>
        </a:p>
      </dgm:t>
    </dgm:pt>
    <dgm:pt modelId="{E09FD6D0-AC3D-4D8F-AAC1-121C124C975C}">
      <dgm:prSet/>
      <dgm:spPr/>
      <dgm:t>
        <a:bodyPr/>
        <a:lstStyle/>
        <a:p>
          <a:r>
            <a:rPr lang="en-US" b="0" i="0"/>
            <a:t>The path will identify and mark the footsteps of Lord Ram as he led the arduous life of an ascetic, away from the fame and royalty of his Ayodhya palace. </a:t>
          </a:r>
          <a:endParaRPr lang="en-IN"/>
        </a:p>
      </dgm:t>
    </dgm:pt>
    <dgm:pt modelId="{5A286519-E425-445F-9CAE-B3BF32728726}" type="parTrans" cxnId="{6ABAB935-BAB9-493E-9D3B-711B6447FC1F}">
      <dgm:prSet/>
      <dgm:spPr/>
      <dgm:t>
        <a:bodyPr/>
        <a:lstStyle/>
        <a:p>
          <a:endParaRPr lang="en-IN"/>
        </a:p>
      </dgm:t>
    </dgm:pt>
    <dgm:pt modelId="{544D846C-642A-4145-B26D-1785559492D9}" type="sibTrans" cxnId="{6ABAB935-BAB9-493E-9D3B-711B6447FC1F}">
      <dgm:prSet/>
      <dgm:spPr/>
      <dgm:t>
        <a:bodyPr/>
        <a:lstStyle/>
        <a:p>
          <a:endParaRPr lang="en-IN"/>
        </a:p>
      </dgm:t>
    </dgm:pt>
    <dgm:pt modelId="{1263D4E6-E99E-448E-BBDA-D4DF6757E6FB}">
      <dgm:prSet/>
      <dgm:spPr/>
      <dgm:t>
        <a:bodyPr/>
        <a:lstStyle/>
        <a:p>
          <a:r>
            <a:rPr lang="en-US" b="0" i="0"/>
            <a:t>The Ram Van Gaman Path will, therefore, pay a worthy tribute to the important era in Treta Yug when Lord Ram set a glorious example of righteousness by following his father King Dashrath’s command.</a:t>
          </a:r>
          <a:endParaRPr lang="en-IN"/>
        </a:p>
      </dgm:t>
    </dgm:pt>
    <dgm:pt modelId="{24A6E06F-2D9E-46CD-B4A1-17873E5B350E}" type="parTrans" cxnId="{4FFBCEBB-9835-4996-A332-64645A234287}">
      <dgm:prSet/>
      <dgm:spPr/>
      <dgm:t>
        <a:bodyPr/>
        <a:lstStyle/>
        <a:p>
          <a:endParaRPr lang="en-IN"/>
        </a:p>
      </dgm:t>
    </dgm:pt>
    <dgm:pt modelId="{578E1026-359B-42CF-9BBD-14522BBA52A1}" type="sibTrans" cxnId="{4FFBCEBB-9835-4996-A332-64645A234287}">
      <dgm:prSet/>
      <dgm:spPr/>
      <dgm:t>
        <a:bodyPr/>
        <a:lstStyle/>
        <a:p>
          <a:endParaRPr lang="en-IN"/>
        </a:p>
      </dgm:t>
    </dgm:pt>
    <dgm:pt modelId="{98DF045E-93D4-4EA8-B88D-8FA23B093A96}" type="pres">
      <dgm:prSet presAssocID="{37FB0405-49F5-4B8C-97A0-BBF816234325}" presName="linear" presStyleCnt="0">
        <dgm:presLayoutVars>
          <dgm:animLvl val="lvl"/>
          <dgm:resizeHandles val="exact"/>
        </dgm:presLayoutVars>
      </dgm:prSet>
      <dgm:spPr/>
    </dgm:pt>
    <dgm:pt modelId="{8BE0204F-4F74-4B68-917A-96420121E3AE}" type="pres">
      <dgm:prSet presAssocID="{9A4BFAD2-540E-411D-A8A6-4A06115AA185}" presName="parentText" presStyleLbl="node1" presStyleIdx="0" presStyleCnt="3">
        <dgm:presLayoutVars>
          <dgm:chMax val="0"/>
          <dgm:bulletEnabled val="1"/>
        </dgm:presLayoutVars>
      </dgm:prSet>
      <dgm:spPr/>
    </dgm:pt>
    <dgm:pt modelId="{A90C901E-6029-4C7D-BF6A-4EA57680F740}" type="pres">
      <dgm:prSet presAssocID="{F4917058-2780-4D59-9078-3CC08512883C}" presName="spacer" presStyleCnt="0"/>
      <dgm:spPr/>
    </dgm:pt>
    <dgm:pt modelId="{A45521C4-77D0-44D7-8117-58BF293B00FD}" type="pres">
      <dgm:prSet presAssocID="{E09FD6D0-AC3D-4D8F-AAC1-121C124C975C}" presName="parentText" presStyleLbl="node1" presStyleIdx="1" presStyleCnt="3">
        <dgm:presLayoutVars>
          <dgm:chMax val="0"/>
          <dgm:bulletEnabled val="1"/>
        </dgm:presLayoutVars>
      </dgm:prSet>
      <dgm:spPr/>
    </dgm:pt>
    <dgm:pt modelId="{E611A7CC-5B0F-4D41-9AE9-CB1C1B51A6E6}" type="pres">
      <dgm:prSet presAssocID="{544D846C-642A-4145-B26D-1785559492D9}" presName="spacer" presStyleCnt="0"/>
      <dgm:spPr/>
    </dgm:pt>
    <dgm:pt modelId="{13F62DCC-B86D-4F55-A517-86DEE9E98304}" type="pres">
      <dgm:prSet presAssocID="{1263D4E6-E99E-448E-BBDA-D4DF6757E6FB}" presName="parentText" presStyleLbl="node1" presStyleIdx="2" presStyleCnt="3">
        <dgm:presLayoutVars>
          <dgm:chMax val="0"/>
          <dgm:bulletEnabled val="1"/>
        </dgm:presLayoutVars>
      </dgm:prSet>
      <dgm:spPr/>
    </dgm:pt>
  </dgm:ptLst>
  <dgm:cxnLst>
    <dgm:cxn modelId="{94592D2F-DC49-45E5-91CA-9521331F9484}" type="presOf" srcId="{1263D4E6-E99E-448E-BBDA-D4DF6757E6FB}" destId="{13F62DCC-B86D-4F55-A517-86DEE9E98304}" srcOrd="0" destOrd="0" presId="urn:microsoft.com/office/officeart/2005/8/layout/vList2"/>
    <dgm:cxn modelId="{6ABAB935-BAB9-493E-9D3B-711B6447FC1F}" srcId="{37FB0405-49F5-4B8C-97A0-BBF816234325}" destId="{E09FD6D0-AC3D-4D8F-AAC1-121C124C975C}" srcOrd="1" destOrd="0" parTransId="{5A286519-E425-445F-9CAE-B3BF32728726}" sibTransId="{544D846C-642A-4145-B26D-1785559492D9}"/>
    <dgm:cxn modelId="{8873E05F-F06D-4D08-B9DE-591C98902236}" type="presOf" srcId="{9A4BFAD2-540E-411D-A8A6-4A06115AA185}" destId="{8BE0204F-4F74-4B68-917A-96420121E3AE}" srcOrd="0" destOrd="0" presId="urn:microsoft.com/office/officeart/2005/8/layout/vList2"/>
    <dgm:cxn modelId="{60F06055-A34A-4725-B7A1-924154F73AD8}" type="presOf" srcId="{37FB0405-49F5-4B8C-97A0-BBF816234325}" destId="{98DF045E-93D4-4EA8-B88D-8FA23B093A96}" srcOrd="0" destOrd="0" presId="urn:microsoft.com/office/officeart/2005/8/layout/vList2"/>
    <dgm:cxn modelId="{4FFBCEBB-9835-4996-A332-64645A234287}" srcId="{37FB0405-49F5-4B8C-97A0-BBF816234325}" destId="{1263D4E6-E99E-448E-BBDA-D4DF6757E6FB}" srcOrd="2" destOrd="0" parTransId="{24A6E06F-2D9E-46CD-B4A1-17873E5B350E}" sibTransId="{578E1026-359B-42CF-9BBD-14522BBA52A1}"/>
    <dgm:cxn modelId="{F81977C4-4FAB-43FC-A7F2-A8AB938633D6}" srcId="{37FB0405-49F5-4B8C-97A0-BBF816234325}" destId="{9A4BFAD2-540E-411D-A8A6-4A06115AA185}" srcOrd="0" destOrd="0" parTransId="{C3720089-2F54-43EE-8BB7-EC1B19114AE7}" sibTransId="{F4917058-2780-4D59-9078-3CC08512883C}"/>
    <dgm:cxn modelId="{29D6D2D4-01AF-45B7-9785-E0E73EA3B200}" type="presOf" srcId="{E09FD6D0-AC3D-4D8F-AAC1-121C124C975C}" destId="{A45521C4-77D0-44D7-8117-58BF293B00FD}" srcOrd="0" destOrd="0" presId="urn:microsoft.com/office/officeart/2005/8/layout/vList2"/>
    <dgm:cxn modelId="{97913BE2-512F-4087-B72C-DCF4DD8AAF4A}" type="presParOf" srcId="{98DF045E-93D4-4EA8-B88D-8FA23B093A96}" destId="{8BE0204F-4F74-4B68-917A-96420121E3AE}" srcOrd="0" destOrd="0" presId="urn:microsoft.com/office/officeart/2005/8/layout/vList2"/>
    <dgm:cxn modelId="{835F40E8-68F2-48D8-81D9-17A225E12404}" type="presParOf" srcId="{98DF045E-93D4-4EA8-B88D-8FA23B093A96}" destId="{A90C901E-6029-4C7D-BF6A-4EA57680F740}" srcOrd="1" destOrd="0" presId="urn:microsoft.com/office/officeart/2005/8/layout/vList2"/>
    <dgm:cxn modelId="{4497C932-4519-4509-A431-1EDA0F6B0009}" type="presParOf" srcId="{98DF045E-93D4-4EA8-B88D-8FA23B093A96}" destId="{A45521C4-77D0-44D7-8117-58BF293B00FD}" srcOrd="2" destOrd="0" presId="urn:microsoft.com/office/officeart/2005/8/layout/vList2"/>
    <dgm:cxn modelId="{C76717F9-E257-421D-93FF-1CBF44C0C794}" type="presParOf" srcId="{98DF045E-93D4-4EA8-B88D-8FA23B093A96}" destId="{E611A7CC-5B0F-4D41-9AE9-CB1C1B51A6E6}" srcOrd="3" destOrd="0" presId="urn:microsoft.com/office/officeart/2005/8/layout/vList2"/>
    <dgm:cxn modelId="{B3AFF430-884A-4052-94DE-79C2D4731A7A}" type="presParOf" srcId="{98DF045E-93D4-4EA8-B88D-8FA23B093A96}" destId="{13F62DCC-B86D-4F55-A517-86DEE9E9830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30F95C-D9D7-4628-B587-022F35D825F0}">
      <dsp:nvSpPr>
        <dsp:cNvPr id="0" name=""/>
        <dsp:cNvSpPr/>
      </dsp:nvSpPr>
      <dsp:spPr>
        <a:xfrm>
          <a:off x="0" y="29226"/>
          <a:ext cx="11029615" cy="646425"/>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Chhattisgarh is one of the ancient states of India. </a:t>
          </a:r>
          <a:endParaRPr lang="en-IN" sz="1700" kern="1200"/>
        </a:p>
      </dsp:txBody>
      <dsp:txXfrm>
        <a:off x="31556" y="60782"/>
        <a:ext cx="10966503" cy="583313"/>
      </dsp:txXfrm>
    </dsp:sp>
    <dsp:sp modelId="{7700E483-256E-4BFB-9E8D-512655BBEF61}">
      <dsp:nvSpPr>
        <dsp:cNvPr id="0" name=""/>
        <dsp:cNvSpPr/>
      </dsp:nvSpPr>
      <dsp:spPr>
        <a:xfrm>
          <a:off x="0" y="724611"/>
          <a:ext cx="11029615" cy="646425"/>
        </a:xfrm>
        <a:prstGeom prst="round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Chhattisgarh borders associated the states of Maharashtra, Madhya Pradesh, Andhra Pradesh, and Telangana. </a:t>
          </a:r>
          <a:endParaRPr lang="en-IN" sz="1700" kern="1200"/>
        </a:p>
      </dsp:txBody>
      <dsp:txXfrm>
        <a:off x="31556" y="756167"/>
        <a:ext cx="10966503" cy="583313"/>
      </dsp:txXfrm>
    </dsp:sp>
    <dsp:sp modelId="{77A67B3A-7EA7-46EC-B94E-C21A36D0720D}">
      <dsp:nvSpPr>
        <dsp:cNvPr id="0" name=""/>
        <dsp:cNvSpPr/>
      </dsp:nvSpPr>
      <dsp:spPr>
        <a:xfrm>
          <a:off x="0" y="1419996"/>
          <a:ext cx="11029615" cy="646425"/>
        </a:xfrm>
        <a:prstGeom prst="roundRect">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Chhattisgarhi culture is immersed in varieties of dance forms, mainly due to the number of tribes residing in the vast expanse of the state.</a:t>
          </a:r>
          <a:endParaRPr lang="en-IN" sz="1700" kern="1200"/>
        </a:p>
      </dsp:txBody>
      <dsp:txXfrm>
        <a:off x="31556" y="1451552"/>
        <a:ext cx="10966503" cy="583313"/>
      </dsp:txXfrm>
    </dsp:sp>
    <dsp:sp modelId="{B3923107-BF52-4AC1-B77C-5B373F023E2C}">
      <dsp:nvSpPr>
        <dsp:cNvPr id="0" name=""/>
        <dsp:cNvSpPr/>
      </dsp:nvSpPr>
      <dsp:spPr>
        <a:xfrm>
          <a:off x="0" y="2115381"/>
          <a:ext cx="11029615" cy="646425"/>
        </a:xfrm>
        <a:prstGeom prst="roundRect">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state’s tribal population has developed many native indigenous folk performances of their cultural beliefs.</a:t>
          </a:r>
          <a:endParaRPr lang="en-IN" sz="1700" kern="1200"/>
        </a:p>
      </dsp:txBody>
      <dsp:txXfrm>
        <a:off x="31556" y="2146937"/>
        <a:ext cx="10966503" cy="583313"/>
      </dsp:txXfrm>
    </dsp:sp>
    <dsp:sp modelId="{E86EAA73-7739-431B-82CD-101417DD49B4}">
      <dsp:nvSpPr>
        <dsp:cNvPr id="0" name=""/>
        <dsp:cNvSpPr/>
      </dsp:nvSpPr>
      <dsp:spPr>
        <a:xfrm>
          <a:off x="0" y="2810766"/>
          <a:ext cx="11029615" cy="646425"/>
        </a:xfrm>
        <a:prstGeom prst="roundRect">
          <a:avLst/>
        </a:prstGeom>
        <a:gradFill rotWithShape="0">
          <a:gsLst>
            <a:gs pos="0">
              <a:schemeClr val="accent6">
                <a:hueOff val="0"/>
                <a:satOff val="0"/>
                <a:lumOff val="0"/>
                <a:alphaOff val="0"/>
                <a:tint val="98000"/>
                <a:lumMod val="110000"/>
              </a:schemeClr>
            </a:gs>
            <a:gs pos="84000">
              <a:schemeClr val="accent6">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Most of the Chhattisgarh folk dance forms are performed as part of rituals, performed in reverence for the gods or denoting the change of seasons. </a:t>
          </a:r>
          <a:endParaRPr lang="en-IN" sz="1700" kern="1200"/>
        </a:p>
      </dsp:txBody>
      <dsp:txXfrm>
        <a:off x="31556" y="2842322"/>
        <a:ext cx="10966503" cy="583313"/>
      </dsp:txXfrm>
    </dsp:sp>
    <dsp:sp modelId="{7515B9E6-36A0-4F09-A86C-EABA93FB7FFA}">
      <dsp:nvSpPr>
        <dsp:cNvPr id="0" name=""/>
        <dsp:cNvSpPr/>
      </dsp:nvSpPr>
      <dsp:spPr>
        <a:xfrm>
          <a:off x="0" y="3506151"/>
          <a:ext cx="11029615" cy="646425"/>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Special costumes and accessories are made for such dance forms and the fast movements combined with perfect timing will leave you mesmerized. </a:t>
          </a:r>
          <a:endParaRPr lang="en-IN" sz="1700" kern="1200"/>
        </a:p>
      </dsp:txBody>
      <dsp:txXfrm>
        <a:off x="31556" y="3537707"/>
        <a:ext cx="10966503" cy="5833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CB288A-B48A-4333-B678-B1014933DF74}">
      <dsp:nvSpPr>
        <dsp:cNvPr id="0" name=""/>
        <dsp:cNvSpPr/>
      </dsp:nvSpPr>
      <dsp:spPr>
        <a:xfrm>
          <a:off x="0" y="36139"/>
          <a:ext cx="5393100" cy="655200"/>
        </a:xfrm>
        <a:prstGeom prst="round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Saila Dance</a:t>
          </a:r>
        </a:p>
      </dsp:txBody>
      <dsp:txXfrm>
        <a:off x="31984" y="68123"/>
        <a:ext cx="5329132" cy="591232"/>
      </dsp:txXfrm>
    </dsp:sp>
    <dsp:sp modelId="{B62A1736-A968-49A3-A5F2-78A2F136AF20}">
      <dsp:nvSpPr>
        <dsp:cNvPr id="0" name=""/>
        <dsp:cNvSpPr/>
      </dsp:nvSpPr>
      <dsp:spPr>
        <a:xfrm>
          <a:off x="0" y="771979"/>
          <a:ext cx="5393100" cy="655200"/>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Panthi Dance</a:t>
          </a:r>
        </a:p>
      </dsp:txBody>
      <dsp:txXfrm>
        <a:off x="31984" y="803963"/>
        <a:ext cx="5329132" cy="591232"/>
      </dsp:txXfrm>
    </dsp:sp>
    <dsp:sp modelId="{CC606412-3D29-4300-A438-36FED0FCBA81}">
      <dsp:nvSpPr>
        <dsp:cNvPr id="0" name=""/>
        <dsp:cNvSpPr/>
      </dsp:nvSpPr>
      <dsp:spPr>
        <a:xfrm>
          <a:off x="0" y="1507819"/>
          <a:ext cx="5393100" cy="655200"/>
        </a:xfrm>
        <a:prstGeom prst="roundRect">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Karma Dance</a:t>
          </a:r>
        </a:p>
      </dsp:txBody>
      <dsp:txXfrm>
        <a:off x="31984" y="1539803"/>
        <a:ext cx="5329132" cy="591232"/>
      </dsp:txXfrm>
    </dsp:sp>
    <dsp:sp modelId="{832DE180-DBB4-42A1-94F9-ADFC575B086B}">
      <dsp:nvSpPr>
        <dsp:cNvPr id="0" name=""/>
        <dsp:cNvSpPr/>
      </dsp:nvSpPr>
      <dsp:spPr>
        <a:xfrm>
          <a:off x="0" y="2243659"/>
          <a:ext cx="5393100" cy="655200"/>
        </a:xfrm>
        <a:prstGeom prst="roundRect">
          <a:avLst/>
        </a:prstGeom>
        <a:solidFill>
          <a:schemeClr val="accent5">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Bison Horn Maria</a:t>
          </a:r>
        </a:p>
      </dsp:txBody>
      <dsp:txXfrm>
        <a:off x="31984" y="2275643"/>
        <a:ext cx="5329132" cy="5912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D7875-605E-4874-97ED-1B2AB674FEEF}">
      <dsp:nvSpPr>
        <dsp:cNvPr id="0" name=""/>
        <dsp:cNvSpPr/>
      </dsp:nvSpPr>
      <dsp:spPr>
        <a:xfrm>
          <a:off x="0" y="36139"/>
          <a:ext cx="5393100" cy="655200"/>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Sua Nacha</a:t>
          </a:r>
        </a:p>
      </dsp:txBody>
      <dsp:txXfrm>
        <a:off x="31984" y="68123"/>
        <a:ext cx="5329132" cy="591232"/>
      </dsp:txXfrm>
    </dsp:sp>
    <dsp:sp modelId="{B7EA766C-8F7D-4CC9-8904-FD42137B7028}">
      <dsp:nvSpPr>
        <dsp:cNvPr id="0" name=""/>
        <dsp:cNvSpPr/>
      </dsp:nvSpPr>
      <dsp:spPr>
        <a:xfrm>
          <a:off x="0" y="771979"/>
          <a:ext cx="5393100" cy="655200"/>
        </a:xfrm>
        <a:prstGeom prst="roundRect">
          <a:avLst/>
        </a:prstGeom>
        <a:solidFill>
          <a:schemeClr val="accent3">
            <a:hueOff val="-2800861"/>
            <a:satOff val="-15777"/>
            <a:lumOff val="5817"/>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Raut Nacha</a:t>
          </a:r>
        </a:p>
      </dsp:txBody>
      <dsp:txXfrm>
        <a:off x="31984" y="803963"/>
        <a:ext cx="5329132" cy="591232"/>
      </dsp:txXfrm>
    </dsp:sp>
    <dsp:sp modelId="{7034A6EE-2452-4E6E-B97A-88E6F1BA07C7}">
      <dsp:nvSpPr>
        <dsp:cNvPr id="0" name=""/>
        <dsp:cNvSpPr/>
      </dsp:nvSpPr>
      <dsp:spPr>
        <a:xfrm>
          <a:off x="0" y="1507819"/>
          <a:ext cx="5393100" cy="655200"/>
        </a:xfrm>
        <a:prstGeom prst="roundRect">
          <a:avLst/>
        </a:prstGeom>
        <a:solidFill>
          <a:schemeClr val="accent3">
            <a:hueOff val="-5601721"/>
            <a:satOff val="-31553"/>
            <a:lumOff val="11634"/>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Rahas Dance</a:t>
          </a:r>
        </a:p>
      </dsp:txBody>
      <dsp:txXfrm>
        <a:off x="31984" y="1539803"/>
        <a:ext cx="5329132" cy="591232"/>
      </dsp:txXfrm>
    </dsp:sp>
    <dsp:sp modelId="{B6E4E4ED-BABF-461E-B8D5-B8C8C04585CB}">
      <dsp:nvSpPr>
        <dsp:cNvPr id="0" name=""/>
        <dsp:cNvSpPr/>
      </dsp:nvSpPr>
      <dsp:spPr>
        <a:xfrm>
          <a:off x="0" y="2243659"/>
          <a:ext cx="5393100" cy="655200"/>
        </a:xfrm>
        <a:prstGeom prst="roundRect">
          <a:avLst/>
        </a:prstGeom>
        <a:solidFill>
          <a:schemeClr val="accent3">
            <a:hueOff val="-8402582"/>
            <a:satOff val="-47330"/>
            <a:lumOff val="17451"/>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a:t>Pandwani</a:t>
          </a:r>
        </a:p>
      </dsp:txBody>
      <dsp:txXfrm>
        <a:off x="31984" y="2275643"/>
        <a:ext cx="5329132" cy="5912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2A822-0990-4E6B-8A7D-7F6410C332EF}">
      <dsp:nvSpPr>
        <dsp:cNvPr id="0" name=""/>
        <dsp:cNvSpPr/>
      </dsp:nvSpPr>
      <dsp:spPr>
        <a:xfrm>
          <a:off x="0" y="510188"/>
          <a:ext cx="11232682" cy="570375"/>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i="0" kern="1200"/>
            <a:t>The tribal people preserve their rich culture modestly and religiously. </a:t>
          </a:r>
          <a:endParaRPr lang="en-IN" sz="1500" kern="1200"/>
        </a:p>
      </dsp:txBody>
      <dsp:txXfrm>
        <a:off x="27843" y="538031"/>
        <a:ext cx="11176996" cy="514689"/>
      </dsp:txXfrm>
    </dsp:sp>
    <dsp:sp modelId="{4E2AD33B-1770-414F-89CF-C4615C1702F6}">
      <dsp:nvSpPr>
        <dsp:cNvPr id="0" name=""/>
        <dsp:cNvSpPr/>
      </dsp:nvSpPr>
      <dsp:spPr>
        <a:xfrm>
          <a:off x="0" y="1123763"/>
          <a:ext cx="11232682" cy="570375"/>
        </a:xfrm>
        <a:prstGeom prst="roundRect">
          <a:avLst/>
        </a:prstGeom>
        <a:solidFill>
          <a:schemeClr val="accent3">
            <a:hueOff val="-1680516"/>
            <a:satOff val="-9466"/>
            <a:lumOff val="349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Chhattisgarh</a:t>
          </a:r>
          <a:r>
            <a:rPr lang="en-US" sz="1500" b="0" i="0" kern="1200"/>
            <a:t> has been home to many tribals. </a:t>
          </a:r>
          <a:endParaRPr lang="en-IN" sz="1500" kern="1200"/>
        </a:p>
      </dsp:txBody>
      <dsp:txXfrm>
        <a:off x="27843" y="1151606"/>
        <a:ext cx="11176996" cy="514689"/>
      </dsp:txXfrm>
    </dsp:sp>
    <dsp:sp modelId="{04D94AD5-B2C2-41C1-8E0B-F357342970E9}">
      <dsp:nvSpPr>
        <dsp:cNvPr id="0" name=""/>
        <dsp:cNvSpPr/>
      </dsp:nvSpPr>
      <dsp:spPr>
        <a:xfrm>
          <a:off x="0" y="1737338"/>
          <a:ext cx="11232682" cy="570375"/>
        </a:xfrm>
        <a:prstGeom prst="roundRect">
          <a:avLst/>
        </a:prstGeom>
        <a:solidFill>
          <a:schemeClr val="accent3">
            <a:hueOff val="-3361033"/>
            <a:satOff val="-18932"/>
            <a:lumOff val="698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i="0" kern="1200"/>
            <a:t>There are over 35 big and small colourful tribes spread over the region. </a:t>
          </a:r>
          <a:endParaRPr lang="en-IN" sz="1500" kern="1200"/>
        </a:p>
      </dsp:txBody>
      <dsp:txXfrm>
        <a:off x="27843" y="1765181"/>
        <a:ext cx="11176996" cy="514689"/>
      </dsp:txXfrm>
    </dsp:sp>
    <dsp:sp modelId="{352A221B-5A5A-4DEE-BD77-41AE11B66992}">
      <dsp:nvSpPr>
        <dsp:cNvPr id="0" name=""/>
        <dsp:cNvSpPr/>
      </dsp:nvSpPr>
      <dsp:spPr>
        <a:xfrm>
          <a:off x="0" y="2350913"/>
          <a:ext cx="11232682" cy="570375"/>
        </a:xfrm>
        <a:prstGeom prst="roundRect">
          <a:avLst/>
        </a:prstGeom>
        <a:solidFill>
          <a:schemeClr val="accent3">
            <a:hueOff val="-5041549"/>
            <a:satOff val="-28398"/>
            <a:lumOff val="1047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i="0" kern="1200"/>
            <a:t>It is believed that the ancient tribals were living in </a:t>
          </a:r>
          <a:r>
            <a:rPr lang="en-US" sz="1500" b="1" i="0" kern="1200"/>
            <a:t>Bastar</a:t>
          </a:r>
          <a:r>
            <a:rPr lang="en-US" sz="1500" b="0" i="0" kern="1200"/>
            <a:t> for more than 10000 years. </a:t>
          </a:r>
          <a:endParaRPr lang="en-IN" sz="1500" kern="1200"/>
        </a:p>
      </dsp:txBody>
      <dsp:txXfrm>
        <a:off x="27843" y="2378756"/>
        <a:ext cx="11176996" cy="514689"/>
      </dsp:txXfrm>
    </dsp:sp>
    <dsp:sp modelId="{E56854CE-9775-4950-9ACF-C23EF56A2C5D}">
      <dsp:nvSpPr>
        <dsp:cNvPr id="0" name=""/>
        <dsp:cNvSpPr/>
      </dsp:nvSpPr>
      <dsp:spPr>
        <a:xfrm>
          <a:off x="0" y="2964488"/>
          <a:ext cx="11232682" cy="570375"/>
        </a:xfrm>
        <a:prstGeom prst="roundRect">
          <a:avLst/>
        </a:prstGeom>
        <a:solidFill>
          <a:schemeClr val="accent3">
            <a:hueOff val="-6722065"/>
            <a:satOff val="-37864"/>
            <a:lumOff val="1396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0" i="0" kern="1200"/>
            <a:t>The main tribal community of </a:t>
          </a:r>
          <a:r>
            <a:rPr lang="en-IN" sz="1500" b="1" i="0" kern="1200"/>
            <a:t>Chhattisgarh</a:t>
          </a:r>
          <a:r>
            <a:rPr lang="en-IN" sz="1500" b="0" i="0" kern="1200"/>
            <a:t> state includes Bastar – Gond, Bisonhorn Maria, Muria, Halba, Bhatra, Parja, Dhurva</a:t>
          </a:r>
          <a:r>
            <a:rPr lang="en-IN" sz="1500" kern="1200"/>
            <a:t>,</a:t>
          </a:r>
          <a:r>
            <a:rPr lang="en-IN" sz="1500" b="0" i="0" kern="1200"/>
            <a:t>Dantewara – Muria, Dorla, Halba</a:t>
          </a:r>
          <a:r>
            <a:rPr lang="en-IN" sz="1500" kern="1200"/>
            <a:t>,</a:t>
          </a:r>
          <a:r>
            <a:rPr lang="en-IN" sz="1500" b="0" i="0" kern="1200"/>
            <a:t>Korea – Kol,Savra, Rajgond, Kavar, Dhanwar , Bilaspur and Raipur – Parghi, Savra, Manji,Mainpur, Dhura,and Jashpur – Munda.</a:t>
          </a:r>
          <a:endParaRPr lang="en-IN" sz="1500" kern="1200"/>
        </a:p>
      </dsp:txBody>
      <dsp:txXfrm>
        <a:off x="27843" y="2992331"/>
        <a:ext cx="11176996" cy="514689"/>
      </dsp:txXfrm>
    </dsp:sp>
    <dsp:sp modelId="{FB56486D-5837-4289-8918-A13BE2675286}">
      <dsp:nvSpPr>
        <dsp:cNvPr id="0" name=""/>
        <dsp:cNvSpPr/>
      </dsp:nvSpPr>
      <dsp:spPr>
        <a:xfrm>
          <a:off x="0" y="3578063"/>
          <a:ext cx="11232682" cy="570375"/>
        </a:xfrm>
        <a:prstGeom prst="roundRect">
          <a:avLst/>
        </a:prstGeom>
        <a:solidFill>
          <a:schemeClr val="accent3">
            <a:hueOff val="-8402582"/>
            <a:satOff val="-47330"/>
            <a:lumOff val="1745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i="0" kern="1200"/>
            <a:t>The state hosts many religious sects such as Satnami Panth, Kabirpanth, Ramnami Samaj, and others.</a:t>
          </a:r>
          <a:endParaRPr lang="en-IN" sz="1500" kern="1200"/>
        </a:p>
      </dsp:txBody>
      <dsp:txXfrm>
        <a:off x="27843" y="3605906"/>
        <a:ext cx="11176996" cy="5146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6EFB17-BC22-42DF-A66F-914329DE7186}">
      <dsp:nvSpPr>
        <dsp:cNvPr id="0" name=""/>
        <dsp:cNvSpPr/>
      </dsp:nvSpPr>
      <dsp:spPr>
        <a:xfrm>
          <a:off x="0" y="98757"/>
          <a:ext cx="11029615" cy="798524"/>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Chhattisgarh is rich in its cultural heritage. </a:t>
          </a:r>
          <a:endParaRPr lang="en-IN" sz="2100" kern="1200"/>
        </a:p>
      </dsp:txBody>
      <dsp:txXfrm>
        <a:off x="38981" y="137738"/>
        <a:ext cx="10951653" cy="720562"/>
      </dsp:txXfrm>
    </dsp:sp>
    <dsp:sp modelId="{B895AA77-EA24-4239-9F9F-5BAABB9829E4}">
      <dsp:nvSpPr>
        <dsp:cNvPr id="0" name=""/>
        <dsp:cNvSpPr/>
      </dsp:nvSpPr>
      <dsp:spPr>
        <a:xfrm>
          <a:off x="0" y="957762"/>
          <a:ext cx="11029615" cy="798524"/>
        </a:xfrm>
        <a:prstGeom prst="roundRect">
          <a:avLst/>
        </a:prstGeom>
        <a:solidFill>
          <a:schemeClr val="accent3">
            <a:hueOff val="-2100645"/>
            <a:satOff val="-11833"/>
            <a:lumOff val="4363"/>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The State has a very unique and vibrant culture. </a:t>
          </a:r>
          <a:endParaRPr lang="en-IN" sz="2100" kern="1200"/>
        </a:p>
      </dsp:txBody>
      <dsp:txXfrm>
        <a:off x="38981" y="996743"/>
        <a:ext cx="10951653" cy="720562"/>
      </dsp:txXfrm>
    </dsp:sp>
    <dsp:sp modelId="{78349484-6F85-4120-A591-8B01DF65BAE1}">
      <dsp:nvSpPr>
        <dsp:cNvPr id="0" name=""/>
        <dsp:cNvSpPr/>
      </dsp:nvSpPr>
      <dsp:spPr>
        <a:xfrm>
          <a:off x="0" y="1826392"/>
          <a:ext cx="11029615" cy="798524"/>
        </a:xfrm>
        <a:prstGeom prst="roundRect">
          <a:avLst/>
        </a:prstGeom>
        <a:solidFill>
          <a:schemeClr val="accent3">
            <a:hueOff val="-4201291"/>
            <a:satOff val="-23665"/>
            <a:lumOff val="8726"/>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Their rhythmic folk music, dances and dramas are a treat to watch and also provide an insight into the culture of the State. </a:t>
          </a:r>
          <a:endParaRPr lang="en-IN" sz="2100" kern="1200"/>
        </a:p>
      </dsp:txBody>
      <dsp:txXfrm>
        <a:off x="38981" y="1865373"/>
        <a:ext cx="10951653" cy="720562"/>
      </dsp:txXfrm>
    </dsp:sp>
    <dsp:sp modelId="{69627A59-BA14-4D25-A679-DA49057CC639}">
      <dsp:nvSpPr>
        <dsp:cNvPr id="0" name=""/>
        <dsp:cNvSpPr/>
      </dsp:nvSpPr>
      <dsp:spPr>
        <a:xfrm>
          <a:off x="0" y="2675772"/>
          <a:ext cx="11029615" cy="798524"/>
        </a:xfrm>
        <a:prstGeom prst="roundRect">
          <a:avLst/>
        </a:prstGeom>
        <a:solidFill>
          <a:schemeClr val="accent3">
            <a:hueOff val="-6301936"/>
            <a:satOff val="-35498"/>
            <a:lumOff val="13088"/>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M</a:t>
          </a:r>
          <a:r>
            <a:rPr lang="en-US" sz="2100" b="0" i="0" kern="1200"/>
            <a:t>ost of the Chhattisgarh folk dance forms are performed for denoting the change of seasons, as part of rituals or are performed in reverence for the gods.</a:t>
          </a:r>
          <a:endParaRPr lang="en-IN" sz="2100" kern="1200"/>
        </a:p>
      </dsp:txBody>
      <dsp:txXfrm>
        <a:off x="38981" y="2714753"/>
        <a:ext cx="10951653" cy="720562"/>
      </dsp:txXfrm>
    </dsp:sp>
    <dsp:sp modelId="{9C701972-1551-45BD-A3C5-8720C7D4FB00}">
      <dsp:nvSpPr>
        <dsp:cNvPr id="0" name=""/>
        <dsp:cNvSpPr/>
      </dsp:nvSpPr>
      <dsp:spPr>
        <a:xfrm>
          <a:off x="0" y="3534777"/>
          <a:ext cx="11029615" cy="798524"/>
        </a:xfrm>
        <a:prstGeom prst="roundRect">
          <a:avLst/>
        </a:prstGeom>
        <a:solidFill>
          <a:schemeClr val="accent3">
            <a:hueOff val="-8402582"/>
            <a:satOff val="-47330"/>
            <a:lumOff val="17451"/>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To make these performances even better, special costumes as well as accessories are designed for them</a:t>
          </a:r>
          <a:endParaRPr lang="en-IN" sz="2100" kern="1200"/>
        </a:p>
      </dsp:txBody>
      <dsp:txXfrm>
        <a:off x="38981" y="3573758"/>
        <a:ext cx="10951653" cy="7205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1F3F6D-A25E-44B4-ABA4-FB668D3A1025}">
      <dsp:nvSpPr>
        <dsp:cNvPr id="0" name=""/>
        <dsp:cNvSpPr/>
      </dsp:nvSpPr>
      <dsp:spPr>
        <a:xfrm>
          <a:off x="0" y="71651"/>
          <a:ext cx="11029615" cy="965250"/>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Actually, the Pandwani singer is a genre of telling the story of Mahabharata in Chhattisgarhi. In which the whole story is told with songs and verses.</a:t>
          </a:r>
          <a:endParaRPr lang="en-IN" sz="2500" kern="1200"/>
        </a:p>
      </dsp:txBody>
      <dsp:txXfrm>
        <a:off x="47120" y="118771"/>
        <a:ext cx="10935375" cy="871010"/>
      </dsp:txXfrm>
    </dsp:sp>
    <dsp:sp modelId="{0F2C2931-1F1B-438D-B052-B38FB7AB54C9}">
      <dsp:nvSpPr>
        <dsp:cNvPr id="0" name=""/>
        <dsp:cNvSpPr/>
      </dsp:nvSpPr>
      <dsp:spPr>
        <a:xfrm>
          <a:off x="0" y="1108902"/>
          <a:ext cx="11029615" cy="965250"/>
        </a:xfrm>
        <a:prstGeom prst="roundRect">
          <a:avLst/>
        </a:prstGeom>
        <a:solidFill>
          <a:schemeClr val="accent3">
            <a:hueOff val="-2800861"/>
            <a:satOff val="-15777"/>
            <a:lumOff val="581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a:t>Pandavani</a:t>
          </a:r>
          <a:r>
            <a:rPr lang="en-US" sz="2500" b="0" i="0" kern="1200"/>
            <a:t> (Songs and Stories of the Pandavas) is a folk singing style involving narration of tales from the ancient Indian epic </a:t>
          </a:r>
          <a:r>
            <a:rPr lang="en-US" sz="2500" kern="1200"/>
            <a:t>Mahabharata</a:t>
          </a:r>
          <a:r>
            <a:rPr lang="en-US" sz="2500" b="0" i="0" kern="1200"/>
            <a:t>.</a:t>
          </a:r>
          <a:endParaRPr lang="en-IN" sz="2500" kern="1200"/>
        </a:p>
      </dsp:txBody>
      <dsp:txXfrm>
        <a:off x="47120" y="1156022"/>
        <a:ext cx="10935375" cy="871010"/>
      </dsp:txXfrm>
    </dsp:sp>
    <dsp:sp modelId="{F8E32B6E-C9D8-4194-989B-AD23324A4B58}">
      <dsp:nvSpPr>
        <dsp:cNvPr id="0" name=""/>
        <dsp:cNvSpPr/>
      </dsp:nvSpPr>
      <dsp:spPr>
        <a:xfrm>
          <a:off x="0" y="2146152"/>
          <a:ext cx="11029615" cy="965250"/>
        </a:xfrm>
        <a:prstGeom prst="roundRect">
          <a:avLst/>
        </a:prstGeom>
        <a:solidFill>
          <a:schemeClr val="accent3">
            <a:hueOff val="-5601721"/>
            <a:satOff val="-31553"/>
            <a:lumOff val="1163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The singing also involves musical accompaniment. Bhima, the second of the </a:t>
          </a:r>
          <a:r>
            <a:rPr lang="en-US" sz="2500" b="0" i="0" kern="1200" dirty="0" err="1"/>
            <a:t>Pandava</a:t>
          </a:r>
          <a:r>
            <a:rPr lang="en-US" sz="2500" b="0" i="0" kern="1200" dirty="0"/>
            <a:t> is the hero of the story in this style.</a:t>
          </a:r>
          <a:endParaRPr lang="en-IN" sz="2500" kern="1200" dirty="0"/>
        </a:p>
      </dsp:txBody>
      <dsp:txXfrm>
        <a:off x="47120" y="2193272"/>
        <a:ext cx="10935375" cy="871010"/>
      </dsp:txXfrm>
    </dsp:sp>
    <dsp:sp modelId="{320900DE-34F1-40DB-A665-A797B01E4072}">
      <dsp:nvSpPr>
        <dsp:cNvPr id="0" name=""/>
        <dsp:cNvSpPr/>
      </dsp:nvSpPr>
      <dsp:spPr>
        <a:xfrm>
          <a:off x="0" y="3183401"/>
          <a:ext cx="11029615" cy="965250"/>
        </a:xfrm>
        <a:prstGeom prst="roundRect">
          <a:avLst/>
        </a:prstGeom>
        <a:solidFill>
          <a:schemeClr val="accent3">
            <a:hueOff val="-8402582"/>
            <a:satOff val="-47330"/>
            <a:lumOff val="1745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This form of folk theatre is popular in the central Indian state of </a:t>
          </a:r>
          <a:r>
            <a:rPr lang="en-US" sz="2500" kern="1200"/>
            <a:t>Chhattisgarh</a:t>
          </a:r>
          <a:r>
            <a:rPr lang="en-US" sz="2500" b="0" i="0" kern="1200"/>
            <a:t> and in the neighbouring areas of </a:t>
          </a:r>
          <a:r>
            <a:rPr lang="en-US" sz="2500" kern="1200"/>
            <a:t>Madhya Pradesh</a:t>
          </a:r>
          <a:r>
            <a:rPr lang="en-US" sz="2500" b="0" i="0" kern="1200"/>
            <a:t>, </a:t>
          </a:r>
          <a:r>
            <a:rPr lang="en-US" sz="2500" kern="1200"/>
            <a:t>Orissa</a:t>
          </a:r>
          <a:r>
            <a:rPr lang="en-US" sz="2500" b="0" i="0" kern="1200"/>
            <a:t> and </a:t>
          </a:r>
          <a:r>
            <a:rPr lang="en-US" sz="2500" kern="1200"/>
            <a:t>Andhra Pradesh</a:t>
          </a:r>
          <a:r>
            <a:rPr lang="en-US" sz="2500" b="0" i="0" kern="1200"/>
            <a:t>.</a:t>
          </a:r>
          <a:endParaRPr lang="en-IN" sz="2500" kern="1200"/>
        </a:p>
      </dsp:txBody>
      <dsp:txXfrm>
        <a:off x="47120" y="3230521"/>
        <a:ext cx="10935375" cy="8710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C8288-8E6B-4F47-A9DF-E527C7F33889}">
      <dsp:nvSpPr>
        <dsp:cNvPr id="0" name=""/>
        <dsp:cNvSpPr/>
      </dsp:nvSpPr>
      <dsp:spPr>
        <a:xfrm rot="1706533">
          <a:off x="4158357" y="2848866"/>
          <a:ext cx="802787" cy="44692"/>
        </a:xfrm>
        <a:custGeom>
          <a:avLst/>
          <a:gdLst/>
          <a:ahLst/>
          <a:cxnLst/>
          <a:rect l="0" t="0" r="0" b="0"/>
          <a:pathLst>
            <a:path>
              <a:moveTo>
                <a:pt x="0" y="22346"/>
              </a:moveTo>
              <a:lnTo>
                <a:pt x="802787" y="22346"/>
              </a:lnTo>
            </a:path>
          </a:pathLst>
        </a:custGeom>
        <a:noFill/>
        <a:ln w="12700" cap="rnd"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B67FE0-78C3-4442-B424-5DDE83914F39}">
      <dsp:nvSpPr>
        <dsp:cNvPr id="0" name=""/>
        <dsp:cNvSpPr/>
      </dsp:nvSpPr>
      <dsp:spPr>
        <a:xfrm rot="19827985">
          <a:off x="4155399" y="1400469"/>
          <a:ext cx="791280" cy="44692"/>
        </a:xfrm>
        <a:custGeom>
          <a:avLst/>
          <a:gdLst/>
          <a:ahLst/>
          <a:cxnLst/>
          <a:rect l="0" t="0" r="0" b="0"/>
          <a:pathLst>
            <a:path>
              <a:moveTo>
                <a:pt x="0" y="22346"/>
              </a:moveTo>
              <a:lnTo>
                <a:pt x="791280" y="22346"/>
              </a:lnTo>
            </a:path>
          </a:pathLst>
        </a:custGeom>
        <a:noFill/>
        <a:ln w="12700" cap="rnd"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2EFD22-2E21-4673-97D0-E691D7FB2BAD}">
      <dsp:nvSpPr>
        <dsp:cNvPr id="0" name=""/>
        <dsp:cNvSpPr/>
      </dsp:nvSpPr>
      <dsp:spPr>
        <a:xfrm>
          <a:off x="1879035" y="791594"/>
          <a:ext cx="2738554" cy="273855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2000" r="-12000"/>
          </a:stretch>
        </a:blip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sp>
    <dsp:sp modelId="{101AA04D-9C37-4A94-98C7-99AF688C7B47}">
      <dsp:nvSpPr>
        <dsp:cNvPr id="0" name=""/>
        <dsp:cNvSpPr/>
      </dsp:nvSpPr>
      <dsp:spPr>
        <a:xfrm>
          <a:off x="4788525" y="1246"/>
          <a:ext cx="1643132" cy="1643132"/>
        </a:xfrm>
        <a:prstGeom prst="ellipse">
          <a:avLst/>
        </a:prstGeom>
        <a:gradFill rotWithShape="0">
          <a:gsLst>
            <a:gs pos="0">
              <a:schemeClr val="accent5">
                <a:hueOff val="659355"/>
                <a:satOff val="-4702"/>
                <a:lumOff val="-8529"/>
                <a:alphaOff val="0"/>
                <a:tint val="98000"/>
                <a:lumMod val="110000"/>
              </a:schemeClr>
            </a:gs>
            <a:gs pos="84000">
              <a:schemeClr val="accent5">
                <a:hueOff val="659355"/>
                <a:satOff val="-4702"/>
                <a:lumOff val="-8529"/>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err="1"/>
            <a:t>Vedamati</a:t>
          </a:r>
          <a:endParaRPr lang="en-IN" sz="2400" kern="1200" dirty="0"/>
        </a:p>
      </dsp:txBody>
      <dsp:txXfrm>
        <a:off x="5029156" y="241877"/>
        <a:ext cx="1161870" cy="1161870"/>
      </dsp:txXfrm>
    </dsp:sp>
    <dsp:sp modelId="{1BC949AC-4046-4963-8EED-3B9DB3614F25}">
      <dsp:nvSpPr>
        <dsp:cNvPr id="0" name=""/>
        <dsp:cNvSpPr/>
      </dsp:nvSpPr>
      <dsp:spPr>
        <a:xfrm>
          <a:off x="6595970" y="1246"/>
          <a:ext cx="2464698" cy="1643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85750" lvl="1" indent="-285750" algn="l" defTabSz="1866900">
            <a:lnSpc>
              <a:spcPct val="90000"/>
            </a:lnSpc>
            <a:spcBef>
              <a:spcPct val="0"/>
            </a:spcBef>
            <a:spcAft>
              <a:spcPct val="15000"/>
            </a:spcAft>
            <a:buChar char="•"/>
          </a:pPr>
          <a:endParaRPr lang="en-IN" sz="4200" kern="1200" dirty="0"/>
        </a:p>
        <a:p>
          <a:pPr marL="285750" lvl="1" indent="-285750" algn="l" defTabSz="1866900">
            <a:lnSpc>
              <a:spcPct val="90000"/>
            </a:lnSpc>
            <a:spcBef>
              <a:spcPct val="0"/>
            </a:spcBef>
            <a:spcAft>
              <a:spcPct val="15000"/>
            </a:spcAft>
            <a:buChar char="•"/>
          </a:pPr>
          <a:r>
            <a:rPr lang="en-IN" sz="4200" kern="1200" dirty="0"/>
            <a:t>Singing</a:t>
          </a:r>
        </a:p>
      </dsp:txBody>
      <dsp:txXfrm>
        <a:off x="6595970" y="1246"/>
        <a:ext cx="2464698" cy="1643132"/>
      </dsp:txXfrm>
    </dsp:sp>
    <dsp:sp modelId="{46104C63-F283-4C70-8831-5BA6D6600E21}">
      <dsp:nvSpPr>
        <dsp:cNvPr id="0" name=""/>
        <dsp:cNvSpPr/>
      </dsp:nvSpPr>
      <dsp:spPr>
        <a:xfrm>
          <a:off x="4789052" y="2657810"/>
          <a:ext cx="1786988" cy="1643132"/>
        </a:xfrm>
        <a:prstGeom prst="ellipse">
          <a:avLst/>
        </a:prstGeom>
        <a:gradFill rotWithShape="0">
          <a:gsLst>
            <a:gs pos="0">
              <a:schemeClr val="accent5">
                <a:hueOff val="1318709"/>
                <a:satOff val="-9404"/>
                <a:lumOff val="-17059"/>
                <a:alphaOff val="0"/>
                <a:tint val="98000"/>
                <a:lumMod val="110000"/>
              </a:schemeClr>
            </a:gs>
            <a:gs pos="84000">
              <a:schemeClr val="accent5">
                <a:hueOff val="1318709"/>
                <a:satOff val="-9404"/>
                <a:lumOff val="-17059"/>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err="1"/>
            <a:t>Kapalik</a:t>
          </a:r>
          <a:endParaRPr lang="en-IN" sz="2400" kern="1200" dirty="0"/>
        </a:p>
      </dsp:txBody>
      <dsp:txXfrm>
        <a:off x="5050750" y="2898441"/>
        <a:ext cx="1263592" cy="1161870"/>
      </dsp:txXfrm>
    </dsp:sp>
    <dsp:sp modelId="{9658397D-F97E-455E-BCC4-C049A7BF9E7A}">
      <dsp:nvSpPr>
        <dsp:cNvPr id="0" name=""/>
        <dsp:cNvSpPr/>
      </dsp:nvSpPr>
      <dsp:spPr>
        <a:xfrm>
          <a:off x="6560534" y="2657810"/>
          <a:ext cx="2680483" cy="1643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85750" lvl="1" indent="-285750" algn="l" defTabSz="1866900">
            <a:lnSpc>
              <a:spcPct val="90000"/>
            </a:lnSpc>
            <a:spcBef>
              <a:spcPct val="0"/>
            </a:spcBef>
            <a:spcAft>
              <a:spcPct val="15000"/>
            </a:spcAft>
            <a:buChar char="•"/>
          </a:pPr>
          <a:r>
            <a:rPr lang="en-IN" sz="4200" kern="1200" dirty="0"/>
            <a:t>Singing and Dancing</a:t>
          </a:r>
        </a:p>
      </dsp:txBody>
      <dsp:txXfrm>
        <a:off x="6560534" y="2657810"/>
        <a:ext cx="2680483" cy="164313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9A707D-2A4F-4199-ABD0-1BB63DBEA8BA}">
      <dsp:nvSpPr>
        <dsp:cNvPr id="0" name=""/>
        <dsp:cNvSpPr/>
      </dsp:nvSpPr>
      <dsp:spPr>
        <a:xfrm>
          <a:off x="0" y="28985"/>
          <a:ext cx="11029615" cy="874575"/>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t>She is the first female artist of folk song-drama </a:t>
          </a:r>
          <a:r>
            <a:rPr lang="en-US" sz="2300" b="0" i="0" kern="1200" dirty="0" err="1"/>
            <a:t>Pandwani</a:t>
          </a:r>
          <a:r>
            <a:rPr lang="en-US" sz="2300" b="0" i="0" kern="1200" dirty="0"/>
            <a:t> in Chhattisgarh state of India.</a:t>
          </a:r>
          <a:endParaRPr lang="en-IN" sz="2300" kern="1200" dirty="0"/>
        </a:p>
      </dsp:txBody>
      <dsp:txXfrm>
        <a:off x="42693" y="71678"/>
        <a:ext cx="10944229" cy="789189"/>
      </dsp:txXfrm>
    </dsp:sp>
    <dsp:sp modelId="{70CBCEBB-78E2-48B6-87C4-0E7AE3123DA9}">
      <dsp:nvSpPr>
        <dsp:cNvPr id="0" name=""/>
        <dsp:cNvSpPr/>
      </dsp:nvSpPr>
      <dsp:spPr>
        <a:xfrm>
          <a:off x="0" y="969800"/>
          <a:ext cx="11029615" cy="874575"/>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t>In 1980, as a cultural ambassador, she travelled to England, France, Switzerland, Germany, Turkey, Malta, Cyprus, Romania and Mauritius and performed there.</a:t>
          </a:r>
          <a:endParaRPr lang="en-IN" sz="2300" kern="1200" dirty="0"/>
        </a:p>
      </dsp:txBody>
      <dsp:txXfrm>
        <a:off x="42693" y="1012493"/>
        <a:ext cx="10944229" cy="789189"/>
      </dsp:txXfrm>
    </dsp:sp>
    <dsp:sp modelId="{DE71A78D-2D8A-4B24-93AC-95850F75450D}">
      <dsp:nvSpPr>
        <dsp:cNvPr id="0" name=""/>
        <dsp:cNvSpPr/>
      </dsp:nvSpPr>
      <dsp:spPr>
        <a:xfrm>
          <a:off x="0" y="1910615"/>
          <a:ext cx="11029615" cy="874575"/>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t>She was awarded the Padma Shree by the Government of India in the year 1988 and the Padma Bhushan in the field of art in the year 2003.</a:t>
          </a:r>
          <a:endParaRPr lang="en-IN" sz="2300" kern="1200" dirty="0"/>
        </a:p>
      </dsp:txBody>
      <dsp:txXfrm>
        <a:off x="42693" y="1953308"/>
        <a:ext cx="10944229" cy="789189"/>
      </dsp:txXfrm>
    </dsp:sp>
    <dsp:sp modelId="{8584E177-F74C-4031-BB46-4D3CCECE16CF}">
      <dsp:nvSpPr>
        <dsp:cNvPr id="0" name=""/>
        <dsp:cNvSpPr/>
      </dsp:nvSpPr>
      <dsp:spPr>
        <a:xfrm>
          <a:off x="0" y="2851430"/>
          <a:ext cx="11029615" cy="874575"/>
        </a:xfrm>
        <a:prstGeom prst="round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t>She has also been awarded Sangeet Natak  </a:t>
          </a:r>
          <a:r>
            <a:rPr lang="en-US" sz="2300" b="0" i="0" kern="1200" dirty="0" err="1"/>
            <a:t>Akademi</a:t>
          </a:r>
          <a:r>
            <a:rPr lang="en-US" sz="2300" b="0" i="0" kern="1200" dirty="0"/>
            <a:t> Award in 1995 and the Nritya Shiromani Award in 2007.</a:t>
          </a:r>
          <a:endParaRPr lang="en-IN" sz="2300" kern="1200" dirty="0"/>
        </a:p>
      </dsp:txBody>
      <dsp:txXfrm>
        <a:off x="42693" y="2894123"/>
        <a:ext cx="10944229" cy="789189"/>
      </dsp:txXfrm>
    </dsp:sp>
    <dsp:sp modelId="{7CEEF1E5-D622-4D9E-96FA-D5246E38C019}">
      <dsp:nvSpPr>
        <dsp:cNvPr id="0" name=""/>
        <dsp:cNvSpPr/>
      </dsp:nvSpPr>
      <dsp:spPr>
        <a:xfrm>
          <a:off x="0" y="3792245"/>
          <a:ext cx="11029615" cy="874575"/>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t>In 2019, she was awarded the Padma Vibhushan by Hon. President Shri Ram Nath Kovind.</a:t>
          </a:r>
          <a:endParaRPr lang="en-IN" sz="2300" kern="1200" dirty="0"/>
        </a:p>
      </dsp:txBody>
      <dsp:txXfrm>
        <a:off x="42693" y="3834938"/>
        <a:ext cx="10944229" cy="7891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B1A19A-D7DE-47E7-8515-59F226FCBE8B}">
      <dsp:nvSpPr>
        <dsp:cNvPr id="0" name=""/>
        <dsp:cNvSpPr/>
      </dsp:nvSpPr>
      <dsp:spPr>
        <a:xfrm>
          <a:off x="0" y="38337"/>
          <a:ext cx="11029615" cy="950625"/>
        </a:xfrm>
        <a:prstGeom prst="round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She was conferred with the Padma Shree the third highest civilian honour.</a:t>
          </a:r>
          <a:endParaRPr lang="en-IN" sz="2500" kern="1200"/>
        </a:p>
      </dsp:txBody>
      <dsp:txXfrm>
        <a:off x="46406" y="84743"/>
        <a:ext cx="10936803" cy="857813"/>
      </dsp:txXfrm>
    </dsp:sp>
    <dsp:sp modelId="{0604E68F-5C38-4AE0-9E13-93A6B1039FAF}">
      <dsp:nvSpPr>
        <dsp:cNvPr id="0" name=""/>
        <dsp:cNvSpPr/>
      </dsp:nvSpPr>
      <dsp:spPr>
        <a:xfrm>
          <a:off x="0" y="1060963"/>
          <a:ext cx="11029615" cy="950625"/>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Along with this, she has been honored with Dau Mahasingh Chandrakar Award by bhilai steel plant management.</a:t>
          </a:r>
          <a:endParaRPr lang="en-IN" sz="2500" kern="1200"/>
        </a:p>
      </dsp:txBody>
      <dsp:txXfrm>
        <a:off x="46406" y="1107369"/>
        <a:ext cx="10936803" cy="857813"/>
      </dsp:txXfrm>
    </dsp:sp>
    <dsp:sp modelId="{EA59B0AC-D327-4317-AC2E-2D2145A7E8D3}">
      <dsp:nvSpPr>
        <dsp:cNvPr id="0" name=""/>
        <dsp:cNvSpPr/>
      </dsp:nvSpPr>
      <dsp:spPr>
        <a:xfrm>
          <a:off x="0" y="2083588"/>
          <a:ext cx="11029615" cy="950625"/>
        </a:xfrm>
        <a:prstGeom prst="roundRect">
          <a:avLst/>
        </a:prstGeom>
        <a:solidFill>
          <a:schemeClr val="accent4">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For </a:t>
          </a:r>
          <a:r>
            <a:rPr lang="en-US" sz="2500" b="0" i="0" kern="1200" dirty="0" err="1"/>
            <a:t>Pandwani</a:t>
          </a:r>
          <a:r>
            <a:rPr lang="en-US" sz="2500" b="0" i="0" kern="1200" dirty="0"/>
            <a:t> she has been awarded Guru </a:t>
          </a:r>
          <a:r>
            <a:rPr lang="en-US" sz="2500" b="0" i="0" kern="1200" dirty="0" err="1"/>
            <a:t>GhasidasSamajik</a:t>
          </a:r>
          <a:r>
            <a:rPr lang="en-US" sz="2500" b="0" i="0" kern="1200" dirty="0"/>
            <a:t> Chetna </a:t>
          </a:r>
          <a:r>
            <a:rPr lang="en-US" sz="2500" b="0" i="0" kern="1200" dirty="0" err="1"/>
            <a:t>Puraskar</a:t>
          </a:r>
          <a:r>
            <a:rPr lang="en-US" sz="2500" b="0" i="0" kern="1200" dirty="0"/>
            <a:t> by the Government of Chhattisgarh. </a:t>
          </a:r>
          <a:endParaRPr lang="en-IN" sz="2500" kern="1200" dirty="0"/>
        </a:p>
      </dsp:txBody>
      <dsp:txXfrm>
        <a:off x="46406" y="2129994"/>
        <a:ext cx="10936803" cy="857813"/>
      </dsp:txXfrm>
    </dsp:sp>
    <dsp:sp modelId="{A1E8A726-BF5C-44EC-BCB6-B7E645295114}">
      <dsp:nvSpPr>
        <dsp:cNvPr id="0" name=""/>
        <dsp:cNvSpPr/>
      </dsp:nvSpPr>
      <dsp:spPr>
        <a:xfrm>
          <a:off x="0" y="3106213"/>
          <a:ext cx="11029615" cy="950625"/>
        </a:xfrm>
        <a:prstGeom prst="roundRect">
          <a:avLst/>
        </a:prstGeom>
        <a:solidFill>
          <a:schemeClr val="accent5">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She has also been awarded gold medals six times in Girodhpuri Tapobhoomi.</a:t>
          </a:r>
          <a:endParaRPr lang="en-IN" sz="2500" kern="1200"/>
        </a:p>
      </dsp:txBody>
      <dsp:txXfrm>
        <a:off x="46406" y="3152619"/>
        <a:ext cx="10936803" cy="85781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09F9F-E853-4F95-BDFB-0526A4C1E4C8}">
      <dsp:nvSpPr>
        <dsp:cNvPr id="0" name=""/>
        <dsp:cNvSpPr/>
      </dsp:nvSpPr>
      <dsp:spPr>
        <a:xfrm>
          <a:off x="0" y="50631"/>
          <a:ext cx="11029615" cy="798524"/>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i="0" kern="1200"/>
            <a:t>Chhattisgarh</a:t>
          </a:r>
          <a:r>
            <a:rPr lang="en-US" sz="2100" b="0" i="0" kern="1200"/>
            <a:t> is renowned for rich metal crafts and other handicrafts made of bamboo and wood. </a:t>
          </a:r>
          <a:endParaRPr lang="en-IN" sz="2100" kern="1200"/>
        </a:p>
      </dsp:txBody>
      <dsp:txXfrm>
        <a:off x="38981" y="89612"/>
        <a:ext cx="10951653" cy="720562"/>
      </dsp:txXfrm>
    </dsp:sp>
    <dsp:sp modelId="{63007AFA-0F59-4C9F-8B9A-EBD104891972}">
      <dsp:nvSpPr>
        <dsp:cNvPr id="0" name=""/>
        <dsp:cNvSpPr/>
      </dsp:nvSpPr>
      <dsp:spPr>
        <a:xfrm>
          <a:off x="0" y="909636"/>
          <a:ext cx="11029615" cy="798524"/>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Folk painting and folk jewelry of Chhattisgarh are very popular. </a:t>
          </a:r>
          <a:endParaRPr lang="en-IN" sz="2100" kern="1200"/>
        </a:p>
      </dsp:txBody>
      <dsp:txXfrm>
        <a:off x="38981" y="948617"/>
        <a:ext cx="10951653" cy="720562"/>
      </dsp:txXfrm>
    </dsp:sp>
    <dsp:sp modelId="{09463505-CDA7-4431-85F8-C93488579E56}">
      <dsp:nvSpPr>
        <dsp:cNvPr id="0" name=""/>
        <dsp:cNvSpPr/>
      </dsp:nvSpPr>
      <dsp:spPr>
        <a:xfrm>
          <a:off x="0" y="1768641"/>
          <a:ext cx="11029615" cy="798524"/>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The painting depicts the living style of the tribal people of which Fork Art Painting and Pithora paintings are very popular.</a:t>
          </a:r>
          <a:endParaRPr lang="en-IN" sz="2100" kern="1200"/>
        </a:p>
      </dsp:txBody>
      <dsp:txXfrm>
        <a:off x="38981" y="1807622"/>
        <a:ext cx="10951653" cy="720562"/>
      </dsp:txXfrm>
    </dsp:sp>
    <dsp:sp modelId="{0D6EC74E-787C-451C-8425-0F0AB6DA9C98}">
      <dsp:nvSpPr>
        <dsp:cNvPr id="0" name=""/>
        <dsp:cNvSpPr/>
      </dsp:nvSpPr>
      <dsp:spPr>
        <a:xfrm>
          <a:off x="0" y="2627646"/>
          <a:ext cx="11029615" cy="798524"/>
        </a:xfrm>
        <a:prstGeom prst="round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Tribal men and women of Chattisgarh wear traditional folk ornaments made out of beads.</a:t>
          </a:r>
          <a:endParaRPr lang="en-IN" sz="2100" kern="1200"/>
        </a:p>
      </dsp:txBody>
      <dsp:txXfrm>
        <a:off x="38981" y="2666627"/>
        <a:ext cx="10951653" cy="720562"/>
      </dsp:txXfrm>
    </dsp:sp>
    <dsp:sp modelId="{2282B01A-F8CE-407D-9A5C-34DEE3609BF6}">
      <dsp:nvSpPr>
        <dsp:cNvPr id="0" name=""/>
        <dsp:cNvSpPr/>
      </dsp:nvSpPr>
      <dsp:spPr>
        <a:xfrm>
          <a:off x="0" y="3486651"/>
          <a:ext cx="11029615" cy="798524"/>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a:t>Overall, Bamboo work, Woodcarving, Fork Art Paintings, and folk Jewelry are the primary forms of handicrafts in Chattisgarh.</a:t>
          </a:r>
          <a:endParaRPr lang="en-IN" sz="2100" kern="1200"/>
        </a:p>
      </dsp:txBody>
      <dsp:txXfrm>
        <a:off x="38981" y="3525632"/>
        <a:ext cx="10951653" cy="72056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0204F-4F74-4B68-917A-96420121E3AE}">
      <dsp:nvSpPr>
        <dsp:cNvPr id="0" name=""/>
        <dsp:cNvSpPr/>
      </dsp:nvSpPr>
      <dsp:spPr>
        <a:xfrm>
          <a:off x="0" y="145632"/>
          <a:ext cx="11029616" cy="1263599"/>
        </a:xfrm>
        <a:prstGeom prst="roundRect">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The Ram Van Gaman Tourism Circuit emphasizes this universal message of Ramayana by marking the path that Lord Ram had traveled in the course of his wanderings during his exile when he was accompanied by his brother Lakshman and wife Sita. </a:t>
          </a:r>
          <a:endParaRPr lang="en-IN" sz="2400" kern="1200"/>
        </a:p>
      </dsp:txBody>
      <dsp:txXfrm>
        <a:off x="61684" y="207316"/>
        <a:ext cx="10906248" cy="1140231"/>
      </dsp:txXfrm>
    </dsp:sp>
    <dsp:sp modelId="{A45521C4-77D0-44D7-8117-58BF293B00FD}">
      <dsp:nvSpPr>
        <dsp:cNvPr id="0" name=""/>
        <dsp:cNvSpPr/>
      </dsp:nvSpPr>
      <dsp:spPr>
        <a:xfrm>
          <a:off x="0" y="1478352"/>
          <a:ext cx="11029616" cy="1263599"/>
        </a:xfrm>
        <a:prstGeom prst="roundRect">
          <a:avLst/>
        </a:prstGeom>
        <a:solidFill>
          <a:schemeClr val="accent3">
            <a:hueOff val="-4201291"/>
            <a:satOff val="-23665"/>
            <a:lumOff val="8726"/>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The path will identify and mark the footsteps of Lord Ram as he led the arduous life of an ascetic, away from the fame and royalty of his Ayodhya palace. </a:t>
          </a:r>
          <a:endParaRPr lang="en-IN" sz="2400" kern="1200"/>
        </a:p>
      </dsp:txBody>
      <dsp:txXfrm>
        <a:off x="61684" y="1540036"/>
        <a:ext cx="10906248" cy="1140231"/>
      </dsp:txXfrm>
    </dsp:sp>
    <dsp:sp modelId="{13F62DCC-B86D-4F55-A517-86DEE9E98304}">
      <dsp:nvSpPr>
        <dsp:cNvPr id="0" name=""/>
        <dsp:cNvSpPr/>
      </dsp:nvSpPr>
      <dsp:spPr>
        <a:xfrm>
          <a:off x="0" y="2811071"/>
          <a:ext cx="11029616" cy="1263599"/>
        </a:xfrm>
        <a:prstGeom prst="roundRect">
          <a:avLst/>
        </a:prstGeom>
        <a:solidFill>
          <a:schemeClr val="accent3">
            <a:hueOff val="-8402582"/>
            <a:satOff val="-47330"/>
            <a:lumOff val="17451"/>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The Ram Van Gaman Path will, therefore, pay a worthy tribute to the important era in Treta Yug when Lord Ram set a glorious example of righteousness by following his father King Dashrath’s command.</a:t>
          </a:r>
          <a:endParaRPr lang="en-IN" sz="2400" kern="1200"/>
        </a:p>
      </dsp:txBody>
      <dsp:txXfrm>
        <a:off x="61684" y="2872755"/>
        <a:ext cx="10906248" cy="114023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CDE46250-BBF6-4DDA-9B77-41A3231E4A55}" type="datetimeFigureOut">
              <a:rPr lang="en-IN" smtClean="0"/>
              <a:t>14-07-2025</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900330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E46250-BBF6-4DDA-9B77-41A3231E4A55}"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358695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DE46250-BBF6-4DDA-9B77-41A3231E4A55}" type="datetimeFigureOut">
              <a:rPr lang="en-IN" smtClean="0"/>
              <a:t>14-07-2025</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576716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E46250-BBF6-4DDA-9B77-41A3231E4A55}"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135616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E46250-BBF6-4DDA-9B77-41A3231E4A55}" type="datetimeFigureOut">
              <a:rPr lang="en-IN" smtClean="0"/>
              <a:t>14-07-2025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173238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E46250-BBF6-4DDA-9B77-41A3231E4A55}" type="datetimeFigureOut">
              <a:rPr lang="en-IN" smtClean="0"/>
              <a:t>14-07-2025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2374299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E46250-BBF6-4DDA-9B77-41A3231E4A55}" type="datetimeFigureOut">
              <a:rPr lang="en-IN" smtClean="0"/>
              <a:t>14-07-2025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47271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DE46250-BBF6-4DDA-9B77-41A3231E4A55}" type="datetimeFigureOut">
              <a:rPr lang="en-IN" smtClean="0"/>
              <a:t>14-07-2025</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2230524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E46250-BBF6-4DDA-9B77-41A3231E4A55}"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1106129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E46250-BBF6-4DDA-9B77-41A3231E4A55}"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063546-D7DB-48BE-AE3E-7E61333ADDC9}" type="slidenum">
              <a:rPr lang="en-IN" smtClean="0"/>
              <a:t>‹#›</a:t>
            </a:fld>
            <a:endParaRPr lang="en-IN"/>
          </a:p>
        </p:txBody>
      </p:sp>
    </p:spTree>
    <p:extLst>
      <p:ext uri="{BB962C8B-B14F-4D97-AF65-F5344CB8AC3E}">
        <p14:creationId xmlns:p14="http://schemas.microsoft.com/office/powerpoint/2010/main" val="271000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CDE46250-BBF6-4DDA-9B77-41A3231E4A55}" type="datetimeFigureOut">
              <a:rPr lang="en-IN" smtClean="0"/>
              <a:t>14-07-2025</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9D063546-D7DB-48BE-AE3E-7E61333ADDC9}" type="slidenum">
              <a:rPr lang="en-IN" smtClean="0"/>
              <a:t>‹#›</a:t>
            </a:fld>
            <a:endParaRPr lang="en-IN"/>
          </a:p>
        </p:txBody>
      </p:sp>
    </p:spTree>
    <p:extLst>
      <p:ext uri="{BB962C8B-B14F-4D97-AF65-F5344CB8AC3E}">
        <p14:creationId xmlns:p14="http://schemas.microsoft.com/office/powerpoint/2010/main" val="3601342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DE46250-BBF6-4DDA-9B77-41A3231E4A55}" type="datetimeFigureOut">
              <a:rPr lang="en-IN" smtClean="0"/>
              <a:t>14-07-2025</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9D063546-D7DB-48BE-AE3E-7E61333ADDC9}"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260125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web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image" Target="../media/image9.web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web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webp"/><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2.webp"/><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A062-BFAC-2597-07F6-775E46996218}"/>
              </a:ext>
            </a:extLst>
          </p:cNvPr>
          <p:cNvSpPr>
            <a:spLocks noGrp="1"/>
          </p:cNvSpPr>
          <p:nvPr>
            <p:ph type="ctrTitle"/>
          </p:nvPr>
        </p:nvSpPr>
        <p:spPr>
          <a:xfrm>
            <a:off x="1732547" y="1967157"/>
            <a:ext cx="9456054" cy="2387600"/>
          </a:xfrm>
        </p:spPr>
        <p:txBody>
          <a:bodyPr>
            <a:normAutofit/>
          </a:bodyPr>
          <a:lstStyle/>
          <a:p>
            <a:pPr algn="ctr"/>
            <a:r>
              <a:rPr lang="en-IN" sz="3200" dirty="0">
                <a:solidFill>
                  <a:schemeClr val="bg1"/>
                </a:solidFill>
              </a:rPr>
              <a:t>Heritage and culture of Chhattisgarh</a:t>
            </a:r>
            <a:endParaRPr lang="en-IN" dirty="0">
              <a:solidFill>
                <a:schemeClr val="bg1"/>
              </a:solidFill>
            </a:endParaRPr>
          </a:p>
        </p:txBody>
      </p:sp>
      <p:sp>
        <p:nvSpPr>
          <p:cNvPr id="3" name="Subtitle 2">
            <a:extLst>
              <a:ext uri="{FF2B5EF4-FFF2-40B4-BE49-F238E27FC236}">
                <a16:creationId xmlns:a16="http://schemas.microsoft.com/office/drawing/2014/main" id="{17BF47B3-D397-B631-80A1-39F9CA7283E9}"/>
              </a:ext>
            </a:extLst>
          </p:cNvPr>
          <p:cNvSpPr>
            <a:spLocks noGrp="1"/>
          </p:cNvSpPr>
          <p:nvPr>
            <p:ph type="subTitle" idx="1"/>
          </p:nvPr>
        </p:nvSpPr>
        <p:spPr>
          <a:xfrm>
            <a:off x="1309872" y="4890843"/>
            <a:ext cx="9878729" cy="1655762"/>
          </a:xfrm>
        </p:spPr>
        <p:txBody>
          <a:bodyPr>
            <a:normAutofit/>
          </a:bodyPr>
          <a:lstStyle/>
          <a:p>
            <a:pPr algn="ctr"/>
            <a:r>
              <a:rPr lang="en-IN" sz="2000" cap="none" dirty="0">
                <a:solidFill>
                  <a:schemeClr val="bg1"/>
                </a:solidFill>
                <a:latin typeface="Times New Roman" panose="02020603050405020304" pitchFamily="18" charset="0"/>
                <a:cs typeface="Times New Roman" panose="02020603050405020304" pitchFamily="18" charset="0"/>
              </a:rPr>
              <a:t>Madhurima Rawat</a:t>
            </a:r>
          </a:p>
          <a:p>
            <a:pPr algn="ctr"/>
            <a:r>
              <a:rPr lang="en-IN" sz="2000" cap="none" dirty="0" err="1">
                <a:solidFill>
                  <a:schemeClr val="bg1"/>
                </a:solidFill>
                <a:latin typeface="Times New Roman" panose="02020603050405020304" pitchFamily="18" charset="0"/>
                <a:cs typeface="Times New Roman" panose="02020603050405020304" pitchFamily="18" charset="0"/>
              </a:rPr>
              <a:t>Datascience</a:t>
            </a:r>
            <a:r>
              <a:rPr lang="en-IN" sz="2000" cap="none" dirty="0">
                <a:solidFill>
                  <a:schemeClr val="bg1"/>
                </a:solidFill>
                <a:latin typeface="Times New Roman" panose="02020603050405020304" pitchFamily="18" charset="0"/>
                <a:cs typeface="Times New Roman" panose="02020603050405020304" pitchFamily="18" charset="0"/>
              </a:rPr>
              <a:t>(</a:t>
            </a:r>
            <a:r>
              <a:rPr lang="en-IN" sz="2000" cap="none" dirty="0" err="1">
                <a:solidFill>
                  <a:schemeClr val="bg1"/>
                </a:solidFill>
                <a:latin typeface="Times New Roman" panose="02020603050405020304" pitchFamily="18" charset="0"/>
                <a:cs typeface="Times New Roman" panose="02020603050405020304" pitchFamily="18" charset="0"/>
              </a:rPr>
              <a:t>B.Tech</a:t>
            </a:r>
            <a:r>
              <a:rPr lang="en-IN" sz="2000" cap="none" dirty="0">
                <a:solidFill>
                  <a:schemeClr val="bg1"/>
                </a:solidFill>
                <a:latin typeface="Times New Roman" panose="02020603050405020304" pitchFamily="18" charset="0"/>
                <a:cs typeface="Times New Roman" panose="02020603050405020304" pitchFamily="18" charset="0"/>
              </a:rPr>
              <a:t> CSE)</a:t>
            </a:r>
          </a:p>
          <a:p>
            <a:pPr algn="ctr"/>
            <a:r>
              <a:rPr lang="en-IN" sz="2000" cap="none" dirty="0" err="1">
                <a:solidFill>
                  <a:schemeClr val="bg1"/>
                </a:solidFill>
                <a:latin typeface="Times New Roman" panose="02020603050405020304" pitchFamily="18" charset="0"/>
                <a:cs typeface="Times New Roman" panose="02020603050405020304" pitchFamily="18" charset="0"/>
              </a:rPr>
              <a:t>Dharohar</a:t>
            </a:r>
            <a:r>
              <a:rPr lang="en-IN" sz="2000" cap="none" dirty="0">
                <a:solidFill>
                  <a:schemeClr val="bg1"/>
                </a:solidFill>
                <a:latin typeface="Times New Roman" panose="02020603050405020304" pitchFamily="18" charset="0"/>
                <a:cs typeface="Times New Roman" panose="02020603050405020304" pitchFamily="18" charset="0"/>
              </a:rPr>
              <a:t> Club UTD CSVTU</a:t>
            </a:r>
          </a:p>
        </p:txBody>
      </p:sp>
      <p:pic>
        <p:nvPicPr>
          <p:cNvPr id="5" name="Picture 4">
            <a:extLst>
              <a:ext uri="{FF2B5EF4-FFF2-40B4-BE49-F238E27FC236}">
                <a16:creationId xmlns:a16="http://schemas.microsoft.com/office/drawing/2014/main" id="{2A88403C-0626-3D50-DBD1-5E1723D2A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1904" y="625992"/>
            <a:ext cx="2874745" cy="2475475"/>
          </a:xfrm>
          <a:prstGeom prst="rect">
            <a:avLst/>
          </a:prstGeom>
        </p:spPr>
      </p:pic>
      <p:pic>
        <p:nvPicPr>
          <p:cNvPr id="6" name="Picture 5">
            <a:extLst>
              <a:ext uri="{FF2B5EF4-FFF2-40B4-BE49-F238E27FC236}">
                <a16:creationId xmlns:a16="http://schemas.microsoft.com/office/drawing/2014/main" id="{A52D39A7-8E16-0606-79FC-7767C2758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532" y="625992"/>
            <a:ext cx="2579568" cy="2387600"/>
          </a:xfrm>
          <a:prstGeom prst="rect">
            <a:avLst/>
          </a:prstGeom>
        </p:spPr>
      </p:pic>
    </p:spTree>
    <p:extLst>
      <p:ext uri="{BB962C8B-B14F-4D97-AF65-F5344CB8AC3E}">
        <p14:creationId xmlns:p14="http://schemas.microsoft.com/office/powerpoint/2010/main" val="2902394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286F2-4DFD-4F95-A196-6F08AFD471A2}"/>
              </a:ext>
            </a:extLst>
          </p:cNvPr>
          <p:cNvSpPr>
            <a:spLocks noGrp="1"/>
          </p:cNvSpPr>
          <p:nvPr>
            <p:ph type="title"/>
          </p:nvPr>
        </p:nvSpPr>
        <p:spPr/>
        <p:txBody>
          <a:bodyPr/>
          <a:lstStyle/>
          <a:p>
            <a:r>
              <a:rPr lang="en-IN" dirty="0"/>
              <a:t>About </a:t>
            </a:r>
            <a:r>
              <a:rPr lang="en-IN" dirty="0" err="1"/>
              <a:t>chhattisgarh</a:t>
            </a:r>
            <a:endParaRPr lang="en-IN" dirty="0"/>
          </a:p>
        </p:txBody>
      </p:sp>
      <p:graphicFrame>
        <p:nvGraphicFramePr>
          <p:cNvPr id="3" name="Content Placeholder 2">
            <a:extLst>
              <a:ext uri="{FF2B5EF4-FFF2-40B4-BE49-F238E27FC236}">
                <a16:creationId xmlns:a16="http://schemas.microsoft.com/office/drawing/2014/main" id="{36B4C3EA-DFE8-B283-A2C9-A3A6A1D7BDA9}"/>
              </a:ext>
            </a:extLst>
          </p:cNvPr>
          <p:cNvGraphicFramePr>
            <a:graphicFrameLocks noGrp="1"/>
          </p:cNvGraphicFramePr>
          <p:nvPr>
            <p:ph idx="1"/>
            <p:extLst>
              <p:ext uri="{D42A27DB-BD31-4B8C-83A1-F6EECF244321}">
                <p14:modId xmlns:p14="http://schemas.microsoft.com/office/powerpoint/2010/main" val="2099918196"/>
              </p:ext>
            </p:extLst>
          </p:nvPr>
        </p:nvGraphicFramePr>
        <p:xfrm>
          <a:off x="581192" y="2180496"/>
          <a:ext cx="11029615" cy="41818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6300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FCBDFF0-1032-D00E-1D08-CE38232A2BDE}"/>
              </a:ext>
            </a:extLst>
          </p:cNvPr>
          <p:cNvSpPr>
            <a:spLocks noGrp="1"/>
          </p:cNvSpPr>
          <p:nvPr>
            <p:ph type="title"/>
          </p:nvPr>
        </p:nvSpPr>
        <p:spPr>
          <a:xfrm>
            <a:off x="581191" y="5262296"/>
            <a:ext cx="10978749" cy="689514"/>
          </a:xfrm>
        </p:spPr>
        <p:txBody>
          <a:bodyPr>
            <a:norm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Map of </a:t>
            </a:r>
            <a:r>
              <a:rPr lang="en-IN" sz="2400" b="1" dirty="0" err="1">
                <a:solidFill>
                  <a:schemeClr val="bg1"/>
                </a:solidFill>
                <a:latin typeface="Times New Roman" panose="02020603050405020304" pitchFamily="18" charset="0"/>
                <a:cs typeface="Times New Roman" panose="02020603050405020304" pitchFamily="18" charset="0"/>
              </a:rPr>
              <a:t>chhattisgarh</a:t>
            </a:r>
            <a:endParaRPr lang="en-IN" sz="2400" b="1"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0B61DE8-9700-47E0-A2CC-26D2F25970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8391" y="679089"/>
            <a:ext cx="2774232" cy="4269193"/>
          </a:xfrm>
          <a:prstGeom prst="rect">
            <a:avLst/>
          </a:prstGeom>
        </p:spPr>
      </p:pic>
      <p:pic>
        <p:nvPicPr>
          <p:cNvPr id="5" name="Content Placeholder 4">
            <a:extLst>
              <a:ext uri="{FF2B5EF4-FFF2-40B4-BE49-F238E27FC236}">
                <a16:creationId xmlns:a16="http://schemas.microsoft.com/office/drawing/2014/main" id="{75628BF4-07BE-1A2A-AD2E-F65C74D79DE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22350" y="679089"/>
            <a:ext cx="3318710" cy="4203700"/>
          </a:xfrm>
        </p:spPr>
      </p:pic>
    </p:spTree>
    <p:extLst>
      <p:ext uri="{BB962C8B-B14F-4D97-AF65-F5344CB8AC3E}">
        <p14:creationId xmlns:p14="http://schemas.microsoft.com/office/powerpoint/2010/main" val="312687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F9B7C4-2DE0-8F76-A8C6-3CA16ECC603D}"/>
              </a:ext>
            </a:extLst>
          </p:cNvPr>
          <p:cNvSpPr>
            <a:spLocks noGrp="1"/>
          </p:cNvSpPr>
          <p:nvPr>
            <p:ph type="title"/>
          </p:nvPr>
        </p:nvSpPr>
        <p:spPr/>
        <p:txBody>
          <a:bodyPr/>
          <a:lstStyle/>
          <a:p>
            <a:r>
              <a:rPr lang="en-IN" dirty="0"/>
              <a:t>Tribal and folk dances of </a:t>
            </a:r>
            <a:r>
              <a:rPr lang="en-IN" dirty="0" err="1"/>
              <a:t>chhattisgarh</a:t>
            </a:r>
            <a:endParaRPr lang="en-IN" dirty="0"/>
          </a:p>
        </p:txBody>
      </p:sp>
      <p:sp>
        <p:nvSpPr>
          <p:cNvPr id="6" name="Text Placeholder 5">
            <a:extLst>
              <a:ext uri="{FF2B5EF4-FFF2-40B4-BE49-F238E27FC236}">
                <a16:creationId xmlns:a16="http://schemas.microsoft.com/office/drawing/2014/main" id="{5249252E-CC80-F4C0-CC14-DC8B3D0E3541}"/>
              </a:ext>
            </a:extLst>
          </p:cNvPr>
          <p:cNvSpPr>
            <a:spLocks noGrp="1"/>
          </p:cNvSpPr>
          <p:nvPr>
            <p:ph type="body" idx="1"/>
          </p:nvPr>
        </p:nvSpPr>
        <p:spPr/>
        <p:txBody>
          <a:bodyPr/>
          <a:lstStyle/>
          <a:p>
            <a:r>
              <a:rPr lang="en-IN" sz="3200" dirty="0"/>
              <a:t>Tribal Dances</a:t>
            </a:r>
          </a:p>
        </p:txBody>
      </p:sp>
      <p:graphicFrame>
        <p:nvGraphicFramePr>
          <p:cNvPr id="10" name="Content Placeholder 9">
            <a:extLst>
              <a:ext uri="{FF2B5EF4-FFF2-40B4-BE49-F238E27FC236}">
                <a16:creationId xmlns:a16="http://schemas.microsoft.com/office/drawing/2014/main" id="{A4ADF946-5AF2-4210-0FAF-6391838A4E0F}"/>
              </a:ext>
            </a:extLst>
          </p:cNvPr>
          <p:cNvGraphicFramePr>
            <a:graphicFrameLocks noGrp="1"/>
          </p:cNvGraphicFramePr>
          <p:nvPr>
            <p:ph sz="half" idx="2"/>
            <p:extLst>
              <p:ext uri="{D42A27DB-BD31-4B8C-83A1-F6EECF244321}">
                <p14:modId xmlns:p14="http://schemas.microsoft.com/office/powerpoint/2010/main" val="473881277"/>
              </p:ext>
            </p:extLst>
          </p:nvPr>
        </p:nvGraphicFramePr>
        <p:xfrm>
          <a:off x="581194" y="2926052"/>
          <a:ext cx="5393100" cy="293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7">
            <a:extLst>
              <a:ext uri="{FF2B5EF4-FFF2-40B4-BE49-F238E27FC236}">
                <a16:creationId xmlns:a16="http://schemas.microsoft.com/office/drawing/2014/main" id="{1757FF76-C304-D201-9686-EF0A86D93E2B}"/>
              </a:ext>
            </a:extLst>
          </p:cNvPr>
          <p:cNvSpPr>
            <a:spLocks noGrp="1"/>
          </p:cNvSpPr>
          <p:nvPr>
            <p:ph type="body" sz="quarter" idx="3"/>
          </p:nvPr>
        </p:nvSpPr>
        <p:spPr/>
        <p:txBody>
          <a:bodyPr/>
          <a:lstStyle/>
          <a:p>
            <a:r>
              <a:rPr lang="en-IN" sz="3200" dirty="0"/>
              <a:t>Folk Dances</a:t>
            </a:r>
          </a:p>
        </p:txBody>
      </p:sp>
      <p:graphicFrame>
        <p:nvGraphicFramePr>
          <p:cNvPr id="11" name="Content Placeholder 10">
            <a:extLst>
              <a:ext uri="{FF2B5EF4-FFF2-40B4-BE49-F238E27FC236}">
                <a16:creationId xmlns:a16="http://schemas.microsoft.com/office/drawing/2014/main" id="{35F60E3E-E609-9903-4301-9FB6F130E319}"/>
              </a:ext>
            </a:extLst>
          </p:cNvPr>
          <p:cNvGraphicFramePr>
            <a:graphicFrameLocks noGrp="1"/>
          </p:cNvGraphicFramePr>
          <p:nvPr>
            <p:ph sz="quarter" idx="4"/>
            <p:extLst>
              <p:ext uri="{D42A27DB-BD31-4B8C-83A1-F6EECF244321}">
                <p14:modId xmlns:p14="http://schemas.microsoft.com/office/powerpoint/2010/main" val="1139768093"/>
              </p:ext>
            </p:extLst>
          </p:nvPr>
        </p:nvGraphicFramePr>
        <p:xfrm>
          <a:off x="6217709" y="2926052"/>
          <a:ext cx="5393100" cy="29349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67358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FE37-0C58-0173-FBF9-5319760E19DE}"/>
              </a:ext>
            </a:extLst>
          </p:cNvPr>
          <p:cNvSpPr>
            <a:spLocks noGrp="1"/>
          </p:cNvSpPr>
          <p:nvPr>
            <p:ph type="ctrTitle"/>
          </p:nvPr>
        </p:nvSpPr>
        <p:spPr>
          <a:xfrm>
            <a:off x="599225" y="1020431"/>
            <a:ext cx="10993549" cy="1475013"/>
          </a:xfrm>
        </p:spPr>
        <p:txBody>
          <a:bodyPr/>
          <a:lstStyle/>
          <a:p>
            <a:pPr algn="ctr"/>
            <a:r>
              <a:rPr lang="en-IN" dirty="0"/>
              <a:t>Tribal dances</a:t>
            </a:r>
          </a:p>
        </p:txBody>
      </p:sp>
      <p:sp>
        <p:nvSpPr>
          <p:cNvPr id="5" name="Subtitle 4">
            <a:extLst>
              <a:ext uri="{FF2B5EF4-FFF2-40B4-BE49-F238E27FC236}">
                <a16:creationId xmlns:a16="http://schemas.microsoft.com/office/drawing/2014/main" id="{558C3DA4-F650-83FB-AB45-8436CAA27A33}"/>
              </a:ext>
            </a:extLst>
          </p:cNvPr>
          <p:cNvSpPr>
            <a:spLocks noGrp="1"/>
          </p:cNvSpPr>
          <p:nvPr>
            <p:ph type="subTitle" idx="1"/>
          </p:nvPr>
        </p:nvSpPr>
        <p:spPr>
          <a:xfrm>
            <a:off x="673769" y="4452407"/>
            <a:ext cx="10993549" cy="590321"/>
          </a:xfrm>
        </p:spPr>
        <p:txBody>
          <a:bodyPr>
            <a:normAutofit/>
          </a:bodyPr>
          <a:lstStyle/>
          <a:p>
            <a:pPr algn="ctr"/>
            <a:r>
              <a:rPr lang="en-IN" sz="2400" dirty="0">
                <a:solidFill>
                  <a:schemeClr val="bg1"/>
                </a:solidFill>
                <a:latin typeface="Times New Roman" panose="02020603050405020304" pitchFamily="18" charset="0"/>
                <a:cs typeface="Times New Roman" panose="02020603050405020304" pitchFamily="18" charset="0"/>
              </a:rPr>
              <a:t>Let’s start with tribal dances</a:t>
            </a:r>
          </a:p>
        </p:txBody>
      </p:sp>
    </p:spTree>
    <p:extLst>
      <p:ext uri="{BB962C8B-B14F-4D97-AF65-F5344CB8AC3E}">
        <p14:creationId xmlns:p14="http://schemas.microsoft.com/office/powerpoint/2010/main" val="1184726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F4FD5A-A020-82AC-9DCB-543F6958312D}"/>
              </a:ext>
            </a:extLst>
          </p:cNvPr>
          <p:cNvSpPr>
            <a:spLocks noGrp="1"/>
          </p:cNvSpPr>
          <p:nvPr>
            <p:ph type="title"/>
          </p:nvPr>
        </p:nvSpPr>
        <p:spPr/>
        <p:txBody>
          <a:bodyPr/>
          <a:lstStyle/>
          <a:p>
            <a:r>
              <a:rPr lang="en-IN" dirty="0"/>
              <a:t>Tribal </a:t>
            </a:r>
            <a:r>
              <a:rPr lang="en-IN" dirty="0">
                <a:latin typeface="Times New Roman" panose="02020603050405020304" pitchFamily="18" charset="0"/>
                <a:cs typeface="Times New Roman" panose="02020603050405020304" pitchFamily="18" charset="0"/>
              </a:rPr>
              <a:t>dances-</a:t>
            </a:r>
            <a:r>
              <a:rPr lang="en-IN" i="0" u="none" strike="noStrike" dirty="0">
                <a:effectLst/>
                <a:latin typeface="Times New Roman" panose="02020603050405020304" pitchFamily="18" charset="0"/>
                <a:cs typeface="Times New Roman" panose="02020603050405020304" pitchFamily="18" charset="0"/>
              </a:rPr>
              <a:t>Culture &amp; Heritage</a:t>
            </a:r>
            <a:endParaRPr lang="en-IN" dirty="0">
              <a:latin typeface="Times New Roman" panose="02020603050405020304" pitchFamily="18"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4E4E3B1A-10B2-5DE7-F98D-EE3AE8197448}"/>
              </a:ext>
            </a:extLst>
          </p:cNvPr>
          <p:cNvGraphicFramePr>
            <a:graphicFrameLocks noGrp="1"/>
          </p:cNvGraphicFramePr>
          <p:nvPr>
            <p:ph idx="1"/>
            <p:extLst>
              <p:ext uri="{D42A27DB-BD31-4B8C-83A1-F6EECF244321}">
                <p14:modId xmlns:p14="http://schemas.microsoft.com/office/powerpoint/2010/main" val="2930733498"/>
              </p:ext>
            </p:extLst>
          </p:nvPr>
        </p:nvGraphicFramePr>
        <p:xfrm>
          <a:off x="471638" y="1790299"/>
          <a:ext cx="11232682" cy="4658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9805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13A01-FA8A-5E56-FE26-765987190560}"/>
              </a:ext>
            </a:extLst>
          </p:cNvPr>
          <p:cNvSpPr>
            <a:spLocks noGrp="1"/>
          </p:cNvSpPr>
          <p:nvPr>
            <p:ph type="title"/>
          </p:nvPr>
        </p:nvSpPr>
        <p:spPr/>
        <p:txBody>
          <a:bodyPr/>
          <a:lstStyle/>
          <a:p>
            <a:r>
              <a:rPr lang="en-US" dirty="0" err="1"/>
              <a:t>Saila</a:t>
            </a:r>
            <a:r>
              <a:rPr lang="en-US" dirty="0"/>
              <a:t> Dance</a:t>
            </a:r>
            <a:endParaRPr lang="en-IN" dirty="0"/>
          </a:p>
        </p:txBody>
      </p:sp>
      <p:sp>
        <p:nvSpPr>
          <p:cNvPr id="3" name="Content Placeholder 2">
            <a:extLst>
              <a:ext uri="{FF2B5EF4-FFF2-40B4-BE49-F238E27FC236}">
                <a16:creationId xmlns:a16="http://schemas.microsoft.com/office/drawing/2014/main" id="{173D6FC2-5B2A-5822-4E86-B7EE48737394}"/>
              </a:ext>
            </a:extLst>
          </p:cNvPr>
          <p:cNvSpPr>
            <a:spLocks noGrp="1"/>
          </p:cNvSpPr>
          <p:nvPr>
            <p:ph idx="1"/>
          </p:nvPr>
        </p:nvSpPr>
        <p:spPr>
          <a:xfrm>
            <a:off x="491800" y="1209056"/>
            <a:ext cx="11029615" cy="5804034"/>
          </a:xfrm>
        </p:spPr>
        <p:txBody>
          <a:bodyPr>
            <a:normAutofit/>
          </a:bodyPr>
          <a:lstStyle/>
          <a:p>
            <a:pPr algn="just"/>
            <a:r>
              <a:rPr lang="en-US" sz="2400" dirty="0">
                <a:latin typeface="Times New Roman" panose="02020603050405020304" pitchFamily="18" charset="0"/>
                <a:cs typeface="Times New Roman" panose="02020603050405020304" pitchFamily="18" charset="0"/>
              </a:rPr>
              <a:t>This Chhattisgarh dance form is performed by boys </a:t>
            </a:r>
          </a:p>
          <a:p>
            <a:pPr marL="0" indent="0" algn="just">
              <a:buNone/>
            </a:pPr>
            <a:r>
              <a:rPr lang="en-US" sz="2400" dirty="0">
                <a:latin typeface="Times New Roman" panose="02020603050405020304" pitchFamily="18" charset="0"/>
                <a:cs typeface="Times New Roman" panose="02020603050405020304" pitchFamily="18" charset="0"/>
              </a:rPr>
              <a:t>after the harvest season. </a:t>
            </a:r>
          </a:p>
          <a:p>
            <a:pPr algn="just"/>
            <a:r>
              <a:rPr lang="en-US" sz="2400" dirty="0">
                <a:latin typeface="Times New Roman" panose="02020603050405020304" pitchFamily="18" charset="0"/>
                <a:cs typeface="Times New Roman" panose="02020603050405020304" pitchFamily="18" charset="0"/>
              </a:rPr>
              <a:t>This stick dance involves children who move in</a:t>
            </a:r>
          </a:p>
          <a:p>
            <a:pPr marL="0" indent="0" algn="just">
              <a:buNone/>
            </a:pPr>
            <a:r>
              <a:rPr lang="en-US" sz="2400" dirty="0">
                <a:latin typeface="Times New Roman" panose="02020603050405020304" pitchFamily="18" charset="0"/>
                <a:cs typeface="Times New Roman" panose="02020603050405020304" pitchFamily="18" charset="0"/>
              </a:rPr>
              <a:t> various styles while tapping their stick against the</a:t>
            </a:r>
          </a:p>
          <a:p>
            <a:pPr marL="0" indent="0" algn="just">
              <a:buNone/>
            </a:pPr>
            <a:r>
              <a:rPr lang="en-US" sz="2400" dirty="0">
                <a:latin typeface="Times New Roman" panose="02020603050405020304" pitchFamily="18" charset="0"/>
                <a:cs typeface="Times New Roman" panose="02020603050405020304" pitchFamily="18" charset="0"/>
              </a:rPr>
              <a:t> stick of the person next to them. </a:t>
            </a:r>
          </a:p>
          <a:p>
            <a:pPr algn="just"/>
            <a:r>
              <a:rPr lang="en-US" sz="2400" dirty="0">
                <a:latin typeface="Times New Roman" panose="02020603050405020304" pitchFamily="18" charset="0"/>
                <a:cs typeface="Times New Roman" panose="02020603050405020304" pitchFamily="18" charset="0"/>
              </a:rPr>
              <a:t>Villagers give paddy to people who participate in the dance as a sign of gratitude. </a:t>
            </a:r>
          </a:p>
          <a:p>
            <a:pPr algn="just"/>
            <a:r>
              <a:rPr lang="en-US" sz="2400" b="0" i="0" dirty="0">
                <a:solidFill>
                  <a:srgbClr val="343434"/>
                </a:solidFill>
                <a:effectLst/>
                <a:latin typeface="Times New Roman" panose="02020603050405020304" pitchFamily="18" charset="0"/>
                <a:cs typeface="Times New Roman" panose="02020603050405020304" pitchFamily="18" charset="0"/>
              </a:rPr>
              <a:t>The pinnacle of this interesting gait structure is usually a snake dance.</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2E31D5E-0D36-05A7-1C5A-37DBF57698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3933" y="2186564"/>
            <a:ext cx="4006875" cy="2484872"/>
          </a:xfrm>
          <a:prstGeom prst="rect">
            <a:avLst/>
          </a:prstGeom>
        </p:spPr>
      </p:pic>
    </p:spTree>
    <p:extLst>
      <p:ext uri="{BB962C8B-B14F-4D97-AF65-F5344CB8AC3E}">
        <p14:creationId xmlns:p14="http://schemas.microsoft.com/office/powerpoint/2010/main" val="408528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F9F24-E204-D97F-0C01-C8280BCA1D84}"/>
              </a:ext>
            </a:extLst>
          </p:cNvPr>
          <p:cNvSpPr>
            <a:spLocks noGrp="1"/>
          </p:cNvSpPr>
          <p:nvPr>
            <p:ph type="title"/>
          </p:nvPr>
        </p:nvSpPr>
        <p:spPr>
          <a:xfrm>
            <a:off x="581191" y="999201"/>
            <a:ext cx="11029616" cy="1013800"/>
          </a:xfrm>
        </p:spPr>
        <p:txBody>
          <a:bodyPr/>
          <a:lstStyle/>
          <a:p>
            <a:r>
              <a:rPr lang="en-IN" b="1" i="0" dirty="0">
                <a:effectLst/>
                <a:latin typeface="Times New Roman" panose="02020603050405020304" pitchFamily="18" charset="0"/>
                <a:cs typeface="Times New Roman" panose="02020603050405020304" pitchFamily="18" charset="0"/>
              </a:rPr>
              <a:t>Karma Dance</a:t>
            </a:r>
            <a:br>
              <a:rPr lang="en-IN" b="1" i="0" dirty="0">
                <a:solidFill>
                  <a:srgbClr val="111111"/>
                </a:solidFill>
                <a:effectLst/>
                <a:latin typeface="Montserrat" panose="00000500000000000000" pitchFamily="2" charset="0"/>
              </a:rPr>
            </a:br>
            <a:endParaRPr lang="en-IN" dirty="0"/>
          </a:p>
        </p:txBody>
      </p:sp>
      <p:sp>
        <p:nvSpPr>
          <p:cNvPr id="4" name="Rectangle 1">
            <a:extLst>
              <a:ext uri="{FF2B5EF4-FFF2-40B4-BE49-F238E27FC236}">
                <a16:creationId xmlns:a16="http://schemas.microsoft.com/office/drawing/2014/main" id="{3E55C89F-8C99-CBE1-56B2-CE26E7FC08C7}"/>
              </a:ext>
            </a:extLst>
          </p:cNvPr>
          <p:cNvSpPr>
            <a:spLocks noGrp="1" noChangeArrowheads="1"/>
          </p:cNvSpPr>
          <p:nvPr>
            <p:ph idx="1"/>
          </p:nvPr>
        </p:nvSpPr>
        <p:spPr bwMode="auto">
          <a:xfrm>
            <a:off x="497304" y="2309598"/>
            <a:ext cx="1124825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14400">
              <a:buClrTx/>
              <a:buSzTx/>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Generally performed by tribal groups like</a:t>
            </a:r>
          </a:p>
          <a:p>
            <a:pPr marL="0" indent="0" algn="just" defTabSz="914400">
              <a:buClrTx/>
              <a:buSzTx/>
              <a:buNone/>
            </a:pPr>
            <a:r>
              <a:rPr kumimoji="0" lang="en-US" altLang="en-US" sz="2400" b="0" i="0" u="none" strike="noStrike" cap="none" normalizeH="0" baseline="0" dirty="0" err="1">
                <a:ln>
                  <a:noFill/>
                </a:ln>
                <a:solidFill>
                  <a:srgbClr val="343434"/>
                </a:solidFill>
                <a:effectLst/>
                <a:latin typeface="Times New Roman" panose="02020603050405020304" pitchFamily="18" charset="0"/>
                <a:cs typeface="Times New Roman" panose="02020603050405020304" pitchFamily="18" charset="0"/>
              </a:rPr>
              <a:t>Gonds</a:t>
            </a:r>
            <a:r>
              <a:rPr lang="en-US" altLang="en-US" sz="2400" dirty="0">
                <a:solidFill>
                  <a:srgbClr val="343434"/>
                </a:solidFill>
                <a:latin typeface="Times New Roman" panose="02020603050405020304" pitchFamily="18" charset="0"/>
                <a:cs typeface="Times New Roman" panose="02020603050405020304" pitchFamily="18" charset="0"/>
              </a:rPr>
              <a:t> and</a:t>
            </a:r>
            <a:r>
              <a:rPr kumimoji="0" lang="en-US" altLang="en-US" sz="2400" b="0" i="0" u="none" strike="noStrike" cap="none" normalizeH="0" baseline="0" dirty="0" err="1">
                <a:ln>
                  <a:noFill/>
                </a:ln>
                <a:solidFill>
                  <a:srgbClr val="343434"/>
                </a:solidFill>
                <a:effectLst/>
                <a:latin typeface="Times New Roman" panose="02020603050405020304" pitchFamily="18" charset="0"/>
                <a:cs typeface="Times New Roman" panose="02020603050405020304" pitchFamily="18" charset="0"/>
              </a:rPr>
              <a:t>Baigas</a:t>
            </a: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 in Chhattisgarh.</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defTabSz="914400">
              <a:buClrTx/>
              <a:buSzTx/>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This dance form marks the end of the rainy season</a:t>
            </a:r>
          </a:p>
          <a:p>
            <a:pPr marL="0" indent="0" algn="just" defTabSz="914400">
              <a:buClrTx/>
              <a:buSzTx/>
              <a:buNone/>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 and the advent of spring.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defTabSz="914400">
              <a:buClrTx/>
              <a:buSzTx/>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Both men and women participate in the </a:t>
            </a:r>
          </a:p>
          <a:p>
            <a:pPr marL="0" indent="0" algn="just" defTabSz="914400">
              <a:buClrTx/>
              <a:buSzTx/>
              <a:buNone/>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dance following a lead singer.</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defTabSz="914400">
              <a:buClrTx/>
              <a:buSzTx/>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It is only after the offering of new to the </a:t>
            </a:r>
          </a:p>
          <a:p>
            <a:pPr marL="0" indent="0" algn="just" defTabSz="914400">
              <a:buClrTx/>
              <a:buSzTx/>
              <a:buNone/>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deity on the second day that its consumption begins.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defTabSz="914400">
              <a:buClrTx/>
              <a:buSzTx/>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Karma dance is to celebrate the arrival of a </a:t>
            </a:r>
          </a:p>
          <a:p>
            <a:pPr marL="0" indent="0" algn="just" defTabSz="914400">
              <a:buClrTx/>
              <a:buSzTx/>
              <a:buNone/>
            </a:pPr>
            <a:r>
              <a:rPr kumimoji="0" lang="en-US" altLang="en-US" sz="24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new crop.</a:t>
            </a:r>
          </a:p>
        </p:txBody>
      </p:sp>
      <p:pic>
        <p:nvPicPr>
          <p:cNvPr id="7" name="Picture 6">
            <a:extLst>
              <a:ext uri="{FF2B5EF4-FFF2-40B4-BE49-F238E27FC236}">
                <a16:creationId xmlns:a16="http://schemas.microsoft.com/office/drawing/2014/main" id="{FAB19AD5-E069-BF95-2A80-C52944007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3819" y="2246495"/>
            <a:ext cx="4600877" cy="3612303"/>
          </a:xfrm>
          <a:prstGeom prst="rect">
            <a:avLst/>
          </a:prstGeom>
        </p:spPr>
      </p:pic>
    </p:spTree>
    <p:extLst>
      <p:ext uri="{BB962C8B-B14F-4D97-AF65-F5344CB8AC3E}">
        <p14:creationId xmlns:p14="http://schemas.microsoft.com/office/powerpoint/2010/main" val="873817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9E285-5C28-1154-A863-827F61AACE95}"/>
              </a:ext>
            </a:extLst>
          </p:cNvPr>
          <p:cNvSpPr>
            <a:spLocks noGrp="1"/>
          </p:cNvSpPr>
          <p:nvPr>
            <p:ph type="title"/>
          </p:nvPr>
        </p:nvSpPr>
        <p:spPr>
          <a:xfrm>
            <a:off x="581192" y="999201"/>
            <a:ext cx="11029616" cy="1013800"/>
          </a:xfrm>
        </p:spPr>
        <p:txBody>
          <a:bodyPr/>
          <a:lstStyle/>
          <a:p>
            <a:r>
              <a:rPr lang="en-IN" b="1" i="0" dirty="0" err="1">
                <a:effectLst/>
                <a:latin typeface="Times New Roman" panose="02020603050405020304" pitchFamily="18" charset="0"/>
                <a:cs typeface="Times New Roman" panose="02020603050405020304" pitchFamily="18" charset="0"/>
              </a:rPr>
              <a:t>Panthi</a:t>
            </a:r>
            <a:r>
              <a:rPr lang="en-IN" b="1" i="0" dirty="0">
                <a:effectLst/>
                <a:latin typeface="Times New Roman" panose="02020603050405020304" pitchFamily="18" charset="0"/>
                <a:cs typeface="Times New Roman" panose="02020603050405020304" pitchFamily="18" charset="0"/>
              </a:rPr>
              <a:t> Dance</a:t>
            </a:r>
            <a:br>
              <a:rPr lang="en-IN" b="1" i="0" dirty="0">
                <a:solidFill>
                  <a:srgbClr val="111111"/>
                </a:solidFill>
                <a:effectLst/>
                <a:latin typeface="Montserrat" panose="00000500000000000000" pitchFamily="2" charset="0"/>
              </a:rPr>
            </a:br>
            <a:endParaRPr lang="en-IN" dirty="0"/>
          </a:p>
        </p:txBody>
      </p:sp>
      <p:sp>
        <p:nvSpPr>
          <p:cNvPr id="3" name="Content Placeholder 2">
            <a:extLst>
              <a:ext uri="{FF2B5EF4-FFF2-40B4-BE49-F238E27FC236}">
                <a16:creationId xmlns:a16="http://schemas.microsoft.com/office/drawing/2014/main" id="{B3DD7B77-94DF-A5D2-E20B-2F0C39F5F664}"/>
              </a:ext>
            </a:extLst>
          </p:cNvPr>
          <p:cNvSpPr>
            <a:spLocks noGrp="1"/>
          </p:cNvSpPr>
          <p:nvPr>
            <p:ph idx="1"/>
          </p:nvPr>
        </p:nvSpPr>
        <p:spPr>
          <a:xfrm>
            <a:off x="461611" y="1767995"/>
            <a:ext cx="11691019" cy="5465389"/>
          </a:xfrm>
        </p:spPr>
        <p:txBody>
          <a:bodyPr>
            <a:noAutofit/>
          </a:bodyPr>
          <a:lstStyle/>
          <a:p>
            <a:pPr algn="just"/>
            <a:r>
              <a:rPr lang="en-US" sz="2400" b="0" i="0" dirty="0">
                <a:solidFill>
                  <a:srgbClr val="343434"/>
                </a:solidFill>
                <a:effectLst/>
                <a:latin typeface="Times New Roman" panose="02020603050405020304" pitchFamily="18" charset="0"/>
                <a:cs typeface="Times New Roman" panose="02020603050405020304" pitchFamily="18" charset="0"/>
              </a:rPr>
              <a:t>The Satnami community celebrates the anniversary</a:t>
            </a:r>
          </a:p>
          <a:p>
            <a:pPr marL="0" indent="0" algn="just">
              <a:buNone/>
            </a:pPr>
            <a:r>
              <a:rPr lang="en-US" sz="2400" b="0" i="0" dirty="0">
                <a:solidFill>
                  <a:srgbClr val="343434"/>
                </a:solidFill>
                <a:effectLst/>
                <a:latin typeface="Times New Roman" panose="02020603050405020304" pitchFamily="18" charset="0"/>
                <a:cs typeface="Times New Roman" panose="02020603050405020304" pitchFamily="18" charset="0"/>
              </a:rPr>
              <a:t>of the birth of Guru </a:t>
            </a:r>
            <a:r>
              <a:rPr lang="en-US" sz="2400" b="0" i="0" dirty="0" err="1">
                <a:solidFill>
                  <a:srgbClr val="343434"/>
                </a:solidFill>
                <a:effectLst/>
                <a:latin typeface="Times New Roman" panose="02020603050405020304" pitchFamily="18" charset="0"/>
                <a:cs typeface="Times New Roman" panose="02020603050405020304" pitchFamily="18" charset="0"/>
              </a:rPr>
              <a:t>Ghasidas</a:t>
            </a:r>
            <a:r>
              <a:rPr lang="en-US" sz="2400" b="0" i="0" dirty="0">
                <a:solidFill>
                  <a:srgbClr val="343434"/>
                </a:solidFill>
                <a:effectLst/>
                <a:latin typeface="Times New Roman" panose="02020603050405020304" pitchFamily="18" charset="0"/>
                <a:cs typeface="Times New Roman" panose="02020603050405020304" pitchFamily="18" charset="0"/>
              </a:rPr>
              <a:t> in </a:t>
            </a:r>
            <a:r>
              <a:rPr lang="en-US" sz="2400" b="0" i="0" dirty="0" err="1">
                <a:solidFill>
                  <a:srgbClr val="343434"/>
                </a:solidFill>
                <a:effectLst/>
                <a:latin typeface="Times New Roman" panose="02020603050405020304" pitchFamily="18" charset="0"/>
                <a:cs typeface="Times New Roman" panose="02020603050405020304" pitchFamily="18" charset="0"/>
              </a:rPr>
              <a:t>Maghi</a:t>
            </a:r>
            <a:r>
              <a:rPr lang="en-US" sz="2400" b="0" i="0" dirty="0">
                <a:solidFill>
                  <a:srgbClr val="343434"/>
                </a:solidFill>
                <a:effectLst/>
                <a:latin typeface="Times New Roman" panose="02020603050405020304" pitchFamily="18" charset="0"/>
                <a:cs typeface="Times New Roman" panose="02020603050405020304" pitchFamily="18" charset="0"/>
              </a:rPr>
              <a:t> Purnima.</a:t>
            </a:r>
          </a:p>
          <a:p>
            <a:pPr algn="just"/>
            <a:r>
              <a:rPr lang="en-US" sz="2400" b="0" i="0" dirty="0">
                <a:solidFill>
                  <a:srgbClr val="343434"/>
                </a:solidFill>
                <a:effectLst/>
                <a:latin typeface="Times New Roman" panose="02020603050405020304" pitchFamily="18" charset="0"/>
                <a:cs typeface="Times New Roman" panose="02020603050405020304" pitchFamily="18" charset="0"/>
              </a:rPr>
              <a:t>The dance also combines a variety of steps and </a:t>
            </a:r>
          </a:p>
          <a:p>
            <a:pPr marL="0" indent="0" algn="just">
              <a:buNone/>
            </a:pPr>
            <a:r>
              <a:rPr lang="en-US" sz="2400" b="0" i="0" dirty="0">
                <a:solidFill>
                  <a:srgbClr val="343434"/>
                </a:solidFill>
                <a:effectLst/>
                <a:latin typeface="Times New Roman" panose="02020603050405020304" pitchFamily="18" charset="0"/>
                <a:cs typeface="Times New Roman" panose="02020603050405020304" pitchFamily="18" charset="0"/>
              </a:rPr>
              <a:t>patterns and generally denotes the teachings and </a:t>
            </a:r>
          </a:p>
          <a:p>
            <a:pPr marL="0" indent="0" algn="just">
              <a:buNone/>
            </a:pPr>
            <a:r>
              <a:rPr lang="en-US" sz="2400" b="0" i="0" dirty="0">
                <a:solidFill>
                  <a:srgbClr val="343434"/>
                </a:solidFill>
                <a:effectLst/>
                <a:latin typeface="Times New Roman" panose="02020603050405020304" pitchFamily="18" charset="0"/>
                <a:cs typeface="Times New Roman" panose="02020603050405020304" pitchFamily="18" charset="0"/>
              </a:rPr>
              <a:t>sayings of its holy master.</a:t>
            </a:r>
          </a:p>
          <a:p>
            <a:pPr algn="just"/>
            <a:r>
              <a:rPr lang="en-US" sz="2400" b="0" i="0" dirty="0">
                <a:solidFill>
                  <a:srgbClr val="343434"/>
                </a:solidFill>
                <a:effectLst/>
                <a:latin typeface="Times New Roman" panose="02020603050405020304" pitchFamily="18" charset="0"/>
                <a:cs typeface="Times New Roman" panose="02020603050405020304" pitchFamily="18" charset="0"/>
              </a:rPr>
              <a:t>The dancers wear colorful dresses and </a:t>
            </a:r>
          </a:p>
          <a:p>
            <a:pPr marL="0" indent="0" algn="just">
              <a:buNone/>
            </a:pPr>
            <a:r>
              <a:rPr lang="en-US" sz="2400" b="0" i="0" dirty="0">
                <a:solidFill>
                  <a:srgbClr val="343434"/>
                </a:solidFill>
                <a:effectLst/>
                <a:latin typeface="Times New Roman" panose="02020603050405020304" pitchFamily="18" charset="0"/>
                <a:cs typeface="Times New Roman" panose="02020603050405020304" pitchFamily="18" charset="0"/>
              </a:rPr>
              <a:t>sing praises to the “guru”.</a:t>
            </a:r>
          </a:p>
          <a:p>
            <a:pPr algn="just"/>
            <a:r>
              <a:rPr lang="en-US" sz="2400" b="0" i="0" dirty="0">
                <a:solidFill>
                  <a:srgbClr val="343434"/>
                </a:solidFill>
                <a:effectLst/>
                <a:latin typeface="Times New Roman" panose="02020603050405020304" pitchFamily="18" charset="0"/>
                <a:cs typeface="Times New Roman" panose="02020603050405020304" pitchFamily="18" charset="0"/>
              </a:rPr>
              <a:t>A group of men builds a pyramid formation as the group leader sings.</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0E805E3-7EE4-08CA-1AB6-E665840ED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6884" y="2121681"/>
            <a:ext cx="4347812" cy="3276168"/>
          </a:xfrm>
          <a:prstGeom prst="rect">
            <a:avLst/>
          </a:prstGeom>
        </p:spPr>
      </p:pic>
    </p:spTree>
    <p:extLst>
      <p:ext uri="{BB962C8B-B14F-4D97-AF65-F5344CB8AC3E}">
        <p14:creationId xmlns:p14="http://schemas.microsoft.com/office/powerpoint/2010/main" val="4204798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A1EBB-674B-337F-75A2-317FC27017DA}"/>
              </a:ext>
            </a:extLst>
          </p:cNvPr>
          <p:cNvSpPr>
            <a:spLocks noGrp="1"/>
          </p:cNvSpPr>
          <p:nvPr>
            <p:ph type="title"/>
          </p:nvPr>
        </p:nvSpPr>
        <p:spPr/>
        <p:txBody>
          <a:bodyPr/>
          <a:lstStyle/>
          <a:p>
            <a:r>
              <a:rPr lang="en-IN" dirty="0"/>
              <a:t>Bison horn maria</a:t>
            </a:r>
          </a:p>
        </p:txBody>
      </p:sp>
      <p:sp>
        <p:nvSpPr>
          <p:cNvPr id="9" name="Content Placeholder 8">
            <a:extLst>
              <a:ext uri="{FF2B5EF4-FFF2-40B4-BE49-F238E27FC236}">
                <a16:creationId xmlns:a16="http://schemas.microsoft.com/office/drawing/2014/main" id="{304666BE-FE3C-15EC-398A-CE0677CBC79F}"/>
              </a:ext>
            </a:extLst>
          </p:cNvPr>
          <p:cNvSpPr>
            <a:spLocks noGrp="1"/>
          </p:cNvSpPr>
          <p:nvPr>
            <p:ph idx="1"/>
          </p:nvPr>
        </p:nvSpPr>
        <p:spPr>
          <a:xfrm>
            <a:off x="429462" y="1715955"/>
            <a:ext cx="11333078" cy="5040979"/>
          </a:xfrm>
        </p:spPr>
        <p:txBody>
          <a:bodyPr>
            <a:norm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This  dance is performed during festivals as part of </a:t>
            </a:r>
          </a:p>
          <a:p>
            <a:pPr marL="0" indent="0">
              <a:buNone/>
            </a:pPr>
            <a:r>
              <a:rPr lang="en-US" sz="2400" b="0" i="0" dirty="0">
                <a:solidFill>
                  <a:srgbClr val="000000"/>
                </a:solidFill>
                <a:effectLst/>
                <a:latin typeface="Times New Roman" panose="02020603050405020304" pitchFamily="18" charset="0"/>
                <a:cs typeface="Times New Roman" panose="02020603050405020304" pitchFamily="18" charset="0"/>
              </a:rPr>
              <a:t>worship or related to agriculture and marriage. </a:t>
            </a:r>
          </a:p>
          <a:p>
            <a:r>
              <a:rPr lang="en-US" sz="2400" b="0" i="0" dirty="0">
                <a:solidFill>
                  <a:srgbClr val="000000"/>
                </a:solidFill>
                <a:effectLst/>
                <a:latin typeface="Times New Roman" panose="02020603050405020304" pitchFamily="18" charset="0"/>
                <a:cs typeface="Times New Roman" panose="02020603050405020304" pitchFamily="18" charset="0"/>
              </a:rPr>
              <a:t>Earlier the men used to do the drumming as part </a:t>
            </a:r>
          </a:p>
          <a:p>
            <a:pPr marL="0" indent="0">
              <a:buNone/>
            </a:pPr>
            <a:r>
              <a:rPr lang="en-US" sz="2400" b="0" i="0" dirty="0">
                <a:solidFill>
                  <a:srgbClr val="000000"/>
                </a:solidFill>
                <a:effectLst/>
                <a:latin typeface="Times New Roman" panose="02020603050405020304" pitchFamily="18" charset="0"/>
                <a:cs typeface="Times New Roman" panose="02020603050405020304" pitchFamily="18" charset="0"/>
              </a:rPr>
              <a:t>Of hunting exercise. </a:t>
            </a:r>
          </a:p>
          <a:p>
            <a:r>
              <a:rPr lang="en-US" sz="2400" b="0" i="0" dirty="0">
                <a:solidFill>
                  <a:srgbClr val="000000"/>
                </a:solidFill>
                <a:effectLst/>
                <a:latin typeface="Times New Roman" panose="02020603050405020304" pitchFamily="18" charset="0"/>
                <a:cs typeface="Times New Roman" panose="02020603050405020304" pitchFamily="18" charset="0"/>
              </a:rPr>
              <a:t>The heavy cylindrical drum is made of a hollowed</a:t>
            </a:r>
          </a:p>
          <a:p>
            <a:pPr marL="0" indent="0">
              <a:buNone/>
            </a:pPr>
            <a:r>
              <a:rPr lang="en-US" sz="2400" b="0" i="0" dirty="0">
                <a:solidFill>
                  <a:srgbClr val="000000"/>
                </a:solidFill>
                <a:effectLst/>
                <a:latin typeface="Times New Roman" panose="02020603050405020304" pitchFamily="18" charset="0"/>
                <a:cs typeface="Times New Roman" panose="02020603050405020304" pitchFamily="18" charset="0"/>
              </a:rPr>
              <a:t> tree-trunk three feet or more in length</a:t>
            </a:r>
            <a:r>
              <a:rPr lang="en-US" sz="2400" dirty="0">
                <a:solidFill>
                  <a:srgbClr val="000000"/>
                </a:solidFill>
                <a:latin typeface="Times New Roman" panose="02020603050405020304" pitchFamily="18" charset="0"/>
                <a:cs typeface="Times New Roman" panose="02020603050405020304" pitchFamily="18" charset="0"/>
              </a:rPr>
              <a:t>.</a:t>
            </a:r>
          </a:p>
          <a:p>
            <a:r>
              <a:rPr lang="en-US" sz="2400" b="0" i="0" dirty="0">
                <a:solidFill>
                  <a:srgbClr val="000000"/>
                </a:solidFill>
                <a:effectLst/>
                <a:latin typeface="Times New Roman" panose="02020603050405020304" pitchFamily="18" charset="0"/>
                <a:cs typeface="Times New Roman" panose="02020603050405020304" pitchFamily="18" charset="0"/>
              </a:rPr>
              <a:t>The Bison Horn Maria dance is a synchronous rhythmic dance.</a:t>
            </a:r>
            <a:endParaRPr lang="en-IN" sz="2400" dirty="0">
              <a:latin typeface="Times New Roman" panose="02020603050405020304" pitchFamily="18" charset="0"/>
              <a:cs typeface="Times New Roman" panose="02020603050405020304" pitchFamily="18" charset="0"/>
            </a:endParaRPr>
          </a:p>
        </p:txBody>
      </p:sp>
      <p:pic>
        <p:nvPicPr>
          <p:cNvPr id="10" name="Content Placeholder 4">
            <a:extLst>
              <a:ext uri="{FF2B5EF4-FFF2-40B4-BE49-F238E27FC236}">
                <a16:creationId xmlns:a16="http://schemas.microsoft.com/office/drawing/2014/main" id="{0D5206E7-A4AD-05BE-FBDA-4D50C00BD1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1571" y="1939945"/>
            <a:ext cx="4610968" cy="3334699"/>
          </a:xfrm>
          <a:prstGeom prst="rect">
            <a:avLst/>
          </a:prstGeom>
        </p:spPr>
      </p:pic>
    </p:spTree>
    <p:extLst>
      <p:ext uri="{BB962C8B-B14F-4D97-AF65-F5344CB8AC3E}">
        <p14:creationId xmlns:p14="http://schemas.microsoft.com/office/powerpoint/2010/main" val="3257979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BB94A6-7DC1-E666-0E73-1D42FF41CC42}"/>
              </a:ext>
            </a:extLst>
          </p:cNvPr>
          <p:cNvSpPr>
            <a:spLocks noGrp="1"/>
          </p:cNvSpPr>
          <p:nvPr>
            <p:ph type="ctrTitle"/>
          </p:nvPr>
        </p:nvSpPr>
        <p:spPr>
          <a:xfrm>
            <a:off x="455595" y="811174"/>
            <a:ext cx="11280810" cy="1475013"/>
          </a:xfrm>
        </p:spPr>
        <p:txBody>
          <a:bodyPr/>
          <a:lstStyle/>
          <a:p>
            <a:pPr algn="ctr"/>
            <a:r>
              <a:rPr lang="en-IN" dirty="0"/>
              <a:t>Folk dances</a:t>
            </a:r>
          </a:p>
        </p:txBody>
      </p:sp>
      <p:sp>
        <p:nvSpPr>
          <p:cNvPr id="5" name="Subtitle 4">
            <a:extLst>
              <a:ext uri="{FF2B5EF4-FFF2-40B4-BE49-F238E27FC236}">
                <a16:creationId xmlns:a16="http://schemas.microsoft.com/office/drawing/2014/main" id="{BFEB91F1-ED55-6865-D48F-2D518E07813A}"/>
              </a:ext>
            </a:extLst>
          </p:cNvPr>
          <p:cNvSpPr>
            <a:spLocks noGrp="1"/>
          </p:cNvSpPr>
          <p:nvPr>
            <p:ph type="subTitle" idx="1"/>
          </p:nvPr>
        </p:nvSpPr>
        <p:spPr>
          <a:xfrm>
            <a:off x="455595" y="4362557"/>
            <a:ext cx="11280809" cy="590321"/>
          </a:xfrm>
        </p:spPr>
        <p:txBody>
          <a:bodyPr>
            <a:normAutofit/>
          </a:bodyPr>
          <a:lstStyle/>
          <a:p>
            <a:pPr algn="ctr"/>
            <a:r>
              <a:rPr lang="en-IN" sz="2400" dirty="0">
                <a:solidFill>
                  <a:schemeClr val="bg1"/>
                </a:solidFill>
                <a:latin typeface="Times New Roman" panose="02020603050405020304" pitchFamily="18" charset="0"/>
                <a:cs typeface="Times New Roman" panose="02020603050405020304" pitchFamily="18" charset="0"/>
              </a:rPr>
              <a:t>Now let’s move to folk dances</a:t>
            </a:r>
          </a:p>
        </p:txBody>
      </p:sp>
    </p:spTree>
    <p:extLst>
      <p:ext uri="{BB962C8B-B14F-4D97-AF65-F5344CB8AC3E}">
        <p14:creationId xmlns:p14="http://schemas.microsoft.com/office/powerpoint/2010/main" val="3158254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D83F0C-5DD5-5662-030D-723A5F56E451}"/>
              </a:ext>
            </a:extLst>
          </p:cNvPr>
          <p:cNvSpPr>
            <a:spLocks noGrp="1"/>
          </p:cNvSpPr>
          <p:nvPr>
            <p:ph type="title"/>
          </p:nvPr>
        </p:nvSpPr>
        <p:spPr>
          <a:xfrm>
            <a:off x="581192" y="999201"/>
            <a:ext cx="11029616" cy="1013800"/>
          </a:xfrm>
        </p:spPr>
        <p:txBody>
          <a:bodyPr/>
          <a:lstStyle/>
          <a:p>
            <a:r>
              <a:rPr lang="en-IN" dirty="0">
                <a:latin typeface="Times New Roman" panose="02020603050405020304" pitchFamily="18" charset="0"/>
                <a:cs typeface="Times New Roman" panose="02020603050405020304" pitchFamily="18" charset="0"/>
              </a:rPr>
              <a:t>Folk dances-</a:t>
            </a:r>
            <a:r>
              <a:rPr lang="en-IN" i="0" u="none" strike="noStrike" dirty="0">
                <a:effectLst/>
                <a:latin typeface="Times New Roman" panose="02020603050405020304" pitchFamily="18" charset="0"/>
                <a:cs typeface="Times New Roman" panose="02020603050405020304" pitchFamily="18" charset="0"/>
              </a:rPr>
              <a:t>Culture &amp; Heritage</a:t>
            </a:r>
            <a:br>
              <a:rPr lang="en-IN" b="1" i="0" u="none" strike="noStrike" dirty="0">
                <a:solidFill>
                  <a:srgbClr val="000000"/>
                </a:solidFill>
                <a:effectLst/>
                <a:latin typeface="Roboto" panose="02000000000000000000" pitchFamily="2" charset="0"/>
              </a:rPr>
            </a:br>
            <a:endParaRPr lang="en-IN" dirty="0"/>
          </a:p>
        </p:txBody>
      </p:sp>
      <p:graphicFrame>
        <p:nvGraphicFramePr>
          <p:cNvPr id="7" name="Content Placeholder 6">
            <a:extLst>
              <a:ext uri="{FF2B5EF4-FFF2-40B4-BE49-F238E27FC236}">
                <a16:creationId xmlns:a16="http://schemas.microsoft.com/office/drawing/2014/main" id="{6EE5F1F8-6DCD-9B14-DDC2-7A95FCE61649}"/>
              </a:ext>
            </a:extLst>
          </p:cNvPr>
          <p:cNvGraphicFramePr>
            <a:graphicFrameLocks noGrp="1"/>
          </p:cNvGraphicFramePr>
          <p:nvPr>
            <p:ph idx="1"/>
            <p:extLst>
              <p:ext uri="{D42A27DB-BD31-4B8C-83A1-F6EECF244321}">
                <p14:modId xmlns:p14="http://schemas.microsoft.com/office/powerpoint/2010/main" val="3125834355"/>
              </p:ext>
            </p:extLst>
          </p:nvPr>
        </p:nvGraphicFramePr>
        <p:xfrm>
          <a:off x="581192" y="2180496"/>
          <a:ext cx="11029615" cy="44320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8590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4BDC-8FAB-2F58-3F1E-F9F1CCC6957D}"/>
              </a:ext>
            </a:extLst>
          </p:cNvPr>
          <p:cNvSpPr>
            <a:spLocks noGrp="1"/>
          </p:cNvSpPr>
          <p:nvPr>
            <p:ph type="title"/>
          </p:nvPr>
        </p:nvSpPr>
        <p:spPr>
          <a:xfrm>
            <a:off x="581191" y="999201"/>
            <a:ext cx="11029616" cy="1013800"/>
          </a:xfrm>
        </p:spPr>
        <p:txBody>
          <a:bodyPr/>
          <a:lstStyle/>
          <a:p>
            <a:r>
              <a:rPr lang="en-IN" b="1" i="0" dirty="0">
                <a:effectLst/>
                <a:latin typeface="Times New Roman" panose="02020603050405020304" pitchFamily="18" charset="0"/>
                <a:cs typeface="Times New Roman" panose="02020603050405020304" pitchFamily="18" charset="0"/>
              </a:rPr>
              <a:t>Sua Nacha</a:t>
            </a:r>
            <a:br>
              <a:rPr lang="en-IN" b="1" i="0"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2A10D8-B8B6-39AF-0870-8F8BA56DADAD}"/>
              </a:ext>
            </a:extLst>
          </p:cNvPr>
          <p:cNvSpPr>
            <a:spLocks noGrp="1"/>
          </p:cNvSpPr>
          <p:nvPr>
            <p:ph idx="1"/>
          </p:nvPr>
        </p:nvSpPr>
        <p:spPr>
          <a:xfrm>
            <a:off x="504191" y="2167005"/>
            <a:ext cx="11029615" cy="4258805"/>
          </a:xfrm>
        </p:spPr>
        <p:txBody>
          <a:bodyPr>
            <a:normAutofit/>
          </a:bodyPr>
          <a:lstStyle/>
          <a:p>
            <a:pPr algn="l"/>
            <a:r>
              <a:rPr lang="en-US" sz="2400" b="0" i="0" dirty="0">
                <a:solidFill>
                  <a:srgbClr val="343434"/>
                </a:solidFill>
                <a:effectLst/>
                <a:latin typeface="Times New Roman" panose="02020603050405020304" pitchFamily="18" charset="0"/>
                <a:cs typeface="Times New Roman" panose="02020603050405020304" pitchFamily="18" charset="0"/>
              </a:rPr>
              <a:t>Usually called a parrot dance.</a:t>
            </a:r>
          </a:p>
          <a:p>
            <a:pPr algn="l"/>
            <a:r>
              <a:rPr lang="en-US" sz="2400" b="0" i="0" dirty="0">
                <a:solidFill>
                  <a:srgbClr val="343434"/>
                </a:solidFill>
                <a:effectLst/>
                <a:latin typeface="Times New Roman" panose="02020603050405020304" pitchFamily="18" charset="0"/>
                <a:cs typeface="Times New Roman" panose="02020603050405020304" pitchFamily="18" charset="0"/>
              </a:rPr>
              <a:t>This dance is done on </a:t>
            </a:r>
            <a:r>
              <a:rPr lang="en-US" sz="2400" b="0" i="0" dirty="0" err="1">
                <a:solidFill>
                  <a:srgbClr val="343434"/>
                </a:solidFill>
                <a:effectLst/>
                <a:latin typeface="Times New Roman" panose="02020603050405020304" pitchFamily="18" charset="0"/>
                <a:cs typeface="Times New Roman" panose="02020603050405020304" pitchFamily="18" charset="0"/>
              </a:rPr>
              <a:t>Goura</a:t>
            </a:r>
            <a:r>
              <a:rPr lang="en-US" sz="2400" dirty="0">
                <a:solidFill>
                  <a:srgbClr val="343434"/>
                </a:solidFill>
                <a:latin typeface="Times New Roman" panose="02020603050405020304" pitchFamily="18" charset="0"/>
                <a:cs typeface="Times New Roman" panose="02020603050405020304" pitchFamily="18" charset="0"/>
              </a:rPr>
              <a:t>-Gauri</a:t>
            </a:r>
            <a:r>
              <a:rPr lang="en-US" sz="2400" b="0" i="0" dirty="0">
                <a:solidFill>
                  <a:srgbClr val="343434"/>
                </a:solidFill>
                <a:effectLst/>
                <a:latin typeface="Times New Roman" panose="02020603050405020304" pitchFamily="18" charset="0"/>
                <a:cs typeface="Times New Roman" panose="02020603050405020304" pitchFamily="18" charset="0"/>
              </a:rPr>
              <a:t> wedding </a:t>
            </a:r>
            <a:r>
              <a:rPr lang="en-US" sz="2400" dirty="0">
                <a:solidFill>
                  <a:srgbClr val="343434"/>
                </a:solidFill>
                <a:latin typeface="Times New Roman" panose="02020603050405020304" pitchFamily="18" charset="0"/>
                <a:cs typeface="Times New Roman" panose="02020603050405020304" pitchFamily="18" charset="0"/>
              </a:rPr>
              <a:t>in </a:t>
            </a:r>
            <a:r>
              <a:rPr lang="en-US" sz="2400" b="0" i="0" dirty="0">
                <a:solidFill>
                  <a:srgbClr val="343434"/>
                </a:solidFill>
                <a:effectLst/>
                <a:latin typeface="Times New Roman" panose="02020603050405020304" pitchFamily="18" charset="0"/>
                <a:cs typeface="Times New Roman" panose="02020603050405020304" pitchFamily="18" charset="0"/>
              </a:rPr>
              <a:t>Diwali.</a:t>
            </a:r>
          </a:p>
          <a:p>
            <a:pPr algn="l"/>
            <a:r>
              <a:rPr lang="en-US" sz="2400" b="0" i="0" dirty="0">
                <a:solidFill>
                  <a:srgbClr val="343434"/>
                </a:solidFill>
                <a:effectLst/>
                <a:latin typeface="Times New Roman" panose="02020603050405020304" pitchFamily="18" charset="0"/>
                <a:cs typeface="Times New Roman" panose="02020603050405020304" pitchFamily="18" charset="0"/>
              </a:rPr>
              <a:t>Women of the </a:t>
            </a:r>
            <a:r>
              <a:rPr lang="en-US" sz="2400" b="0" i="0" dirty="0" err="1">
                <a:solidFill>
                  <a:srgbClr val="343434"/>
                </a:solidFill>
                <a:effectLst/>
                <a:latin typeface="Times New Roman" panose="02020603050405020304" pitchFamily="18" charset="0"/>
                <a:cs typeface="Times New Roman" panose="02020603050405020304" pitchFamily="18" charset="0"/>
              </a:rPr>
              <a:t>devaar</a:t>
            </a:r>
            <a:r>
              <a:rPr lang="en-US" sz="2400" b="0" i="0" dirty="0">
                <a:solidFill>
                  <a:srgbClr val="343434"/>
                </a:solidFill>
                <a:effectLst/>
                <a:latin typeface="Times New Roman" panose="02020603050405020304" pitchFamily="18" charset="0"/>
                <a:cs typeface="Times New Roman" panose="02020603050405020304" pitchFamily="18" charset="0"/>
              </a:rPr>
              <a:t> tribe perform this dance.</a:t>
            </a:r>
          </a:p>
          <a:p>
            <a:pPr algn="l"/>
            <a:r>
              <a:rPr lang="en-US" sz="2400" b="0" i="0" dirty="0">
                <a:solidFill>
                  <a:srgbClr val="343434"/>
                </a:solidFill>
                <a:effectLst/>
                <a:latin typeface="Times New Roman" panose="02020603050405020304" pitchFamily="18" charset="0"/>
                <a:cs typeface="Times New Roman" panose="02020603050405020304" pitchFamily="18" charset="0"/>
              </a:rPr>
              <a:t>The artists also sing and move, accompanied by loud </a:t>
            </a:r>
          </a:p>
          <a:p>
            <a:pPr marL="0" indent="0" algn="l">
              <a:buNone/>
            </a:pPr>
            <a:r>
              <a:rPr lang="en-US" sz="2400" dirty="0">
                <a:solidFill>
                  <a:srgbClr val="343434"/>
                </a:solidFill>
                <a:latin typeface="Times New Roman" panose="02020603050405020304" pitchFamily="18" charset="0"/>
                <a:cs typeface="Times New Roman" panose="02020603050405020304" pitchFamily="18" charset="0"/>
              </a:rPr>
              <a:t>a</a:t>
            </a:r>
            <a:r>
              <a:rPr lang="en-US" sz="2400" b="0" i="0" dirty="0">
                <a:solidFill>
                  <a:srgbClr val="343434"/>
                </a:solidFill>
                <a:effectLst/>
                <a:latin typeface="Times New Roman" panose="02020603050405020304" pitchFamily="18" charset="0"/>
                <a:cs typeface="Times New Roman" panose="02020603050405020304" pitchFamily="18" charset="0"/>
              </a:rPr>
              <a:t>pplause.</a:t>
            </a:r>
          </a:p>
          <a:p>
            <a:pPr algn="l"/>
            <a:r>
              <a:rPr lang="en-US" sz="2400" b="0" i="0" dirty="0">
                <a:solidFill>
                  <a:srgbClr val="343434"/>
                </a:solidFill>
                <a:effectLst/>
                <a:latin typeface="Times New Roman" panose="02020603050405020304" pitchFamily="18" charset="0"/>
                <a:cs typeface="Times New Roman" panose="02020603050405020304" pitchFamily="18" charset="0"/>
              </a:rPr>
              <a:t> Firstly, the women perform this dance and while doing</a:t>
            </a:r>
          </a:p>
          <a:p>
            <a:pPr marL="0" indent="0" algn="l">
              <a:buNone/>
            </a:pPr>
            <a:r>
              <a:rPr lang="en-US" sz="2400" b="0" i="0" dirty="0">
                <a:solidFill>
                  <a:srgbClr val="343434"/>
                </a:solidFill>
                <a:effectLst/>
                <a:latin typeface="Times New Roman" panose="02020603050405020304" pitchFamily="18" charset="0"/>
                <a:cs typeface="Times New Roman" panose="02020603050405020304" pitchFamily="18" charset="0"/>
              </a:rPr>
              <a:t> So, keep a clay parrot in the center.</a:t>
            </a:r>
          </a:p>
          <a:p>
            <a:endParaRPr lang="en-IN" dirty="0"/>
          </a:p>
        </p:txBody>
      </p:sp>
      <p:pic>
        <p:nvPicPr>
          <p:cNvPr id="5" name="Picture 4">
            <a:extLst>
              <a:ext uri="{FF2B5EF4-FFF2-40B4-BE49-F238E27FC236}">
                <a16:creationId xmlns:a16="http://schemas.microsoft.com/office/drawing/2014/main" id="{20E3D8FA-6F9F-4331-F3E9-FB1C108F0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8712" y="2102034"/>
            <a:ext cx="3949097" cy="3469774"/>
          </a:xfrm>
          <a:prstGeom prst="rect">
            <a:avLst/>
          </a:prstGeom>
        </p:spPr>
      </p:pic>
    </p:spTree>
    <p:extLst>
      <p:ext uri="{BB962C8B-B14F-4D97-AF65-F5344CB8AC3E}">
        <p14:creationId xmlns:p14="http://schemas.microsoft.com/office/powerpoint/2010/main" val="3332101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E59-FD4B-E329-87C2-E896CF8D405D}"/>
              </a:ext>
            </a:extLst>
          </p:cNvPr>
          <p:cNvSpPr>
            <a:spLocks noGrp="1"/>
          </p:cNvSpPr>
          <p:nvPr>
            <p:ph type="title"/>
          </p:nvPr>
        </p:nvSpPr>
        <p:spPr/>
        <p:txBody>
          <a:bodyPr/>
          <a:lstStyle/>
          <a:p>
            <a:r>
              <a:rPr lang="en-IN" dirty="0"/>
              <a:t>Raut </a:t>
            </a:r>
            <a:r>
              <a:rPr lang="en-IN" dirty="0" err="1"/>
              <a:t>nacha</a:t>
            </a:r>
            <a:endParaRPr lang="en-IN" dirty="0"/>
          </a:p>
        </p:txBody>
      </p:sp>
      <p:sp>
        <p:nvSpPr>
          <p:cNvPr id="4" name="Rectangle 1">
            <a:extLst>
              <a:ext uri="{FF2B5EF4-FFF2-40B4-BE49-F238E27FC236}">
                <a16:creationId xmlns:a16="http://schemas.microsoft.com/office/drawing/2014/main" id="{0973E507-E1D8-F669-CF1C-D9E787F84477}"/>
              </a:ext>
            </a:extLst>
          </p:cNvPr>
          <p:cNvSpPr>
            <a:spLocks noGrp="1" noChangeArrowheads="1"/>
          </p:cNvSpPr>
          <p:nvPr>
            <p:ph idx="1"/>
          </p:nvPr>
        </p:nvSpPr>
        <p:spPr bwMode="auto">
          <a:xfrm>
            <a:off x="416259" y="2185526"/>
            <a:ext cx="1135948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buClrTx/>
              <a:buSzTx/>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The scenes show the fierce fight </a:t>
            </a:r>
          </a:p>
          <a:p>
            <a:pPr marL="0" indent="0" defTabSz="914400">
              <a:buClrTx/>
              <a:buSzTx/>
              <a:buNone/>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between King </a:t>
            </a:r>
            <a:r>
              <a:rPr kumimoji="0" lang="en-US" altLang="en-US" sz="2800" b="0" i="0" u="none" strike="noStrike" cap="none" normalizeH="0" baseline="0" dirty="0" err="1">
                <a:ln>
                  <a:noFill/>
                </a:ln>
                <a:solidFill>
                  <a:srgbClr val="343434"/>
                </a:solidFill>
                <a:effectLst/>
                <a:latin typeface="Times New Roman" panose="02020603050405020304" pitchFamily="18" charset="0"/>
                <a:cs typeface="Times New Roman" panose="02020603050405020304" pitchFamily="18" charset="0"/>
              </a:rPr>
              <a:t>Khansa</a:t>
            </a: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 and the cowboys in </a:t>
            </a:r>
          </a:p>
          <a:p>
            <a:pPr marL="0" indent="0" defTabSz="914400">
              <a:buClrTx/>
              <a:buSzTx/>
              <a:buNone/>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that area. </a:t>
            </a:r>
          </a:p>
          <a:p>
            <a:pPr defTabSz="914400">
              <a:buClrTx/>
              <a:buSzTx/>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The cowboy Yadavs represent Lord </a:t>
            </a:r>
          </a:p>
          <a:p>
            <a:pPr marL="0" indent="0" defTabSz="914400">
              <a:buClrTx/>
              <a:buSzTx/>
              <a:buNone/>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Krishna as their almighty.</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a:buClrTx/>
              <a:buSzTx/>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As per the Hindu calendar, on the 11</a:t>
            </a:r>
            <a:r>
              <a:rPr kumimoji="0" lang="en-US" altLang="en-US" sz="2800" b="0" i="0" u="none" strike="noStrike" cap="none" normalizeH="0" baseline="30000" dirty="0">
                <a:ln>
                  <a:noFill/>
                </a:ln>
                <a:solidFill>
                  <a:srgbClr val="343434"/>
                </a:solidFill>
                <a:effectLst/>
                <a:latin typeface="Times New Roman" panose="02020603050405020304" pitchFamily="18" charset="0"/>
                <a:cs typeface="Times New Roman" panose="02020603050405020304" pitchFamily="18" charset="0"/>
              </a:rPr>
              <a:t>th</a:t>
            </a:r>
            <a:endPar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endParaRPr>
          </a:p>
          <a:p>
            <a:pPr marL="0" indent="0" defTabSz="914400">
              <a:buClrTx/>
              <a:buSzTx/>
              <a:buNone/>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 day after the Deepawali </a:t>
            </a:r>
            <a:r>
              <a:rPr lang="en-US" altLang="en-US" sz="2800" dirty="0">
                <a:solidFill>
                  <a:srgbClr val="343434"/>
                </a:solidFill>
                <a:latin typeface="Times New Roman" panose="02020603050405020304" pitchFamily="18" charset="0"/>
                <a:cs typeface="Times New Roman" panose="02020603050405020304" pitchFamily="18" charset="0"/>
              </a:rPr>
              <a:t>known as </a:t>
            </a: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‘dev</a:t>
            </a:r>
          </a:p>
          <a:p>
            <a:pPr marL="0" indent="0" defTabSz="914400">
              <a:buClrTx/>
              <a:buSzTx/>
              <a:buNone/>
            </a:pPr>
            <a:r>
              <a:rPr kumimoji="0" lang="en-US" altLang="en-US" sz="2800" b="0" i="0" u="none" strike="noStrike" cap="none" normalizeH="0" baseline="0" dirty="0" err="1">
                <a:ln>
                  <a:noFill/>
                </a:ln>
                <a:solidFill>
                  <a:srgbClr val="343434"/>
                </a:solidFill>
                <a:effectLst/>
                <a:latin typeface="Times New Roman" panose="02020603050405020304" pitchFamily="18" charset="0"/>
                <a:cs typeface="Times New Roman" panose="02020603050405020304" pitchFamily="18" charset="0"/>
              </a:rPr>
              <a:t>udhniEkadashi’,this</a:t>
            </a: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 dance take place.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a:buClrTx/>
              <a:buSzTx/>
            </a:pP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It is a strong belief that during the auspicious ‘</a:t>
            </a:r>
            <a:r>
              <a:rPr kumimoji="0" lang="en-US" altLang="en-US" sz="2800" b="0" i="0" u="none" strike="noStrike" cap="none" normalizeH="0" baseline="0" dirty="0" err="1">
                <a:ln>
                  <a:noFill/>
                </a:ln>
                <a:solidFill>
                  <a:srgbClr val="343434"/>
                </a:solidFill>
                <a:effectLst/>
                <a:latin typeface="Times New Roman" panose="02020603050405020304" pitchFamily="18" charset="0"/>
                <a:cs typeface="Times New Roman" panose="02020603050405020304" pitchFamily="18" charset="0"/>
              </a:rPr>
              <a:t>tithi</a:t>
            </a:r>
            <a:r>
              <a:rPr kumimoji="0" lang="en-US" altLang="en-US" sz="2800" b="0" i="0" u="none" strike="noStrike" cap="none" normalizeH="0" baseline="0" dirty="0">
                <a:ln>
                  <a:noFill/>
                </a:ln>
                <a:solidFill>
                  <a:srgbClr val="343434"/>
                </a:solidFill>
                <a:effectLst/>
                <a:latin typeface="Times New Roman" panose="02020603050405020304" pitchFamily="18" charset="0"/>
                <a:cs typeface="Times New Roman" panose="02020603050405020304" pitchFamily="18" charset="0"/>
              </a:rPr>
              <a:t>’ the god is awake.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E85A5F6-35D3-D7FC-6D22-43B63EB73A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9824" y="2098899"/>
            <a:ext cx="5035917" cy="3243122"/>
          </a:xfrm>
          <a:prstGeom prst="rect">
            <a:avLst/>
          </a:prstGeom>
        </p:spPr>
      </p:pic>
    </p:spTree>
    <p:extLst>
      <p:ext uri="{BB962C8B-B14F-4D97-AF65-F5344CB8AC3E}">
        <p14:creationId xmlns:p14="http://schemas.microsoft.com/office/powerpoint/2010/main" val="3270707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441C-2271-A64C-E5E5-43058848B166}"/>
              </a:ext>
            </a:extLst>
          </p:cNvPr>
          <p:cNvSpPr>
            <a:spLocks noGrp="1"/>
          </p:cNvSpPr>
          <p:nvPr>
            <p:ph type="title"/>
          </p:nvPr>
        </p:nvSpPr>
        <p:spPr/>
        <p:txBody>
          <a:bodyPr/>
          <a:lstStyle/>
          <a:p>
            <a:r>
              <a:rPr lang="en-IN" dirty="0" err="1"/>
              <a:t>Rahas</a:t>
            </a:r>
            <a:r>
              <a:rPr lang="en-IN" dirty="0"/>
              <a:t> Dance</a:t>
            </a:r>
          </a:p>
        </p:txBody>
      </p:sp>
      <p:sp>
        <p:nvSpPr>
          <p:cNvPr id="3" name="Content Placeholder 2">
            <a:extLst>
              <a:ext uri="{FF2B5EF4-FFF2-40B4-BE49-F238E27FC236}">
                <a16:creationId xmlns:a16="http://schemas.microsoft.com/office/drawing/2014/main" id="{78941B36-09FF-FAC9-87D4-4E640385424B}"/>
              </a:ext>
            </a:extLst>
          </p:cNvPr>
          <p:cNvSpPr>
            <a:spLocks noGrp="1"/>
          </p:cNvSpPr>
          <p:nvPr>
            <p:ph idx="1"/>
          </p:nvPr>
        </p:nvSpPr>
        <p:spPr>
          <a:xfrm>
            <a:off x="581192" y="2180496"/>
            <a:ext cx="11132753" cy="4249180"/>
          </a:xfrm>
        </p:spPr>
        <p:txBody>
          <a:bodyPr>
            <a:normAutofit/>
          </a:bodyPr>
          <a:lstStyle/>
          <a:p>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Rahas</a:t>
            </a:r>
            <a:r>
              <a:rPr lang="en-US" sz="2400" dirty="0">
                <a:latin typeface="Times New Roman" panose="02020603050405020304" pitchFamily="18" charset="0"/>
                <a:cs typeface="Times New Roman" panose="02020603050405020304" pitchFamily="18" charset="0"/>
              </a:rPr>
              <a:t> dance is performed during festivals</a:t>
            </a:r>
          </a:p>
          <a:p>
            <a:pPr marL="0" indent="0">
              <a:buNone/>
            </a:pPr>
            <a:r>
              <a:rPr lang="en-US" sz="2400" dirty="0">
                <a:latin typeface="Times New Roman" panose="02020603050405020304" pitchFamily="18" charset="0"/>
                <a:cs typeface="Times New Roman" panose="02020603050405020304" pitchFamily="18" charset="0"/>
              </a:rPr>
              <a:t>in Chhattisgarh.</a:t>
            </a:r>
          </a:p>
          <a:p>
            <a:r>
              <a:rPr lang="en-US" sz="2400" dirty="0">
                <a:latin typeface="Times New Roman" panose="02020603050405020304" pitchFamily="18" charset="0"/>
                <a:cs typeface="Times New Roman" panose="02020603050405020304" pitchFamily="18" charset="0"/>
              </a:rPr>
              <a:t> It is a important folk dance performed in the </a:t>
            </a:r>
          </a:p>
          <a:p>
            <a:pPr marL="0" indent="0">
              <a:buNone/>
            </a:pPr>
            <a:r>
              <a:rPr lang="en-US" sz="2400" dirty="0" err="1">
                <a:latin typeface="Times New Roman" panose="02020603050405020304" pitchFamily="18" charset="0"/>
                <a:cs typeface="Times New Roman" panose="02020603050405020304" pitchFamily="18" charset="0"/>
              </a:rPr>
              <a:t>Dhamtari</a:t>
            </a:r>
            <a:r>
              <a:rPr lang="en-US" sz="2400" dirty="0">
                <a:latin typeface="Times New Roman" panose="02020603050405020304" pitchFamily="18" charset="0"/>
                <a:cs typeface="Times New Roman" panose="02020603050405020304" pitchFamily="18" charset="0"/>
              </a:rPr>
              <a:t> district of the state. </a:t>
            </a:r>
          </a:p>
          <a:p>
            <a:r>
              <a:rPr lang="en-US" sz="2400" dirty="0">
                <a:latin typeface="Times New Roman" panose="02020603050405020304" pitchFamily="18" charset="0"/>
                <a:cs typeface="Times New Roman" panose="02020603050405020304" pitchFamily="18" charset="0"/>
              </a:rPr>
              <a:t>Rural people represent the dance with great </a:t>
            </a:r>
          </a:p>
          <a:p>
            <a:pPr marL="0" indent="0">
              <a:buNone/>
            </a:pPr>
            <a:r>
              <a:rPr lang="en-US" sz="2400" dirty="0">
                <a:latin typeface="Times New Roman" panose="02020603050405020304" pitchFamily="18" charset="0"/>
                <a:cs typeface="Times New Roman" panose="02020603050405020304" pitchFamily="18" charset="0"/>
              </a:rPr>
              <a:t>enthusiasm wearing traditional hats and costumes. </a:t>
            </a:r>
          </a:p>
          <a:p>
            <a:r>
              <a:rPr lang="en-US" sz="2400" dirty="0">
                <a:latin typeface="Times New Roman" panose="02020603050405020304" pitchFamily="18" charset="0"/>
                <a:cs typeface="Times New Roman" panose="02020603050405020304" pitchFamily="18" charset="0"/>
              </a:rPr>
              <a:t>The central theme of the dance is Rasa Lila of Krishna and his </a:t>
            </a:r>
          </a:p>
          <a:p>
            <a:pPr marL="0" indent="0">
              <a:buNone/>
            </a:pPr>
            <a:r>
              <a:rPr lang="en-US" sz="2400" dirty="0">
                <a:latin typeface="Times New Roman" panose="02020603050405020304" pitchFamily="18" charset="0"/>
                <a:cs typeface="Times New Roman" panose="02020603050405020304" pitchFamily="18" charset="0"/>
              </a:rPr>
              <a:t>abode Radha.</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8500400-26DA-A67A-6D7B-532F6BBDE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062" y="2019258"/>
            <a:ext cx="4831883" cy="3222866"/>
          </a:xfrm>
          <a:prstGeom prst="rect">
            <a:avLst/>
          </a:prstGeom>
        </p:spPr>
      </p:pic>
    </p:spTree>
    <p:extLst>
      <p:ext uri="{BB962C8B-B14F-4D97-AF65-F5344CB8AC3E}">
        <p14:creationId xmlns:p14="http://schemas.microsoft.com/office/powerpoint/2010/main" val="2431948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B9A7-84E3-EFCB-D68D-963C4FDD520D}"/>
              </a:ext>
            </a:extLst>
          </p:cNvPr>
          <p:cNvSpPr>
            <a:spLocks noGrp="1"/>
          </p:cNvSpPr>
          <p:nvPr>
            <p:ph type="title"/>
          </p:nvPr>
        </p:nvSpPr>
        <p:spPr/>
        <p:txBody>
          <a:bodyPr/>
          <a:lstStyle/>
          <a:p>
            <a:r>
              <a:rPr lang="en-IN" dirty="0"/>
              <a:t>About </a:t>
            </a:r>
            <a:r>
              <a:rPr lang="en-IN" dirty="0" err="1"/>
              <a:t>Pandwani</a:t>
            </a:r>
            <a:endParaRPr lang="en-IN" dirty="0"/>
          </a:p>
        </p:txBody>
      </p:sp>
      <p:graphicFrame>
        <p:nvGraphicFramePr>
          <p:cNvPr id="4" name="Content Placeholder 3">
            <a:extLst>
              <a:ext uri="{FF2B5EF4-FFF2-40B4-BE49-F238E27FC236}">
                <a16:creationId xmlns:a16="http://schemas.microsoft.com/office/drawing/2014/main" id="{2962D154-03A7-BCED-F575-6CFE90EF601B}"/>
              </a:ext>
            </a:extLst>
          </p:cNvPr>
          <p:cNvGraphicFramePr>
            <a:graphicFrameLocks noGrp="1"/>
          </p:cNvGraphicFramePr>
          <p:nvPr>
            <p:ph idx="1"/>
            <p:extLst>
              <p:ext uri="{D42A27DB-BD31-4B8C-83A1-F6EECF244321}">
                <p14:modId xmlns:p14="http://schemas.microsoft.com/office/powerpoint/2010/main" val="2245360038"/>
              </p:ext>
            </p:extLst>
          </p:nvPr>
        </p:nvGraphicFramePr>
        <p:xfrm>
          <a:off x="581192" y="2180496"/>
          <a:ext cx="11029615" cy="4220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1329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64F1-AEAF-3D18-1EC3-1A6345ADEAAB}"/>
              </a:ext>
            </a:extLst>
          </p:cNvPr>
          <p:cNvSpPr>
            <a:spLocks noGrp="1"/>
          </p:cNvSpPr>
          <p:nvPr>
            <p:ph type="title"/>
          </p:nvPr>
        </p:nvSpPr>
        <p:spPr/>
        <p:txBody>
          <a:bodyPr/>
          <a:lstStyle/>
          <a:p>
            <a:r>
              <a:rPr lang="en-IN" dirty="0"/>
              <a:t>Types of </a:t>
            </a:r>
            <a:r>
              <a:rPr lang="en-IN" dirty="0" err="1"/>
              <a:t>pandwani</a:t>
            </a:r>
            <a:endParaRPr lang="en-IN" dirty="0"/>
          </a:p>
        </p:txBody>
      </p:sp>
      <p:graphicFrame>
        <p:nvGraphicFramePr>
          <p:cNvPr id="7" name="Content Placeholder 6">
            <a:extLst>
              <a:ext uri="{FF2B5EF4-FFF2-40B4-BE49-F238E27FC236}">
                <a16:creationId xmlns:a16="http://schemas.microsoft.com/office/drawing/2014/main" id="{59A95366-1800-C3E8-0227-975B9C5605BA}"/>
              </a:ext>
            </a:extLst>
          </p:cNvPr>
          <p:cNvGraphicFramePr>
            <a:graphicFrameLocks noGrp="1"/>
          </p:cNvGraphicFramePr>
          <p:nvPr>
            <p:ph idx="1"/>
          </p:nvPr>
        </p:nvGraphicFramePr>
        <p:xfrm>
          <a:off x="581192" y="1982804"/>
          <a:ext cx="11029615" cy="4321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1639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80B9BB-2AD5-BBC5-ED80-2529E3B375DE}"/>
              </a:ext>
            </a:extLst>
          </p:cNvPr>
          <p:cNvSpPr>
            <a:spLocks noGrp="1"/>
          </p:cNvSpPr>
          <p:nvPr>
            <p:ph type="ctrTitle"/>
          </p:nvPr>
        </p:nvSpPr>
        <p:spPr/>
        <p:txBody>
          <a:bodyPr>
            <a:normAutofit/>
          </a:bodyPr>
          <a:lstStyle/>
          <a:p>
            <a:pPr algn="ctr"/>
            <a:r>
              <a:rPr lang="en-IN" dirty="0"/>
              <a:t>Some prominent </a:t>
            </a:r>
            <a:r>
              <a:rPr lang="en-IN" dirty="0" err="1"/>
              <a:t>pandwani</a:t>
            </a:r>
            <a:r>
              <a:rPr lang="en-IN" dirty="0"/>
              <a:t> singers</a:t>
            </a:r>
          </a:p>
        </p:txBody>
      </p:sp>
      <p:sp>
        <p:nvSpPr>
          <p:cNvPr id="5" name="Subtitle 4">
            <a:extLst>
              <a:ext uri="{FF2B5EF4-FFF2-40B4-BE49-F238E27FC236}">
                <a16:creationId xmlns:a16="http://schemas.microsoft.com/office/drawing/2014/main" id="{6BBF9D4E-1402-1AA6-A5B9-A396AD1D5E34}"/>
              </a:ext>
            </a:extLst>
          </p:cNvPr>
          <p:cNvSpPr>
            <a:spLocks noGrp="1"/>
          </p:cNvSpPr>
          <p:nvPr>
            <p:ph type="subTitle" idx="1"/>
          </p:nvPr>
        </p:nvSpPr>
        <p:spPr>
          <a:xfrm>
            <a:off x="444212" y="4362557"/>
            <a:ext cx="11267505" cy="854336"/>
          </a:xfrm>
        </p:spPr>
        <p:txBody>
          <a:bodyPr>
            <a:normAutofit lnSpcReduction="10000"/>
          </a:bodyPr>
          <a:lstStyle/>
          <a:p>
            <a:pPr algn="ctr"/>
            <a:r>
              <a:rPr lang="en-IN" sz="2400" cap="none" dirty="0">
                <a:solidFill>
                  <a:schemeClr val="bg1"/>
                </a:solidFill>
                <a:latin typeface="Times New Roman" panose="02020603050405020304" pitchFamily="18" charset="0"/>
                <a:cs typeface="Times New Roman" panose="02020603050405020304" pitchFamily="18" charset="0"/>
              </a:rPr>
              <a:t>TODAY WE ARE GOING TO DISCUSS ABOUT MRS TEEJAN BAI AND MRS. USHA BARLE.</a:t>
            </a:r>
          </a:p>
          <a:p>
            <a:pPr algn="ctr"/>
            <a:endParaRPr lang="en-IN" sz="2400" cap="none" dirty="0">
              <a:solidFill>
                <a:schemeClr val="bg1"/>
              </a:solidFill>
            </a:endParaRPr>
          </a:p>
        </p:txBody>
      </p:sp>
    </p:spTree>
    <p:extLst>
      <p:ext uri="{BB962C8B-B14F-4D97-AF65-F5344CB8AC3E}">
        <p14:creationId xmlns:p14="http://schemas.microsoft.com/office/powerpoint/2010/main" val="1799327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42C90F2-B2D4-8466-E321-BA2054E403C4}"/>
              </a:ext>
            </a:extLst>
          </p:cNvPr>
          <p:cNvSpPr>
            <a:spLocks noGrp="1"/>
          </p:cNvSpPr>
          <p:nvPr>
            <p:ph type="title"/>
          </p:nvPr>
        </p:nvSpPr>
        <p:spPr>
          <a:xfrm>
            <a:off x="658194" y="5262296"/>
            <a:ext cx="10952615" cy="689514"/>
          </a:xfrm>
        </p:spPr>
        <p:txBody>
          <a:bodyPr>
            <a:normAutofit/>
          </a:bodyPr>
          <a:lstStyle/>
          <a:p>
            <a:pPr algn="ctr"/>
            <a:r>
              <a:rPr lang="en-US" sz="1800" dirty="0">
                <a:solidFill>
                  <a:schemeClr val="bg1"/>
                </a:solidFill>
                <a:latin typeface="Times New Roman" panose="02020603050405020304" pitchFamily="18" charset="0"/>
                <a:cs typeface="Times New Roman" panose="02020603050405020304" pitchFamily="18" charset="0"/>
              </a:rPr>
              <a:t>Mrs. </a:t>
            </a:r>
            <a:r>
              <a:rPr lang="en-US" sz="1800" dirty="0" err="1">
                <a:solidFill>
                  <a:schemeClr val="bg1"/>
                </a:solidFill>
                <a:latin typeface="Times New Roman" panose="02020603050405020304" pitchFamily="18" charset="0"/>
                <a:cs typeface="Times New Roman" panose="02020603050405020304" pitchFamily="18" charset="0"/>
              </a:rPr>
              <a:t>Teejan</a:t>
            </a:r>
            <a:r>
              <a:rPr lang="en-US" sz="1800" dirty="0">
                <a:solidFill>
                  <a:schemeClr val="bg1"/>
                </a:solidFill>
                <a:latin typeface="Times New Roman" panose="02020603050405020304" pitchFamily="18" charset="0"/>
                <a:cs typeface="Times New Roman" panose="02020603050405020304" pitchFamily="18" charset="0"/>
              </a:rPr>
              <a:t> bai receiving  </a:t>
            </a:r>
            <a:r>
              <a:rPr lang="en-US" sz="1800" dirty="0" err="1">
                <a:solidFill>
                  <a:schemeClr val="bg1"/>
                </a:solidFill>
                <a:latin typeface="Times New Roman" panose="02020603050405020304" pitchFamily="18" charset="0"/>
                <a:cs typeface="Times New Roman" panose="02020603050405020304" pitchFamily="18" charset="0"/>
              </a:rPr>
              <a:t>padmaVibhusan</a:t>
            </a:r>
            <a:r>
              <a:rPr lang="en-US" sz="1800" dirty="0">
                <a:solidFill>
                  <a:schemeClr val="bg1"/>
                </a:solidFill>
                <a:latin typeface="Times New Roman" panose="02020603050405020304" pitchFamily="18" charset="0"/>
                <a:cs typeface="Times New Roman" panose="02020603050405020304" pitchFamily="18" charset="0"/>
              </a:rPr>
              <a:t> from Hon. president of </a:t>
            </a:r>
            <a:r>
              <a:rPr lang="en-US" sz="1800" dirty="0" err="1">
                <a:solidFill>
                  <a:schemeClr val="bg1"/>
                </a:solidFill>
                <a:latin typeface="Times New Roman" panose="02020603050405020304" pitchFamily="18" charset="0"/>
                <a:cs typeface="Times New Roman" panose="02020603050405020304" pitchFamily="18" charset="0"/>
              </a:rPr>
              <a:t>india</a:t>
            </a:r>
            <a:endParaRPr lang="en-IN" sz="1800" dirty="0">
              <a:solidFill>
                <a:schemeClr val="bg1"/>
              </a:solidFill>
              <a:latin typeface="Times New Roman" panose="02020603050405020304" pitchFamily="18" charset="0"/>
              <a:cs typeface="Times New Roman" panose="02020603050405020304" pitchFamily="18" charset="0"/>
            </a:endParaRPr>
          </a:p>
        </p:txBody>
      </p:sp>
      <p:pic>
        <p:nvPicPr>
          <p:cNvPr id="12" name="Content Placeholder 11">
            <a:extLst>
              <a:ext uri="{FF2B5EF4-FFF2-40B4-BE49-F238E27FC236}">
                <a16:creationId xmlns:a16="http://schemas.microsoft.com/office/drawing/2014/main" id="{9469B32C-DBE0-9FA7-1D82-4A6021BC78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192" y="650875"/>
            <a:ext cx="11029617" cy="4200258"/>
          </a:xfrm>
        </p:spPr>
      </p:pic>
    </p:spTree>
    <p:extLst>
      <p:ext uri="{BB962C8B-B14F-4D97-AF65-F5344CB8AC3E}">
        <p14:creationId xmlns:p14="http://schemas.microsoft.com/office/powerpoint/2010/main" val="1708145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0F2A6-4A2E-3D24-4A1F-2C6F26D9D7B9}"/>
              </a:ext>
            </a:extLst>
          </p:cNvPr>
          <p:cNvSpPr>
            <a:spLocks noGrp="1"/>
          </p:cNvSpPr>
          <p:nvPr>
            <p:ph type="title"/>
          </p:nvPr>
        </p:nvSpPr>
        <p:spPr/>
        <p:txBody>
          <a:bodyPr/>
          <a:lstStyle/>
          <a:p>
            <a:r>
              <a:rPr lang="en-IN" dirty="0"/>
              <a:t>Mrs.   </a:t>
            </a:r>
            <a:r>
              <a:rPr lang="en-IN" dirty="0" err="1"/>
              <a:t>Teejan</a:t>
            </a:r>
            <a:r>
              <a:rPr lang="en-IN" dirty="0"/>
              <a:t>  bai</a:t>
            </a:r>
          </a:p>
        </p:txBody>
      </p:sp>
      <p:sp>
        <p:nvSpPr>
          <p:cNvPr id="3" name="Content Placeholder 2">
            <a:extLst>
              <a:ext uri="{FF2B5EF4-FFF2-40B4-BE49-F238E27FC236}">
                <a16:creationId xmlns:a16="http://schemas.microsoft.com/office/drawing/2014/main" id="{6F9A009B-3621-9581-3954-8D4CC4639A55}"/>
              </a:ext>
            </a:extLst>
          </p:cNvPr>
          <p:cNvSpPr>
            <a:spLocks noGrp="1"/>
          </p:cNvSpPr>
          <p:nvPr>
            <p:ph idx="1"/>
          </p:nvPr>
        </p:nvSpPr>
        <p:spPr>
          <a:xfrm>
            <a:off x="581192" y="2180495"/>
            <a:ext cx="11029615" cy="4441685"/>
          </a:xfrm>
        </p:spPr>
        <p:txBody>
          <a:bodyPr>
            <a:normAutofit lnSpcReduction="10000"/>
          </a:bodyPr>
          <a:lstStyle/>
          <a:p>
            <a:pPr algn="l"/>
            <a:r>
              <a:rPr lang="en-US" sz="2400" b="1" i="0" dirty="0">
                <a:solidFill>
                  <a:srgbClr val="111111"/>
                </a:solidFill>
                <a:effectLst/>
                <a:latin typeface="Times New Roman" panose="02020603050405020304" pitchFamily="18" charset="0"/>
                <a:cs typeface="Times New Roman" panose="02020603050405020304" pitchFamily="18" charset="0"/>
              </a:rPr>
              <a:t>Beginning of </a:t>
            </a:r>
            <a:r>
              <a:rPr lang="en-US" sz="2400" b="1" i="0" dirty="0" err="1">
                <a:solidFill>
                  <a:srgbClr val="111111"/>
                </a:solidFill>
                <a:effectLst/>
                <a:latin typeface="Times New Roman" panose="02020603050405020304" pitchFamily="18" charset="0"/>
                <a:cs typeface="Times New Roman" panose="02020603050405020304" pitchFamily="18" charset="0"/>
              </a:rPr>
              <a:t>Pandwani</a:t>
            </a:r>
            <a:r>
              <a:rPr lang="en-US" sz="2400" b="1" i="0" dirty="0">
                <a:solidFill>
                  <a:srgbClr val="111111"/>
                </a:solidFill>
                <a:effectLst/>
                <a:latin typeface="Times New Roman" panose="02020603050405020304" pitchFamily="18" charset="0"/>
                <a:cs typeface="Times New Roman" panose="02020603050405020304" pitchFamily="18" charset="0"/>
              </a:rPr>
              <a:t> singing</a:t>
            </a:r>
          </a:p>
          <a:p>
            <a:pPr algn="l">
              <a:buFont typeface="Arial" panose="020B0604020202020204" pitchFamily="34" charset="0"/>
              <a:buChar char="•"/>
            </a:pPr>
            <a:r>
              <a:rPr lang="en-US" sz="2400" b="0" i="0" dirty="0">
                <a:solidFill>
                  <a:srgbClr val="343434"/>
                </a:solidFill>
                <a:effectLst/>
                <a:latin typeface="Times New Roman" panose="02020603050405020304" pitchFamily="18" charset="0"/>
                <a:cs typeface="Times New Roman" panose="02020603050405020304" pitchFamily="18" charset="0"/>
              </a:rPr>
              <a:t>She used to watch her maternal grandfather </a:t>
            </a:r>
            <a:r>
              <a:rPr lang="en-US" sz="2400" b="0" i="0" dirty="0" err="1">
                <a:solidFill>
                  <a:srgbClr val="343434"/>
                </a:solidFill>
                <a:effectLst/>
                <a:latin typeface="Times New Roman" panose="02020603050405020304" pitchFamily="18" charset="0"/>
                <a:cs typeface="Times New Roman" panose="02020603050405020304" pitchFamily="18" charset="0"/>
              </a:rPr>
              <a:t>Brajlal</a:t>
            </a:r>
            <a:r>
              <a:rPr lang="en-US" sz="2400" b="0" i="0" dirty="0">
                <a:solidFill>
                  <a:srgbClr val="343434"/>
                </a:solidFill>
                <a:effectLst/>
                <a:latin typeface="Times New Roman" panose="02020603050405020304" pitchFamily="18" charset="0"/>
                <a:cs typeface="Times New Roman" panose="02020603050405020304" pitchFamily="18" charset="0"/>
              </a:rPr>
              <a:t> sing stories from Mahabharata and gradually she started remembering these stories.</a:t>
            </a:r>
          </a:p>
          <a:p>
            <a:pPr algn="l">
              <a:buFont typeface="Arial" panose="020B0604020202020204" pitchFamily="34" charset="0"/>
              <a:buChar char="•"/>
            </a:pPr>
            <a:r>
              <a:rPr lang="en-US" sz="2400" b="0" i="0" dirty="0">
                <a:solidFill>
                  <a:srgbClr val="343434"/>
                </a:solidFill>
                <a:effectLst/>
                <a:latin typeface="Times New Roman" panose="02020603050405020304" pitchFamily="18" charset="0"/>
                <a:cs typeface="Times New Roman" panose="02020603050405020304" pitchFamily="18" charset="0"/>
              </a:rPr>
              <a:t>At the age of 13, she made her first stage performance.</a:t>
            </a:r>
          </a:p>
          <a:p>
            <a:pPr algn="l">
              <a:buFont typeface="Arial" panose="020B0604020202020204" pitchFamily="34" charset="0"/>
              <a:buChar char="•"/>
            </a:pPr>
            <a:r>
              <a:rPr lang="en-US" sz="2400" b="0" i="0" dirty="0">
                <a:solidFill>
                  <a:srgbClr val="343434"/>
                </a:solidFill>
                <a:effectLst/>
                <a:latin typeface="Times New Roman" panose="02020603050405020304" pitchFamily="18" charset="0"/>
                <a:cs typeface="Times New Roman" panose="02020603050405020304" pitchFamily="18" charset="0"/>
              </a:rPr>
              <a:t>In those times, female </a:t>
            </a:r>
            <a:r>
              <a:rPr lang="en-US" sz="2400" b="0" i="0" dirty="0" err="1">
                <a:solidFill>
                  <a:srgbClr val="343434"/>
                </a:solidFill>
                <a:effectLst/>
                <a:latin typeface="Times New Roman" panose="02020603050405020304" pitchFamily="18" charset="0"/>
                <a:cs typeface="Times New Roman" panose="02020603050405020304" pitchFamily="18" charset="0"/>
              </a:rPr>
              <a:t>Pandwani</a:t>
            </a:r>
            <a:r>
              <a:rPr lang="en-US" sz="2400" b="0" i="0" dirty="0">
                <a:solidFill>
                  <a:srgbClr val="343434"/>
                </a:solidFill>
                <a:effectLst/>
                <a:latin typeface="Times New Roman" panose="02020603050405020304" pitchFamily="18" charset="0"/>
                <a:cs typeface="Times New Roman" panose="02020603050405020304" pitchFamily="18" charset="0"/>
              </a:rPr>
              <a:t> singers could only sit and sing what is called the </a:t>
            </a:r>
            <a:r>
              <a:rPr lang="en-US" sz="2400" b="0" i="0" dirty="0" err="1">
                <a:solidFill>
                  <a:srgbClr val="343434"/>
                </a:solidFill>
                <a:effectLst/>
                <a:latin typeface="Times New Roman" panose="02020603050405020304" pitchFamily="18" charset="0"/>
                <a:cs typeface="Times New Roman" panose="02020603050405020304" pitchFamily="18" charset="0"/>
              </a:rPr>
              <a:t>Vedmati</a:t>
            </a:r>
            <a:r>
              <a:rPr lang="en-US" sz="2400" b="0" i="0" dirty="0">
                <a:solidFill>
                  <a:srgbClr val="343434"/>
                </a:solidFill>
                <a:effectLst/>
                <a:latin typeface="Times New Roman" panose="02020603050405020304" pitchFamily="18" charset="0"/>
                <a:cs typeface="Times New Roman" panose="02020603050405020304" pitchFamily="18" charset="0"/>
              </a:rPr>
              <a:t> style.</a:t>
            </a:r>
          </a:p>
          <a:p>
            <a:pPr algn="l">
              <a:buFont typeface="Arial" panose="020B0604020202020204" pitchFamily="34" charset="0"/>
              <a:buChar char="•"/>
            </a:pPr>
            <a:r>
              <a:rPr lang="en-US" sz="2400" b="0" i="0" dirty="0">
                <a:solidFill>
                  <a:srgbClr val="343434"/>
                </a:solidFill>
                <a:effectLst/>
                <a:latin typeface="Times New Roman" panose="02020603050405020304" pitchFamily="18" charset="0"/>
                <a:cs typeface="Times New Roman" panose="02020603050405020304" pitchFamily="18" charset="0"/>
              </a:rPr>
              <a:t>Earlier, men used to stand up and sing in </a:t>
            </a:r>
            <a:r>
              <a:rPr lang="en-US" sz="2400" b="0" i="0" dirty="0" err="1">
                <a:solidFill>
                  <a:srgbClr val="343434"/>
                </a:solidFill>
                <a:effectLst/>
                <a:latin typeface="Times New Roman" panose="02020603050405020304" pitchFamily="18" charset="0"/>
                <a:cs typeface="Times New Roman" panose="02020603050405020304" pitchFamily="18" charset="0"/>
              </a:rPr>
              <a:t>Kapalik</a:t>
            </a:r>
            <a:r>
              <a:rPr lang="en-US" sz="2400" b="0" i="0" dirty="0">
                <a:solidFill>
                  <a:srgbClr val="343434"/>
                </a:solidFill>
                <a:effectLst/>
                <a:latin typeface="Times New Roman" panose="02020603050405020304" pitchFamily="18" charset="0"/>
                <a:cs typeface="Times New Roman" panose="02020603050405020304" pitchFamily="18" charset="0"/>
              </a:rPr>
              <a:t> style.</a:t>
            </a:r>
          </a:p>
          <a:p>
            <a:pPr algn="l">
              <a:buFont typeface="Arial" panose="020B0604020202020204" pitchFamily="34" charset="0"/>
              <a:buChar char="•"/>
            </a:pPr>
            <a:r>
              <a:rPr lang="en-US" sz="2400" b="0" i="0" dirty="0" err="1">
                <a:solidFill>
                  <a:srgbClr val="343434"/>
                </a:solidFill>
                <a:effectLst/>
                <a:latin typeface="Times New Roman" panose="02020603050405020304" pitchFamily="18" charset="0"/>
                <a:cs typeface="Times New Roman" panose="02020603050405020304" pitchFamily="18" charset="0"/>
              </a:rPr>
              <a:t>Teejanbai</a:t>
            </a:r>
            <a:r>
              <a:rPr lang="en-US" sz="2400" b="0" i="0" dirty="0">
                <a:solidFill>
                  <a:srgbClr val="343434"/>
                </a:solidFill>
                <a:effectLst/>
                <a:latin typeface="Times New Roman" panose="02020603050405020304" pitchFamily="18" charset="0"/>
                <a:cs typeface="Times New Roman" panose="02020603050405020304" pitchFamily="18" charset="0"/>
              </a:rPr>
              <a:t> was the first woman who performed </a:t>
            </a:r>
            <a:r>
              <a:rPr lang="en-US" sz="2400" b="0" i="0" dirty="0" err="1">
                <a:solidFill>
                  <a:srgbClr val="343434"/>
                </a:solidFill>
                <a:effectLst/>
                <a:latin typeface="Times New Roman" panose="02020603050405020304" pitchFamily="18" charset="0"/>
                <a:cs typeface="Times New Roman" panose="02020603050405020304" pitchFamily="18" charset="0"/>
              </a:rPr>
              <a:t>Pandwani</a:t>
            </a:r>
            <a:r>
              <a:rPr lang="en-US" sz="2400" b="0" i="0" dirty="0">
                <a:solidFill>
                  <a:srgbClr val="343434"/>
                </a:solidFill>
                <a:effectLst/>
                <a:latin typeface="Times New Roman" panose="02020603050405020304" pitchFamily="18" charset="0"/>
                <a:cs typeface="Times New Roman" panose="02020603050405020304" pitchFamily="18" charset="0"/>
              </a:rPr>
              <a:t> in the </a:t>
            </a:r>
            <a:r>
              <a:rPr lang="en-US" sz="2400" b="0" i="0" dirty="0" err="1">
                <a:solidFill>
                  <a:srgbClr val="343434"/>
                </a:solidFill>
                <a:effectLst/>
                <a:latin typeface="Times New Roman" panose="02020603050405020304" pitchFamily="18" charset="0"/>
                <a:cs typeface="Times New Roman" panose="02020603050405020304" pitchFamily="18" charset="0"/>
              </a:rPr>
              <a:t>Kapalik</a:t>
            </a:r>
            <a:r>
              <a:rPr lang="en-US" sz="2400" b="0" i="0" dirty="0">
                <a:solidFill>
                  <a:srgbClr val="343434"/>
                </a:solidFill>
                <a:effectLst/>
                <a:latin typeface="Times New Roman" panose="02020603050405020304" pitchFamily="18" charset="0"/>
                <a:cs typeface="Times New Roman" panose="02020603050405020304" pitchFamily="18" charset="0"/>
              </a:rPr>
              <a:t> style.</a:t>
            </a:r>
          </a:p>
          <a:p>
            <a:pPr algn="l">
              <a:buFont typeface="Arial" panose="020B0604020202020204" pitchFamily="34" charset="0"/>
              <a:buChar char="•"/>
            </a:pPr>
            <a:r>
              <a:rPr lang="en-US" sz="2400" b="0" i="0" dirty="0">
                <a:solidFill>
                  <a:srgbClr val="343434"/>
                </a:solidFill>
                <a:effectLst/>
                <a:latin typeface="Times New Roman" panose="02020603050405020304" pitchFamily="18" charset="0"/>
                <a:cs typeface="Times New Roman" panose="02020603050405020304" pitchFamily="18" charset="0"/>
              </a:rPr>
              <a:t>She was expelled from the community by the '</a:t>
            </a:r>
            <a:r>
              <a:rPr lang="en-US" sz="2400" b="0" i="0" dirty="0" err="1">
                <a:solidFill>
                  <a:srgbClr val="343434"/>
                </a:solidFill>
                <a:effectLst/>
                <a:latin typeface="Times New Roman" panose="02020603050405020304" pitchFamily="18" charset="0"/>
                <a:cs typeface="Times New Roman" panose="02020603050405020304" pitchFamily="18" charset="0"/>
              </a:rPr>
              <a:t>Pardhi</a:t>
            </a:r>
            <a:r>
              <a:rPr lang="en-US" sz="2400" b="0" i="0" dirty="0">
                <a:solidFill>
                  <a:srgbClr val="343434"/>
                </a:solidFill>
                <a:effectLst/>
                <a:latin typeface="Times New Roman" panose="02020603050405020304" pitchFamily="18" charset="0"/>
                <a:cs typeface="Times New Roman" panose="02020603050405020304" pitchFamily="18" charset="0"/>
              </a:rPr>
              <a:t>' tribe for being a woman, for singing </a:t>
            </a:r>
            <a:r>
              <a:rPr lang="en-US" sz="2400" b="0" i="0" dirty="0" err="1">
                <a:solidFill>
                  <a:srgbClr val="343434"/>
                </a:solidFill>
                <a:effectLst/>
                <a:latin typeface="Times New Roman" panose="02020603050405020304" pitchFamily="18" charset="0"/>
                <a:cs typeface="Times New Roman" panose="02020603050405020304" pitchFamily="18" charset="0"/>
              </a:rPr>
              <a:t>Pandwani</a:t>
            </a:r>
            <a:r>
              <a:rPr lang="en-US" sz="2400" b="0" i="0" dirty="0">
                <a:solidFill>
                  <a:srgbClr val="343434"/>
                </a:solidFill>
                <a:effectLst/>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651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201EB-7379-C1E2-446F-72FFBA4FBC67}"/>
              </a:ext>
            </a:extLst>
          </p:cNvPr>
          <p:cNvSpPr>
            <a:spLocks noGrp="1"/>
          </p:cNvSpPr>
          <p:nvPr>
            <p:ph type="title"/>
          </p:nvPr>
        </p:nvSpPr>
        <p:spPr>
          <a:xfrm>
            <a:off x="581191" y="999201"/>
            <a:ext cx="11029616" cy="1013800"/>
          </a:xfrm>
        </p:spPr>
        <p:txBody>
          <a:bodyPr/>
          <a:lstStyle/>
          <a:p>
            <a:r>
              <a:rPr lang="en-US" b="1" i="0" dirty="0">
                <a:effectLst/>
                <a:latin typeface="Times New Roman" panose="02020603050405020304" pitchFamily="18" charset="0"/>
                <a:cs typeface="Times New Roman" panose="02020603050405020304" pitchFamily="18" charset="0"/>
              </a:rPr>
              <a:t>Awards received by </a:t>
            </a:r>
            <a:r>
              <a:rPr lang="en-US" b="1" dirty="0" err="1">
                <a:latin typeface="Times New Roman" panose="02020603050405020304" pitchFamily="18" charset="0"/>
                <a:cs typeface="Times New Roman" panose="02020603050405020304" pitchFamily="18" charset="0"/>
              </a:rPr>
              <a:t>mrs</a:t>
            </a:r>
            <a:r>
              <a:rPr lang="en-US" b="1" i="0" dirty="0" err="1">
                <a:effectLst/>
                <a:latin typeface="Times New Roman" panose="02020603050405020304" pitchFamily="18" charset="0"/>
                <a:cs typeface="Times New Roman" panose="02020603050405020304" pitchFamily="18" charset="0"/>
              </a:rPr>
              <a:t>Teejan</a:t>
            </a:r>
            <a:r>
              <a:rPr lang="en-US" b="1" i="0" dirty="0">
                <a:effectLst/>
                <a:latin typeface="Times New Roman" panose="02020603050405020304" pitchFamily="18" charset="0"/>
                <a:cs typeface="Times New Roman" panose="02020603050405020304" pitchFamily="18" charset="0"/>
              </a:rPr>
              <a:t> Bai</a:t>
            </a:r>
            <a:br>
              <a:rPr lang="en-US" b="1" i="0"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D525EFF4-8EE4-0E9B-9926-BCC8F27856DF}"/>
              </a:ext>
            </a:extLst>
          </p:cNvPr>
          <p:cNvGraphicFramePr>
            <a:graphicFrameLocks noGrp="1"/>
          </p:cNvGraphicFramePr>
          <p:nvPr>
            <p:ph idx="1"/>
            <p:extLst>
              <p:ext uri="{D42A27DB-BD31-4B8C-83A1-F6EECF244321}">
                <p14:modId xmlns:p14="http://schemas.microsoft.com/office/powerpoint/2010/main" val="754382152"/>
              </p:ext>
            </p:extLst>
          </p:nvPr>
        </p:nvGraphicFramePr>
        <p:xfrm>
          <a:off x="581192" y="2013002"/>
          <a:ext cx="11029615" cy="4695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1269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15D837-D09B-CB85-AB32-7BB40EEB9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702645"/>
            <a:ext cx="11430000" cy="5274644"/>
          </a:xfrm>
          <a:prstGeom prst="rect">
            <a:avLst/>
          </a:prstGeom>
        </p:spPr>
      </p:pic>
      <p:sp>
        <p:nvSpPr>
          <p:cNvPr id="6" name="TextBox 5">
            <a:extLst>
              <a:ext uri="{FF2B5EF4-FFF2-40B4-BE49-F238E27FC236}">
                <a16:creationId xmlns:a16="http://schemas.microsoft.com/office/drawing/2014/main" id="{F0DB8512-0EFD-A0AC-CA02-B877D407BFB6}"/>
              </a:ext>
            </a:extLst>
          </p:cNvPr>
          <p:cNvSpPr txBox="1"/>
          <p:nvPr/>
        </p:nvSpPr>
        <p:spPr>
          <a:xfrm>
            <a:off x="1790299" y="6155355"/>
            <a:ext cx="9740765"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Mrs Usha </a:t>
            </a:r>
            <a:r>
              <a:rPr lang="en-IN" sz="2400" dirty="0" err="1">
                <a:latin typeface="Times New Roman" panose="02020603050405020304" pitchFamily="18" charset="0"/>
                <a:cs typeface="Times New Roman" panose="02020603050405020304" pitchFamily="18" charset="0"/>
              </a:rPr>
              <a:t>Barle</a:t>
            </a:r>
            <a:r>
              <a:rPr lang="en-IN" sz="2400" dirty="0">
                <a:latin typeface="Times New Roman" panose="02020603050405020304" pitchFamily="18" charset="0"/>
                <a:cs typeface="Times New Roman" panose="02020603050405020304" pitchFamily="18" charset="0"/>
              </a:rPr>
              <a:t> Receiving Padma Shree From </a:t>
            </a:r>
            <a:r>
              <a:rPr lang="en-US" sz="2400" dirty="0">
                <a:latin typeface="Times New Roman" panose="02020603050405020304" pitchFamily="18" charset="0"/>
                <a:cs typeface="Times New Roman" panose="02020603050405020304" pitchFamily="18" charset="0"/>
              </a:rPr>
              <a:t>Hon. President Of India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7322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1153-8D98-F5EA-AE04-35D65364668E}"/>
              </a:ext>
            </a:extLst>
          </p:cNvPr>
          <p:cNvSpPr>
            <a:spLocks noGrp="1"/>
          </p:cNvSpPr>
          <p:nvPr>
            <p:ph type="title"/>
          </p:nvPr>
        </p:nvSpPr>
        <p:spPr/>
        <p:txBody>
          <a:bodyPr/>
          <a:lstStyle/>
          <a:p>
            <a:r>
              <a:rPr lang="en-IN" dirty="0"/>
              <a:t>About Usha </a:t>
            </a:r>
            <a:r>
              <a:rPr lang="en-IN" dirty="0" err="1"/>
              <a:t>Barle</a:t>
            </a:r>
            <a:endParaRPr lang="en-IN" dirty="0"/>
          </a:p>
        </p:txBody>
      </p:sp>
      <p:sp>
        <p:nvSpPr>
          <p:cNvPr id="3" name="Content Placeholder 2">
            <a:extLst>
              <a:ext uri="{FF2B5EF4-FFF2-40B4-BE49-F238E27FC236}">
                <a16:creationId xmlns:a16="http://schemas.microsoft.com/office/drawing/2014/main" id="{1EC519C1-E339-F5FC-EBA7-D0139FA2713A}"/>
              </a:ext>
            </a:extLst>
          </p:cNvPr>
          <p:cNvSpPr>
            <a:spLocks noGrp="1"/>
          </p:cNvSpPr>
          <p:nvPr>
            <p:ph idx="1"/>
          </p:nvPr>
        </p:nvSpPr>
        <p:spPr>
          <a:xfrm>
            <a:off x="471637" y="1670489"/>
            <a:ext cx="11271183" cy="4746157"/>
          </a:xfrm>
        </p:spPr>
        <p:txBody>
          <a:bodyPr>
            <a:normAutofit/>
          </a:bodyPr>
          <a:lstStyle/>
          <a:p>
            <a:r>
              <a:rPr lang="en-US" sz="2400" b="0" i="0" dirty="0">
                <a:effectLst/>
                <a:latin typeface="Times New Roman" panose="02020603050405020304" pitchFamily="18" charset="0"/>
                <a:cs typeface="Times New Roman" panose="02020603050405020304" pitchFamily="18" charset="0"/>
              </a:rPr>
              <a:t>From the age of 7, she came into the field of this art. Since then she is singing Pandwani.</a:t>
            </a:r>
          </a:p>
          <a:p>
            <a:r>
              <a:rPr lang="en-US" sz="2400" b="0" i="0" dirty="0">
                <a:effectLst/>
                <a:latin typeface="Times New Roman" panose="02020603050405020304" pitchFamily="18" charset="0"/>
                <a:cs typeface="Times New Roman" panose="02020603050405020304" pitchFamily="18" charset="0"/>
              </a:rPr>
              <a:t>She has received training in Pandwani </a:t>
            </a:r>
          </a:p>
          <a:p>
            <a:pPr marL="0" indent="0">
              <a:buNone/>
            </a:pPr>
            <a:r>
              <a:rPr lang="en-US" sz="2400" b="0" i="0" dirty="0">
                <a:effectLst/>
                <a:latin typeface="Times New Roman" panose="02020603050405020304" pitchFamily="18" charset="0"/>
                <a:cs typeface="Times New Roman" panose="02020603050405020304" pitchFamily="18" charset="0"/>
              </a:rPr>
              <a:t>from renowned Pandwani singer and </a:t>
            </a:r>
          </a:p>
          <a:p>
            <a:pPr marL="0" indent="0">
              <a:buNone/>
            </a:pPr>
            <a:r>
              <a:rPr lang="en-US" sz="2400" b="0" i="0" dirty="0">
                <a:effectLst/>
                <a:latin typeface="Times New Roman" panose="02020603050405020304" pitchFamily="18" charset="0"/>
                <a:cs typeface="Times New Roman" panose="02020603050405020304" pitchFamily="18" charset="0"/>
              </a:rPr>
              <a:t>Padma Vibhushan </a:t>
            </a:r>
            <a:r>
              <a:rPr lang="en-US" sz="2400" b="0" i="0" dirty="0" err="1">
                <a:effectLst/>
                <a:latin typeface="Times New Roman" panose="02020603050405020304" pitchFamily="18" charset="0"/>
                <a:cs typeface="Times New Roman" panose="02020603050405020304" pitchFamily="18" charset="0"/>
              </a:rPr>
              <a:t>Teejanbai</a:t>
            </a:r>
            <a:r>
              <a:rPr lang="en-US" sz="2400" b="0" i="0" dirty="0">
                <a:effectLst/>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S</a:t>
            </a:r>
            <a:r>
              <a:rPr lang="en-US" sz="2400" b="0" i="0" dirty="0">
                <a:effectLst/>
                <a:latin typeface="Times New Roman" panose="02020603050405020304" pitchFamily="18" charset="0"/>
                <a:cs typeface="Times New Roman" panose="02020603050405020304" pitchFamily="18" charset="0"/>
              </a:rPr>
              <a:t>he has performed Pandwani in various </a:t>
            </a:r>
          </a:p>
          <a:p>
            <a:pPr marL="0" indent="0">
              <a:buNone/>
            </a:pPr>
            <a:r>
              <a:rPr lang="en-US" sz="2400" b="0" i="0" dirty="0">
                <a:effectLst/>
                <a:latin typeface="Times New Roman" panose="02020603050405020304" pitchFamily="18" charset="0"/>
                <a:cs typeface="Times New Roman" panose="02020603050405020304" pitchFamily="18" charset="0"/>
              </a:rPr>
              <a:t>states of India including cities like London </a:t>
            </a:r>
          </a:p>
          <a:p>
            <a:pPr marL="0" indent="0">
              <a:buNone/>
            </a:pPr>
            <a:r>
              <a:rPr lang="en-US" sz="2400" b="0" i="0" dirty="0">
                <a:effectLst/>
                <a:latin typeface="Times New Roman" panose="02020603050405020304" pitchFamily="18" charset="0"/>
                <a:cs typeface="Times New Roman" panose="02020603050405020304" pitchFamily="18" charset="0"/>
              </a:rPr>
              <a:t>and New York. </a:t>
            </a:r>
          </a:p>
        </p:txBody>
      </p:sp>
      <p:pic>
        <p:nvPicPr>
          <p:cNvPr id="1026" name="Picture 2">
            <a:extLst>
              <a:ext uri="{FF2B5EF4-FFF2-40B4-BE49-F238E27FC236}">
                <a16:creationId xmlns:a16="http://schemas.microsoft.com/office/drawing/2014/main" id="{C7B63772-03F7-3284-2ACB-50E5EC7F6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0778" y="2666605"/>
            <a:ext cx="2874645" cy="383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013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21DE-7D56-6FA4-F459-83FCBE0A780C}"/>
              </a:ext>
            </a:extLst>
          </p:cNvPr>
          <p:cNvSpPr>
            <a:spLocks noGrp="1"/>
          </p:cNvSpPr>
          <p:nvPr>
            <p:ph type="title"/>
          </p:nvPr>
        </p:nvSpPr>
        <p:spPr/>
        <p:txBody>
          <a:bodyPr/>
          <a:lstStyle/>
          <a:p>
            <a:r>
              <a:rPr lang="en-IN" dirty="0"/>
              <a:t>Struggles</a:t>
            </a:r>
          </a:p>
        </p:txBody>
      </p:sp>
      <p:sp>
        <p:nvSpPr>
          <p:cNvPr id="3" name="Content Placeholder 2">
            <a:extLst>
              <a:ext uri="{FF2B5EF4-FFF2-40B4-BE49-F238E27FC236}">
                <a16:creationId xmlns:a16="http://schemas.microsoft.com/office/drawing/2014/main" id="{3BD2840B-FCD9-D444-DBBD-9322C1A62AE6}"/>
              </a:ext>
            </a:extLst>
          </p:cNvPr>
          <p:cNvSpPr>
            <a:spLocks noGrp="1"/>
          </p:cNvSpPr>
          <p:nvPr>
            <p:ph idx="1"/>
          </p:nvPr>
        </p:nvSpPr>
        <p:spPr>
          <a:xfrm>
            <a:off x="838200" y="1825625"/>
            <a:ext cx="10515600" cy="4844682"/>
          </a:xfrm>
        </p:spPr>
        <p:txBody>
          <a:bodyPr>
            <a:normAutofit/>
          </a:bodyPr>
          <a:lstStyle/>
          <a:p>
            <a:pPr algn="just"/>
            <a:r>
              <a:rPr lang="en-US" sz="2400" b="0" i="0" dirty="0">
                <a:solidFill>
                  <a:srgbClr val="030303"/>
                </a:solidFill>
                <a:effectLst/>
                <a:latin typeface="Noto Sans" panose="020B0502040504020204" pitchFamily="34" charset="0"/>
              </a:rPr>
              <a:t>Usha </a:t>
            </a:r>
            <a:r>
              <a:rPr lang="en-US" sz="2400" b="0" i="0" dirty="0" err="1">
                <a:solidFill>
                  <a:srgbClr val="030303"/>
                </a:solidFill>
                <a:effectLst/>
                <a:latin typeface="Noto Sans" panose="020B0502040504020204" pitchFamily="34" charset="0"/>
              </a:rPr>
              <a:t>Barle</a:t>
            </a:r>
            <a:r>
              <a:rPr lang="en-US" sz="2400" b="0" i="0" dirty="0">
                <a:solidFill>
                  <a:srgbClr val="030303"/>
                </a:solidFill>
                <a:effectLst/>
                <a:latin typeface="Noto Sans" panose="020B0502040504020204" pitchFamily="34" charset="0"/>
              </a:rPr>
              <a:t> says that she also went through a period of financial constraints.</a:t>
            </a:r>
          </a:p>
          <a:p>
            <a:pPr algn="just"/>
            <a:r>
              <a:rPr lang="en-US" sz="2400" b="0" i="0" dirty="0">
                <a:solidFill>
                  <a:srgbClr val="030303"/>
                </a:solidFill>
                <a:effectLst/>
                <a:latin typeface="Noto Sans" panose="020B0502040504020204" pitchFamily="34" charset="0"/>
              </a:rPr>
              <a:t>When she remember that time, </a:t>
            </a:r>
            <a:r>
              <a:rPr lang="en-US" sz="2400" dirty="0">
                <a:solidFill>
                  <a:srgbClr val="030303"/>
                </a:solidFill>
                <a:latin typeface="Noto Sans" panose="020B0502040504020204" pitchFamily="34" charset="0"/>
              </a:rPr>
              <a:t>h</a:t>
            </a:r>
            <a:r>
              <a:rPr lang="en-US" sz="2400" b="0" i="0" dirty="0">
                <a:solidFill>
                  <a:srgbClr val="030303"/>
                </a:solidFill>
                <a:effectLst/>
                <a:latin typeface="Noto Sans" panose="020B0502040504020204" pitchFamily="34" charset="0"/>
              </a:rPr>
              <a:t>er eyes become moist. </a:t>
            </a:r>
          </a:p>
          <a:p>
            <a:pPr algn="just"/>
            <a:r>
              <a:rPr lang="en-US" sz="2400" b="0" i="0" dirty="0">
                <a:solidFill>
                  <a:srgbClr val="030303"/>
                </a:solidFill>
                <a:effectLst/>
                <a:latin typeface="Noto Sans" panose="020B0502040504020204" pitchFamily="34" charset="0"/>
              </a:rPr>
              <a:t>She used to sell bananas, oranges and other fruits in a sector-1 settlement to run the household. </a:t>
            </a:r>
          </a:p>
          <a:p>
            <a:pPr algn="just"/>
            <a:r>
              <a:rPr lang="en-US" sz="2400" dirty="0">
                <a:solidFill>
                  <a:srgbClr val="030303"/>
                </a:solidFill>
                <a:latin typeface="Noto Sans" panose="020B0502040504020204" pitchFamily="34" charset="0"/>
              </a:rPr>
              <a:t>They</a:t>
            </a:r>
            <a:r>
              <a:rPr lang="en-US" sz="2400" b="0" i="0" dirty="0">
                <a:solidFill>
                  <a:srgbClr val="030303"/>
                </a:solidFill>
                <a:effectLst/>
                <a:latin typeface="Noto Sans" panose="020B0502040504020204" pitchFamily="34" charset="0"/>
              </a:rPr>
              <a:t> were very struggling days. Even after this, she did not give up. </a:t>
            </a:r>
          </a:p>
          <a:p>
            <a:pPr algn="just"/>
            <a:r>
              <a:rPr lang="en-US" sz="2400" b="0" i="0" dirty="0">
                <a:solidFill>
                  <a:srgbClr val="030303"/>
                </a:solidFill>
                <a:effectLst/>
                <a:latin typeface="Noto Sans" panose="020B0502040504020204" pitchFamily="34" charset="0"/>
              </a:rPr>
              <a:t>Her husband studied </a:t>
            </a:r>
            <a:r>
              <a:rPr lang="en-US" sz="2400" dirty="0">
                <a:solidFill>
                  <a:srgbClr val="030303"/>
                </a:solidFill>
                <a:latin typeface="Noto Sans" panose="020B0502040504020204" pitchFamily="34" charset="0"/>
              </a:rPr>
              <a:t>ITI and then got a job at BSP. After </a:t>
            </a:r>
            <a:r>
              <a:rPr lang="en-US" sz="2400">
                <a:solidFill>
                  <a:srgbClr val="030303"/>
                </a:solidFill>
                <a:latin typeface="Noto Sans" panose="020B0502040504020204" pitchFamily="34" charset="0"/>
              </a:rPr>
              <a:t>this her </a:t>
            </a:r>
            <a:r>
              <a:rPr lang="en-US" sz="2400" dirty="0">
                <a:solidFill>
                  <a:srgbClr val="030303"/>
                </a:solidFill>
                <a:latin typeface="Noto Sans" panose="020B0502040504020204" pitchFamily="34" charset="0"/>
              </a:rPr>
              <a:t>financial conditions improved.</a:t>
            </a:r>
          </a:p>
          <a:p>
            <a:pPr algn="just"/>
            <a:r>
              <a:rPr lang="en-US" sz="2400" b="0" i="0" dirty="0">
                <a:solidFill>
                  <a:srgbClr val="030303"/>
                </a:solidFill>
                <a:effectLst/>
                <a:latin typeface="Noto Sans" panose="020B0502040504020204" pitchFamily="34" charset="0"/>
              </a:rPr>
              <a:t>The Government of India has selected her for the Padma Shri award for her good work in the field of Pandwani.</a:t>
            </a:r>
            <a:endParaRPr lang="en-IN" sz="2400" dirty="0"/>
          </a:p>
        </p:txBody>
      </p:sp>
    </p:spTree>
    <p:extLst>
      <p:ext uri="{BB962C8B-B14F-4D97-AF65-F5344CB8AC3E}">
        <p14:creationId xmlns:p14="http://schemas.microsoft.com/office/powerpoint/2010/main" val="2760341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3012-2D1F-9A5B-A601-28C513C08B7C}"/>
              </a:ext>
            </a:extLst>
          </p:cNvPr>
          <p:cNvSpPr>
            <a:spLocks noGrp="1"/>
          </p:cNvSpPr>
          <p:nvPr>
            <p:ph type="title"/>
          </p:nvPr>
        </p:nvSpPr>
        <p:spPr/>
        <p:txBody>
          <a:bodyPr/>
          <a:lstStyle/>
          <a:p>
            <a:r>
              <a:rPr lang="en-IN" dirty="0"/>
              <a:t>Career</a:t>
            </a:r>
          </a:p>
        </p:txBody>
      </p:sp>
      <p:sp>
        <p:nvSpPr>
          <p:cNvPr id="3" name="Content Placeholder 2">
            <a:extLst>
              <a:ext uri="{FF2B5EF4-FFF2-40B4-BE49-F238E27FC236}">
                <a16:creationId xmlns:a16="http://schemas.microsoft.com/office/drawing/2014/main" id="{2EBF43E8-2586-A7DF-8068-4A2597C39AA7}"/>
              </a:ext>
            </a:extLst>
          </p:cNvPr>
          <p:cNvSpPr>
            <a:spLocks noGrp="1"/>
          </p:cNvSpPr>
          <p:nvPr>
            <p:ph idx="1"/>
          </p:nvPr>
        </p:nvSpPr>
        <p:spPr>
          <a:xfrm>
            <a:off x="581192" y="2180496"/>
            <a:ext cx="11029615" cy="4297306"/>
          </a:xfrm>
        </p:spPr>
        <p:txBody>
          <a:bodyPr>
            <a:normAutofit fontScale="92500"/>
          </a:bodyPr>
          <a:lstStyle/>
          <a:p>
            <a:pPr algn="just"/>
            <a:r>
              <a:rPr lang="en-US" sz="2800" b="0" i="0" dirty="0">
                <a:effectLst/>
                <a:latin typeface="Times New Roman" panose="02020603050405020304" pitchFamily="18" charset="0"/>
                <a:cs typeface="Times New Roman" panose="02020603050405020304" pitchFamily="18" charset="0"/>
              </a:rPr>
              <a:t>Usha </a:t>
            </a:r>
            <a:r>
              <a:rPr lang="en-US" sz="2800" b="0" i="0" dirty="0" err="1">
                <a:effectLst/>
                <a:latin typeface="Times New Roman" panose="02020603050405020304" pitchFamily="18" charset="0"/>
                <a:cs typeface="Times New Roman" panose="02020603050405020304" pitchFamily="18" charset="0"/>
              </a:rPr>
              <a:t>Barle</a:t>
            </a:r>
            <a:r>
              <a:rPr lang="en-US" sz="2800" b="0" i="0" dirty="0">
                <a:effectLst/>
                <a:latin typeface="Times New Roman" panose="02020603050405020304" pitchFamily="18" charset="0"/>
                <a:cs typeface="Times New Roman" panose="02020603050405020304" pitchFamily="18" charset="0"/>
              </a:rPr>
              <a:t> says that from the age of 7, she started getting interested in Pandwani singing. For this, his guru first became his uncle.</a:t>
            </a:r>
          </a:p>
          <a:p>
            <a:pPr algn="just"/>
            <a:r>
              <a:rPr lang="en-US" sz="2800" b="0" i="0" dirty="0">
                <a:effectLst/>
                <a:latin typeface="Times New Roman" panose="02020603050405020304" pitchFamily="18" charset="0"/>
                <a:cs typeface="Times New Roman" panose="02020603050405020304" pitchFamily="18" charset="0"/>
              </a:rPr>
              <a:t>Usha </a:t>
            </a:r>
            <a:r>
              <a:rPr lang="en-US" sz="2800" b="0" i="0" dirty="0" err="1">
                <a:effectLst/>
                <a:latin typeface="Times New Roman" panose="02020603050405020304" pitchFamily="18" charset="0"/>
                <a:cs typeface="Times New Roman" panose="02020603050405020304" pitchFamily="18" charset="0"/>
              </a:rPr>
              <a:t>Barle</a:t>
            </a:r>
            <a:r>
              <a:rPr lang="en-US" sz="2800" b="0" i="0" dirty="0">
                <a:effectLst/>
                <a:latin typeface="Times New Roman" panose="02020603050405020304" pitchFamily="18" charset="0"/>
                <a:cs typeface="Times New Roman" panose="02020603050405020304" pitchFamily="18" charset="0"/>
              </a:rPr>
              <a:t> told that her uncle encouraged her and her uncle had said that one day you will brighten the name of your village as well as your state and country, today her dream has been fulfilled.</a:t>
            </a:r>
          </a:p>
          <a:p>
            <a:pPr algn="just"/>
            <a:r>
              <a:rPr lang="en-US" sz="2800" b="0" i="0" dirty="0">
                <a:effectLst/>
                <a:latin typeface="Times New Roman" panose="02020603050405020304" pitchFamily="18" charset="0"/>
                <a:cs typeface="Times New Roman" panose="02020603050405020304" pitchFamily="18" charset="0"/>
              </a:rPr>
              <a:t> She says that the state government should open a school for the education of Pandwani, in which the interested children of Pandwani can be educated.</a:t>
            </a:r>
          </a:p>
          <a:p>
            <a:pPr algn="just"/>
            <a:r>
              <a:rPr lang="en-US" sz="2800" b="0" i="0" dirty="0">
                <a:effectLst/>
                <a:latin typeface="Times New Roman" panose="02020603050405020304" pitchFamily="18" charset="0"/>
                <a:cs typeface="Times New Roman" panose="02020603050405020304" pitchFamily="18" charset="0"/>
              </a:rPr>
              <a:t>So far, Usha has performed her Pandwani genre in more than 45 countries along with India.</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70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BB35-6533-D43A-F877-ED0366A757BD}"/>
              </a:ext>
            </a:extLst>
          </p:cNvPr>
          <p:cNvSpPr>
            <a:spLocks noGrp="1"/>
          </p:cNvSpPr>
          <p:nvPr>
            <p:ph type="title"/>
          </p:nvPr>
        </p:nvSpPr>
        <p:spPr/>
        <p:txBody>
          <a:bodyPr/>
          <a:lstStyle/>
          <a:p>
            <a:r>
              <a:rPr lang="en-IN" dirty="0"/>
              <a:t>Awards</a:t>
            </a:r>
          </a:p>
        </p:txBody>
      </p:sp>
      <p:graphicFrame>
        <p:nvGraphicFramePr>
          <p:cNvPr id="4" name="Content Placeholder 3">
            <a:extLst>
              <a:ext uri="{FF2B5EF4-FFF2-40B4-BE49-F238E27FC236}">
                <a16:creationId xmlns:a16="http://schemas.microsoft.com/office/drawing/2014/main" id="{77C415FD-CD4B-C3CF-C4A0-DADCFEC14E58}"/>
              </a:ext>
            </a:extLst>
          </p:cNvPr>
          <p:cNvGraphicFramePr>
            <a:graphicFrameLocks noGrp="1"/>
          </p:cNvGraphicFramePr>
          <p:nvPr>
            <p:ph idx="1"/>
            <p:extLst>
              <p:ext uri="{D42A27DB-BD31-4B8C-83A1-F6EECF244321}">
                <p14:modId xmlns:p14="http://schemas.microsoft.com/office/powerpoint/2010/main" val="3726757436"/>
              </p:ext>
            </p:extLst>
          </p:nvPr>
        </p:nvGraphicFramePr>
        <p:xfrm>
          <a:off x="581192" y="2180496"/>
          <a:ext cx="11029615" cy="4095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3930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994C13D-BD87-9D96-E4C8-6CCD15A74CBC}"/>
              </a:ext>
            </a:extLst>
          </p:cNvPr>
          <p:cNvSpPr>
            <a:spLocks noGrp="1"/>
          </p:cNvSpPr>
          <p:nvPr>
            <p:ph type="ctrTitle"/>
          </p:nvPr>
        </p:nvSpPr>
        <p:spPr>
          <a:xfrm>
            <a:off x="599227" y="491041"/>
            <a:ext cx="10993549" cy="1475013"/>
          </a:xfrm>
        </p:spPr>
        <p:txBody>
          <a:bodyPr/>
          <a:lstStyle/>
          <a:p>
            <a:pPr algn="ctr"/>
            <a:r>
              <a:rPr lang="en-IN" dirty="0"/>
              <a:t>Foods of </a:t>
            </a:r>
            <a:r>
              <a:rPr lang="en-IN" dirty="0" err="1"/>
              <a:t>chhattisgarh</a:t>
            </a:r>
            <a:endParaRPr lang="en-IN" dirty="0"/>
          </a:p>
        </p:txBody>
      </p:sp>
      <p:sp>
        <p:nvSpPr>
          <p:cNvPr id="8" name="Subtitle 7">
            <a:extLst>
              <a:ext uri="{FF2B5EF4-FFF2-40B4-BE49-F238E27FC236}">
                <a16:creationId xmlns:a16="http://schemas.microsoft.com/office/drawing/2014/main" id="{BB6B34F6-2475-6725-CBD3-68B7EA0D9993}"/>
              </a:ext>
            </a:extLst>
          </p:cNvPr>
          <p:cNvSpPr>
            <a:spLocks noGrp="1"/>
          </p:cNvSpPr>
          <p:nvPr>
            <p:ph type="subTitle" idx="1"/>
          </p:nvPr>
        </p:nvSpPr>
        <p:spPr>
          <a:xfrm>
            <a:off x="599227" y="4067396"/>
            <a:ext cx="10993546" cy="1322751"/>
          </a:xfrm>
        </p:spPr>
        <p:txBody>
          <a:bodyPr>
            <a:normAutofit/>
          </a:bodyPr>
          <a:lstStyle/>
          <a:p>
            <a:pPr algn="ctr"/>
            <a:r>
              <a:rPr lang="en-US" sz="2400" b="0" i="0" cap="none" dirty="0">
                <a:solidFill>
                  <a:schemeClr val="bg1"/>
                </a:solidFill>
                <a:effectLst/>
                <a:latin typeface="Times New Roman" panose="02020603050405020304" pitchFamily="18" charset="0"/>
                <a:cs typeface="Times New Roman" panose="02020603050405020304" pitchFamily="18" charset="0"/>
              </a:rPr>
              <a:t>BEING A STATE WHICH PRODUCES STAPLE FOOD IN ABUNDANCE, A GREAT PART OF THE FOOD CULTURE OF CHHATTISGARH CONSISTS OF THE STAPLE CROPS SUCH AS RICE, BAJRA, JAWAR. </a:t>
            </a:r>
            <a:endParaRPr lang="en-IN" sz="2400" cap="none"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3869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36012-84EA-94BB-7D85-65A237498677}"/>
              </a:ext>
            </a:extLst>
          </p:cNvPr>
          <p:cNvSpPr>
            <a:spLocks noGrp="1"/>
          </p:cNvSpPr>
          <p:nvPr>
            <p:ph type="title"/>
          </p:nvPr>
        </p:nvSpPr>
        <p:spPr>
          <a:xfrm>
            <a:off x="581192" y="998743"/>
            <a:ext cx="11029616" cy="1013800"/>
          </a:xfrm>
        </p:spPr>
        <p:txBody>
          <a:bodyPr/>
          <a:lstStyle/>
          <a:p>
            <a:r>
              <a:rPr lang="en-IN" b="0" i="0" dirty="0" err="1">
                <a:effectLst/>
                <a:latin typeface="manrope bold"/>
              </a:rPr>
              <a:t>Muthia</a:t>
            </a:r>
            <a:br>
              <a:rPr lang="en-IN" b="0" i="0" dirty="0">
                <a:effectLst/>
                <a:latin typeface="manrope bold"/>
              </a:rPr>
            </a:br>
            <a:endParaRPr lang="en-IN" dirty="0"/>
          </a:p>
        </p:txBody>
      </p:sp>
      <p:sp>
        <p:nvSpPr>
          <p:cNvPr id="3" name="Content Placeholder 2">
            <a:extLst>
              <a:ext uri="{FF2B5EF4-FFF2-40B4-BE49-F238E27FC236}">
                <a16:creationId xmlns:a16="http://schemas.microsoft.com/office/drawing/2014/main" id="{A721CCED-0B50-3190-ACF4-3B693DE1CEA6}"/>
              </a:ext>
            </a:extLst>
          </p:cNvPr>
          <p:cNvSpPr>
            <a:spLocks noGrp="1"/>
          </p:cNvSpPr>
          <p:nvPr>
            <p:ph idx="1"/>
          </p:nvPr>
        </p:nvSpPr>
        <p:spPr>
          <a:xfrm>
            <a:off x="487680" y="2012543"/>
            <a:ext cx="11216640" cy="4268430"/>
          </a:xfrm>
        </p:spPr>
        <p:txBody>
          <a:bodyPr>
            <a:normAutofit/>
          </a:bodyPr>
          <a:lstStyle/>
          <a:p>
            <a:pPr algn="just"/>
            <a:r>
              <a:rPr lang="en-US" sz="2400" b="0" i="0" dirty="0" err="1">
                <a:solidFill>
                  <a:srgbClr val="212529"/>
                </a:solidFill>
                <a:effectLst/>
                <a:latin typeface="Times New Roman" panose="02020603050405020304" pitchFamily="18" charset="0"/>
                <a:cs typeface="Times New Roman" panose="02020603050405020304" pitchFamily="18" charset="0"/>
              </a:rPr>
              <a:t>Muthia</a:t>
            </a:r>
            <a:r>
              <a:rPr lang="en-US" sz="2400" b="0" i="0" dirty="0">
                <a:solidFill>
                  <a:srgbClr val="212529"/>
                </a:solidFill>
                <a:effectLst/>
                <a:latin typeface="Times New Roman" panose="02020603050405020304" pitchFamily="18" charset="0"/>
                <a:cs typeface="Times New Roman" panose="02020603050405020304" pitchFamily="18" charset="0"/>
              </a:rPr>
              <a:t> are dumplings cooked in the traditional style </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of the Chhattisgarh state.</a:t>
            </a:r>
          </a:p>
          <a:p>
            <a:pPr algn="just"/>
            <a:r>
              <a:rPr lang="en-US" sz="2400" b="0" i="0" dirty="0" err="1">
                <a:solidFill>
                  <a:srgbClr val="212529"/>
                </a:solidFill>
                <a:effectLst/>
                <a:latin typeface="Times New Roman" panose="02020603050405020304" pitchFamily="18" charset="0"/>
                <a:cs typeface="Times New Roman" panose="02020603050405020304" pitchFamily="18" charset="0"/>
              </a:rPr>
              <a:t>Muthia</a:t>
            </a:r>
            <a:r>
              <a:rPr lang="en-US" sz="2400" b="0" i="0" dirty="0">
                <a:solidFill>
                  <a:srgbClr val="212529"/>
                </a:solidFill>
                <a:effectLst/>
                <a:latin typeface="Times New Roman" panose="02020603050405020304" pitchFamily="18" charset="0"/>
                <a:cs typeface="Times New Roman" panose="02020603050405020304" pitchFamily="18" charset="0"/>
              </a:rPr>
              <a:t> is prepared with the rice batter which is </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seasoned with various spices.</a:t>
            </a:r>
          </a:p>
          <a:p>
            <a:pPr algn="just"/>
            <a:r>
              <a:rPr lang="en-US" sz="2400" b="0" i="0" dirty="0">
                <a:solidFill>
                  <a:srgbClr val="212529"/>
                </a:solidFill>
                <a:effectLst/>
                <a:latin typeface="Times New Roman" panose="02020603050405020304" pitchFamily="18" charset="0"/>
                <a:cs typeface="Times New Roman" panose="02020603050405020304" pitchFamily="18" charset="0"/>
              </a:rPr>
              <a:t>The dish is not fried but is steamed and hence it </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retains the original flavor of its ingredients. </a:t>
            </a:r>
          </a:p>
          <a:p>
            <a:pPr algn="just"/>
            <a:r>
              <a:rPr lang="en-US" sz="2400" b="0" i="0" dirty="0">
                <a:solidFill>
                  <a:srgbClr val="212529"/>
                </a:solidFill>
                <a:effectLst/>
                <a:latin typeface="Times New Roman" panose="02020603050405020304" pitchFamily="18" charset="0"/>
                <a:cs typeface="Times New Roman" panose="02020603050405020304" pitchFamily="18" charset="0"/>
              </a:rPr>
              <a:t>This dish is also famous among the rural people of the state.</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890FB07-4FCE-2933-DD21-C5F2F2F57A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453" y="2253163"/>
            <a:ext cx="4292867" cy="2963730"/>
          </a:xfrm>
          <a:prstGeom prst="rect">
            <a:avLst/>
          </a:prstGeom>
        </p:spPr>
      </p:pic>
    </p:spTree>
    <p:extLst>
      <p:ext uri="{BB962C8B-B14F-4D97-AF65-F5344CB8AC3E}">
        <p14:creationId xmlns:p14="http://schemas.microsoft.com/office/powerpoint/2010/main" val="2800888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2ED78-553D-8350-646B-0F344996AFDD}"/>
              </a:ext>
            </a:extLst>
          </p:cNvPr>
          <p:cNvSpPr>
            <a:spLocks noGrp="1"/>
          </p:cNvSpPr>
          <p:nvPr>
            <p:ph type="title"/>
          </p:nvPr>
        </p:nvSpPr>
        <p:spPr>
          <a:xfrm>
            <a:off x="581192" y="1040178"/>
            <a:ext cx="11029616" cy="1013800"/>
          </a:xfrm>
        </p:spPr>
        <p:txBody>
          <a:bodyPr/>
          <a:lstStyle/>
          <a:p>
            <a:r>
              <a:rPr lang="en-IN" b="0" i="0" dirty="0" err="1">
                <a:effectLst/>
                <a:latin typeface="Times New Roman" panose="02020603050405020304" pitchFamily="18" charset="0"/>
                <a:cs typeface="Times New Roman" panose="02020603050405020304" pitchFamily="18" charset="0"/>
              </a:rPr>
              <a:t>Aamat</a:t>
            </a:r>
            <a:br>
              <a:rPr lang="en-IN" b="0" i="0"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1E8AA6-DD24-C110-8061-DECE095F95AC}"/>
              </a:ext>
            </a:extLst>
          </p:cNvPr>
          <p:cNvSpPr>
            <a:spLocks noGrp="1"/>
          </p:cNvSpPr>
          <p:nvPr>
            <p:ph idx="1"/>
          </p:nvPr>
        </p:nvSpPr>
        <p:spPr>
          <a:xfrm>
            <a:off x="581192" y="1934678"/>
            <a:ext cx="11209755" cy="4620126"/>
          </a:xfrm>
        </p:spPr>
        <p:txBody>
          <a:bodyPr>
            <a:normAutofit/>
          </a:bodyPr>
          <a:lstStyle/>
          <a:p>
            <a:r>
              <a:rPr lang="en-US" sz="2400" b="0" i="0" dirty="0" err="1">
                <a:solidFill>
                  <a:srgbClr val="212529"/>
                </a:solidFill>
                <a:effectLst/>
                <a:latin typeface="Times New Roman" panose="02020603050405020304" pitchFamily="18" charset="0"/>
                <a:cs typeface="Times New Roman" panose="02020603050405020304" pitchFamily="18" charset="0"/>
              </a:rPr>
              <a:t>Aamat</a:t>
            </a:r>
            <a:r>
              <a:rPr lang="en-US" sz="2400" b="0" i="0" dirty="0">
                <a:solidFill>
                  <a:srgbClr val="212529"/>
                </a:solidFill>
                <a:effectLst/>
                <a:latin typeface="Times New Roman" panose="02020603050405020304" pitchFamily="18" charset="0"/>
                <a:cs typeface="Times New Roman" panose="02020603050405020304" pitchFamily="18" charset="0"/>
              </a:rPr>
              <a:t> is considered as the Sambhar of </a:t>
            </a:r>
            <a:r>
              <a:rPr lang="en-US" sz="2400" b="0" i="0" dirty="0" err="1">
                <a:solidFill>
                  <a:srgbClr val="212529"/>
                </a:solidFill>
                <a:effectLst/>
                <a:latin typeface="Times New Roman" panose="02020603050405020304" pitchFamily="18" charset="0"/>
                <a:cs typeface="Times New Roman" panose="02020603050405020304" pitchFamily="18" charset="0"/>
              </a:rPr>
              <a:t>Bastar</a:t>
            </a:r>
            <a:endParaRPr lang="en-US" sz="2400" b="0" i="0" dirty="0">
              <a:solidFill>
                <a:srgbClr val="212529"/>
              </a:solidFill>
              <a:effectLst/>
              <a:latin typeface="Times New Roman" panose="02020603050405020304" pitchFamily="18" charset="0"/>
              <a:cs typeface="Times New Roman" panose="02020603050405020304" pitchFamily="18" charset="0"/>
            </a:endParaRP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region of the state. </a:t>
            </a:r>
          </a:p>
          <a:p>
            <a:r>
              <a:rPr lang="en-US" sz="2400" b="0" i="0" dirty="0">
                <a:solidFill>
                  <a:srgbClr val="212529"/>
                </a:solidFill>
                <a:effectLst/>
                <a:latin typeface="Times New Roman" panose="02020603050405020304" pitchFamily="18" charset="0"/>
                <a:cs typeface="Times New Roman" panose="02020603050405020304" pitchFamily="18" charset="0"/>
              </a:rPr>
              <a:t>This delectable delicacy of the state is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prepared with mixed vegetables which is cooked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along with the ginger garlic paste and various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spices to enhance the flavor of the dish.</a:t>
            </a:r>
          </a:p>
          <a:p>
            <a:r>
              <a:rPr lang="en-US" sz="2400" b="0" i="0" dirty="0">
                <a:solidFill>
                  <a:srgbClr val="212529"/>
                </a:solidFill>
                <a:effectLst/>
                <a:latin typeface="Times New Roman" panose="02020603050405020304" pitchFamily="18" charset="0"/>
                <a:cs typeface="Times New Roman" panose="02020603050405020304" pitchFamily="18" charset="0"/>
              </a:rPr>
              <a:t>Traditionally the dish is prepared in the bamboo shoots. </a:t>
            </a:r>
          </a:p>
        </p:txBody>
      </p:sp>
      <p:pic>
        <p:nvPicPr>
          <p:cNvPr id="6" name="Picture 5">
            <a:extLst>
              <a:ext uri="{FF2B5EF4-FFF2-40B4-BE49-F238E27FC236}">
                <a16:creationId xmlns:a16="http://schemas.microsoft.com/office/drawing/2014/main" id="{AAE4845C-E472-CAA0-2CF2-A211C5BAEA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196" y="1934678"/>
            <a:ext cx="4481931" cy="3361449"/>
          </a:xfrm>
          <a:prstGeom prst="rect">
            <a:avLst/>
          </a:prstGeom>
        </p:spPr>
      </p:pic>
    </p:spTree>
    <p:extLst>
      <p:ext uri="{BB962C8B-B14F-4D97-AF65-F5344CB8AC3E}">
        <p14:creationId xmlns:p14="http://schemas.microsoft.com/office/powerpoint/2010/main" val="2411685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C90BB-8A9C-BF58-25D8-316F8DFBD1BF}"/>
              </a:ext>
            </a:extLst>
          </p:cNvPr>
          <p:cNvSpPr>
            <a:spLocks noGrp="1"/>
          </p:cNvSpPr>
          <p:nvPr>
            <p:ph type="title"/>
          </p:nvPr>
        </p:nvSpPr>
        <p:spPr>
          <a:xfrm>
            <a:off x="581192" y="1077542"/>
            <a:ext cx="11029616" cy="1013800"/>
          </a:xfrm>
        </p:spPr>
        <p:txBody>
          <a:bodyPr/>
          <a:lstStyle/>
          <a:p>
            <a:r>
              <a:rPr lang="en-IN" b="0" i="0" dirty="0" err="1">
                <a:effectLst/>
                <a:latin typeface="manrope bold"/>
              </a:rPr>
              <a:t>Chila</a:t>
            </a:r>
            <a:br>
              <a:rPr lang="en-IN" b="0" i="0" dirty="0">
                <a:effectLst/>
                <a:latin typeface="manrope bold"/>
              </a:rPr>
            </a:br>
            <a:endParaRPr lang="en-IN" dirty="0"/>
          </a:p>
        </p:txBody>
      </p:sp>
      <p:sp>
        <p:nvSpPr>
          <p:cNvPr id="3" name="Content Placeholder 2">
            <a:extLst>
              <a:ext uri="{FF2B5EF4-FFF2-40B4-BE49-F238E27FC236}">
                <a16:creationId xmlns:a16="http://schemas.microsoft.com/office/drawing/2014/main" id="{226E9979-6C23-55FC-C461-B649DF920165}"/>
              </a:ext>
            </a:extLst>
          </p:cNvPr>
          <p:cNvSpPr>
            <a:spLocks noGrp="1"/>
          </p:cNvSpPr>
          <p:nvPr>
            <p:ph idx="1"/>
          </p:nvPr>
        </p:nvSpPr>
        <p:spPr>
          <a:xfrm>
            <a:off x="581192" y="2180496"/>
            <a:ext cx="11029615" cy="4249180"/>
          </a:xfrm>
        </p:spPr>
        <p:txBody>
          <a:bodyPr>
            <a:normAutofit/>
          </a:bodyPr>
          <a:lstStyle/>
          <a:p>
            <a:r>
              <a:rPr lang="en-US" sz="2400" b="0" i="0" dirty="0" err="1">
                <a:solidFill>
                  <a:srgbClr val="212529"/>
                </a:solidFill>
                <a:effectLst/>
                <a:latin typeface="Times New Roman" panose="02020603050405020304" pitchFamily="18" charset="0"/>
                <a:cs typeface="Times New Roman" panose="02020603050405020304" pitchFamily="18" charset="0"/>
              </a:rPr>
              <a:t>Chila</a:t>
            </a:r>
            <a:r>
              <a:rPr lang="en-US" sz="2400" b="0" i="0" dirty="0">
                <a:solidFill>
                  <a:srgbClr val="212529"/>
                </a:solidFill>
                <a:effectLst/>
                <a:latin typeface="Times New Roman" panose="02020603050405020304" pitchFamily="18" charset="0"/>
                <a:cs typeface="Times New Roman" panose="02020603050405020304" pitchFamily="18" charset="0"/>
              </a:rPr>
              <a:t> is flat chapati like dish which is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prepared with the rice batter mixed with the</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Urad </a:t>
            </a:r>
            <a:r>
              <a:rPr lang="en-US" sz="2400" b="0" i="0" dirty="0" err="1">
                <a:solidFill>
                  <a:srgbClr val="212529"/>
                </a:solidFill>
                <a:effectLst/>
                <a:latin typeface="Times New Roman" panose="02020603050405020304" pitchFamily="18" charset="0"/>
                <a:cs typeface="Times New Roman" panose="02020603050405020304" pitchFamily="18" charset="0"/>
              </a:rPr>
              <a:t>Daal</a:t>
            </a:r>
            <a:r>
              <a:rPr lang="en-US" sz="2400" b="0" i="0" dirty="0">
                <a:solidFill>
                  <a:srgbClr val="212529"/>
                </a:solidFill>
                <a:effectLst/>
                <a:latin typeface="Times New Roman" panose="02020603050405020304" pitchFamily="18" charset="0"/>
                <a:cs typeface="Times New Roman" panose="02020603050405020304" pitchFamily="18" charset="0"/>
              </a:rPr>
              <a:t>. </a:t>
            </a:r>
          </a:p>
          <a:p>
            <a:r>
              <a:rPr lang="en-US" sz="2400" b="0" i="0" dirty="0">
                <a:solidFill>
                  <a:srgbClr val="212529"/>
                </a:solidFill>
                <a:effectLst/>
                <a:latin typeface="Times New Roman" panose="02020603050405020304" pitchFamily="18" charset="0"/>
                <a:cs typeface="Times New Roman" panose="02020603050405020304" pitchFamily="18" charset="0"/>
              </a:rPr>
              <a:t>The dish is very easy to cook and is very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delicious in the taste. </a:t>
            </a:r>
          </a:p>
          <a:p>
            <a:r>
              <a:rPr lang="en-US" sz="2400" b="0" i="0" dirty="0" err="1">
                <a:solidFill>
                  <a:srgbClr val="212529"/>
                </a:solidFill>
                <a:effectLst/>
                <a:latin typeface="Times New Roman" panose="02020603050405020304" pitchFamily="18" charset="0"/>
                <a:cs typeface="Times New Roman" panose="02020603050405020304" pitchFamily="18" charset="0"/>
              </a:rPr>
              <a:t>Chila</a:t>
            </a:r>
            <a:r>
              <a:rPr lang="en-US" sz="2400" b="0" i="0" dirty="0">
                <a:solidFill>
                  <a:srgbClr val="212529"/>
                </a:solidFill>
                <a:effectLst/>
                <a:latin typeface="Times New Roman" panose="02020603050405020304" pitchFamily="18" charset="0"/>
                <a:cs typeface="Times New Roman" panose="02020603050405020304" pitchFamily="18" charset="0"/>
              </a:rPr>
              <a:t> is an important part of the breakfast </a:t>
            </a:r>
          </a:p>
          <a:p>
            <a:r>
              <a:rPr lang="en-US" sz="2400" b="0" i="0" dirty="0">
                <a:solidFill>
                  <a:srgbClr val="212529"/>
                </a:solidFill>
                <a:effectLst/>
                <a:latin typeface="Times New Roman" panose="02020603050405020304" pitchFamily="18" charset="0"/>
                <a:cs typeface="Times New Roman" panose="02020603050405020304" pitchFamily="18" charset="0"/>
              </a:rPr>
              <a:t>meal of the people of Chhattisgarh. </a:t>
            </a:r>
          </a:p>
          <a:p>
            <a:r>
              <a:rPr lang="en-US" sz="2400" b="0" i="0" dirty="0">
                <a:solidFill>
                  <a:srgbClr val="212529"/>
                </a:solidFill>
                <a:effectLst/>
                <a:latin typeface="Times New Roman" panose="02020603050405020304" pitchFamily="18" charset="0"/>
                <a:cs typeface="Times New Roman" panose="02020603050405020304" pitchFamily="18" charset="0"/>
              </a:rPr>
              <a:t>To grab the best taste of </a:t>
            </a:r>
            <a:r>
              <a:rPr lang="en-US" sz="2400" b="0" i="0" dirty="0" err="1">
                <a:solidFill>
                  <a:srgbClr val="212529"/>
                </a:solidFill>
                <a:effectLst/>
                <a:latin typeface="Times New Roman" panose="02020603050405020304" pitchFamily="18" charset="0"/>
                <a:cs typeface="Times New Roman" panose="02020603050405020304" pitchFamily="18" charset="0"/>
              </a:rPr>
              <a:t>Chila</a:t>
            </a:r>
            <a:r>
              <a:rPr lang="en-US" sz="2400" b="0" i="0" dirty="0">
                <a:solidFill>
                  <a:srgbClr val="212529"/>
                </a:solidFill>
                <a:effectLst/>
                <a:latin typeface="Times New Roman" panose="02020603050405020304" pitchFamily="18" charset="0"/>
                <a:cs typeface="Times New Roman" panose="02020603050405020304" pitchFamily="18" charset="0"/>
              </a:rPr>
              <a:t>, complement it with the green chutney.</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9D7F95-92A5-FE0D-53EA-6E6F2AAB9D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5297" y="1975839"/>
            <a:ext cx="5432409" cy="2990797"/>
          </a:xfrm>
          <a:prstGeom prst="rect">
            <a:avLst/>
          </a:prstGeom>
        </p:spPr>
      </p:pic>
    </p:spTree>
    <p:extLst>
      <p:ext uri="{BB962C8B-B14F-4D97-AF65-F5344CB8AC3E}">
        <p14:creationId xmlns:p14="http://schemas.microsoft.com/office/powerpoint/2010/main" val="907731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51A6C-2980-3664-2FE0-543F63702849}"/>
              </a:ext>
            </a:extLst>
          </p:cNvPr>
          <p:cNvSpPr>
            <a:spLocks noGrp="1"/>
          </p:cNvSpPr>
          <p:nvPr>
            <p:ph type="title"/>
          </p:nvPr>
        </p:nvSpPr>
        <p:spPr>
          <a:xfrm>
            <a:off x="581192" y="999201"/>
            <a:ext cx="11029616" cy="1013800"/>
          </a:xfrm>
        </p:spPr>
        <p:txBody>
          <a:bodyPr/>
          <a:lstStyle/>
          <a:p>
            <a:r>
              <a:rPr lang="en-IN" b="0" i="0" dirty="0" err="1">
                <a:effectLst/>
                <a:latin typeface="manrope bold"/>
              </a:rPr>
              <a:t>Bhajia</a:t>
            </a:r>
            <a:br>
              <a:rPr lang="en-IN" b="0" i="0" dirty="0">
                <a:solidFill>
                  <a:srgbClr val="333333"/>
                </a:solidFill>
                <a:effectLst/>
                <a:latin typeface="manrope bold"/>
              </a:rPr>
            </a:br>
            <a:endParaRPr lang="en-IN" dirty="0"/>
          </a:p>
        </p:txBody>
      </p:sp>
      <p:sp>
        <p:nvSpPr>
          <p:cNvPr id="3" name="Content Placeholder 2">
            <a:extLst>
              <a:ext uri="{FF2B5EF4-FFF2-40B4-BE49-F238E27FC236}">
                <a16:creationId xmlns:a16="http://schemas.microsoft.com/office/drawing/2014/main" id="{5BC878B4-C79B-19A0-08EA-49FA3572105E}"/>
              </a:ext>
            </a:extLst>
          </p:cNvPr>
          <p:cNvSpPr>
            <a:spLocks noGrp="1"/>
          </p:cNvSpPr>
          <p:nvPr>
            <p:ph idx="1"/>
          </p:nvPr>
        </p:nvSpPr>
        <p:spPr>
          <a:xfrm>
            <a:off x="417941" y="1925053"/>
            <a:ext cx="11356117" cy="4610501"/>
          </a:xfrm>
        </p:spPr>
        <p:txBody>
          <a:bodyPr>
            <a:normAutofit lnSpcReduction="10000"/>
          </a:bodyPr>
          <a:lstStyle/>
          <a:p>
            <a:r>
              <a:rPr lang="en-US" sz="2400" b="0" i="0" dirty="0" err="1">
                <a:solidFill>
                  <a:srgbClr val="212529"/>
                </a:solidFill>
                <a:effectLst/>
                <a:latin typeface="Times New Roman" panose="02020603050405020304" pitchFamily="18" charset="0"/>
                <a:cs typeface="Times New Roman" panose="02020603050405020304" pitchFamily="18" charset="0"/>
              </a:rPr>
              <a:t>Bhajia</a:t>
            </a:r>
            <a:r>
              <a:rPr lang="en-US" sz="2400" b="0" i="0" dirty="0">
                <a:solidFill>
                  <a:srgbClr val="212529"/>
                </a:solidFill>
                <a:effectLst/>
                <a:latin typeface="Times New Roman" panose="02020603050405020304" pitchFamily="18" charset="0"/>
                <a:cs typeface="Times New Roman" panose="02020603050405020304" pitchFamily="18" charset="0"/>
              </a:rPr>
              <a:t> is a famous street food of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Chhattisgarh which is very popular among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the local people of the state.</a:t>
            </a:r>
          </a:p>
          <a:p>
            <a:r>
              <a:rPr lang="en-US" sz="2400" b="0" i="0" dirty="0" err="1">
                <a:solidFill>
                  <a:srgbClr val="212529"/>
                </a:solidFill>
                <a:effectLst/>
                <a:latin typeface="Times New Roman" panose="02020603050405020304" pitchFamily="18" charset="0"/>
                <a:cs typeface="Times New Roman" panose="02020603050405020304" pitchFamily="18" charset="0"/>
              </a:rPr>
              <a:t>Bhajia</a:t>
            </a:r>
            <a:r>
              <a:rPr lang="en-US" sz="2400" b="0" i="0" dirty="0">
                <a:solidFill>
                  <a:srgbClr val="212529"/>
                </a:solidFill>
                <a:effectLst/>
                <a:latin typeface="Times New Roman" panose="02020603050405020304" pitchFamily="18" charset="0"/>
                <a:cs typeface="Times New Roman" panose="02020603050405020304" pitchFamily="18" charset="0"/>
              </a:rPr>
              <a:t> is prepared with the gram flour. </a:t>
            </a:r>
          </a:p>
          <a:p>
            <a:r>
              <a:rPr lang="en-US" sz="2400" b="0" i="0" dirty="0">
                <a:solidFill>
                  <a:srgbClr val="212529"/>
                </a:solidFill>
                <a:effectLst/>
                <a:latin typeface="Times New Roman" panose="02020603050405020304" pitchFamily="18" charset="0"/>
                <a:cs typeface="Times New Roman" panose="02020603050405020304" pitchFamily="18" charset="0"/>
              </a:rPr>
              <a:t>Various type of Bhajis such as Mirchi Bhaji-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prepared with chili, onion Bhaji prepared with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onion, and Aloo </a:t>
            </a:r>
            <a:r>
              <a:rPr lang="en-US" sz="2400" b="0" i="0" dirty="0" err="1">
                <a:solidFill>
                  <a:srgbClr val="212529"/>
                </a:solidFill>
                <a:effectLst/>
                <a:latin typeface="Times New Roman" panose="02020603050405020304" pitchFamily="18" charset="0"/>
                <a:cs typeface="Times New Roman" panose="02020603050405020304" pitchFamily="18" charset="0"/>
              </a:rPr>
              <a:t>Bhajia</a:t>
            </a:r>
            <a:r>
              <a:rPr lang="en-US" sz="2400" b="0" i="0" dirty="0">
                <a:solidFill>
                  <a:srgbClr val="212529"/>
                </a:solidFill>
                <a:effectLst/>
                <a:latin typeface="Times New Roman" panose="02020603050405020304" pitchFamily="18" charset="0"/>
                <a:cs typeface="Times New Roman" panose="02020603050405020304" pitchFamily="18" charset="0"/>
              </a:rPr>
              <a:t> prepared with potato are</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some of the famous variants of the dish. </a:t>
            </a:r>
          </a:p>
          <a:p>
            <a:r>
              <a:rPr lang="en-US" sz="2400" b="0" i="0" dirty="0">
                <a:solidFill>
                  <a:srgbClr val="212529"/>
                </a:solidFill>
                <a:effectLst/>
                <a:latin typeface="Times New Roman" panose="02020603050405020304" pitchFamily="18" charset="0"/>
                <a:cs typeface="Times New Roman" panose="02020603050405020304" pitchFamily="18" charset="0"/>
              </a:rPr>
              <a:t>The perfect aroma and the right amount spices add the delectable street food taste to this dish. </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316D3DA-4456-8C18-4F64-14FB737438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6935" y="2013001"/>
            <a:ext cx="5017123" cy="3330115"/>
          </a:xfrm>
          <a:prstGeom prst="rect">
            <a:avLst/>
          </a:prstGeom>
        </p:spPr>
      </p:pic>
    </p:spTree>
    <p:extLst>
      <p:ext uri="{BB962C8B-B14F-4D97-AF65-F5344CB8AC3E}">
        <p14:creationId xmlns:p14="http://schemas.microsoft.com/office/powerpoint/2010/main" val="1718721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980B-2856-32B8-5E28-90FEE6428D8E}"/>
              </a:ext>
            </a:extLst>
          </p:cNvPr>
          <p:cNvSpPr>
            <a:spLocks noGrp="1"/>
          </p:cNvSpPr>
          <p:nvPr>
            <p:ph type="title"/>
          </p:nvPr>
        </p:nvSpPr>
        <p:spPr>
          <a:xfrm>
            <a:off x="581191" y="1067916"/>
            <a:ext cx="11029616" cy="1013800"/>
          </a:xfrm>
        </p:spPr>
        <p:txBody>
          <a:bodyPr/>
          <a:lstStyle/>
          <a:p>
            <a:r>
              <a:rPr lang="en-IN" b="0" i="0" dirty="0" err="1">
                <a:effectLst/>
                <a:latin typeface="manrope bold"/>
              </a:rPr>
              <a:t>Sabudana</a:t>
            </a:r>
            <a:r>
              <a:rPr lang="en-IN" b="0" i="0" dirty="0">
                <a:effectLst/>
                <a:latin typeface="manrope bold"/>
              </a:rPr>
              <a:t> ki </a:t>
            </a:r>
            <a:r>
              <a:rPr lang="en-IN" b="0" i="0" dirty="0" err="1">
                <a:effectLst/>
                <a:latin typeface="manrope bold"/>
              </a:rPr>
              <a:t>Kichdi</a:t>
            </a:r>
            <a:br>
              <a:rPr lang="en-IN" b="0" i="0" dirty="0">
                <a:effectLst/>
                <a:latin typeface="manrope bold"/>
              </a:rPr>
            </a:br>
            <a:endParaRPr lang="en-IN" dirty="0"/>
          </a:p>
        </p:txBody>
      </p:sp>
      <p:sp>
        <p:nvSpPr>
          <p:cNvPr id="3" name="Content Placeholder 2">
            <a:extLst>
              <a:ext uri="{FF2B5EF4-FFF2-40B4-BE49-F238E27FC236}">
                <a16:creationId xmlns:a16="http://schemas.microsoft.com/office/drawing/2014/main" id="{E3C365EB-93D3-4B36-19B4-33DE86A0C2A9}"/>
              </a:ext>
            </a:extLst>
          </p:cNvPr>
          <p:cNvSpPr>
            <a:spLocks noGrp="1"/>
          </p:cNvSpPr>
          <p:nvPr>
            <p:ph idx="1"/>
          </p:nvPr>
        </p:nvSpPr>
        <p:spPr>
          <a:xfrm>
            <a:off x="581192" y="2081716"/>
            <a:ext cx="11209754" cy="4367210"/>
          </a:xfrm>
        </p:spPr>
        <p:txBody>
          <a:bodyPr>
            <a:normAutofit/>
          </a:bodyPr>
          <a:lstStyle/>
          <a:p>
            <a:pPr algn="just"/>
            <a:r>
              <a:rPr lang="en-US" sz="2400" b="0" i="0" dirty="0" err="1">
                <a:solidFill>
                  <a:srgbClr val="212529"/>
                </a:solidFill>
                <a:effectLst/>
                <a:latin typeface="Times New Roman" panose="02020603050405020304" pitchFamily="18" charset="0"/>
                <a:cs typeface="Times New Roman" panose="02020603050405020304" pitchFamily="18" charset="0"/>
              </a:rPr>
              <a:t>Sabudana</a:t>
            </a:r>
            <a:r>
              <a:rPr lang="en-US" sz="2400" b="0" i="0" dirty="0">
                <a:solidFill>
                  <a:srgbClr val="212529"/>
                </a:solidFill>
                <a:effectLst/>
                <a:latin typeface="Times New Roman" panose="02020603050405020304" pitchFamily="18" charset="0"/>
                <a:cs typeface="Times New Roman" panose="02020603050405020304" pitchFamily="18" charset="0"/>
              </a:rPr>
              <a:t> Ki </a:t>
            </a:r>
            <a:r>
              <a:rPr lang="en-US" sz="2400" b="0" i="0" dirty="0" err="1">
                <a:solidFill>
                  <a:srgbClr val="212529"/>
                </a:solidFill>
                <a:effectLst/>
                <a:latin typeface="Times New Roman" panose="02020603050405020304" pitchFamily="18" charset="0"/>
                <a:cs typeface="Times New Roman" panose="02020603050405020304" pitchFamily="18" charset="0"/>
              </a:rPr>
              <a:t>Kichdi</a:t>
            </a:r>
            <a:r>
              <a:rPr lang="en-US" sz="2400" b="0" i="0" dirty="0">
                <a:solidFill>
                  <a:srgbClr val="212529"/>
                </a:solidFill>
                <a:effectLst/>
                <a:latin typeface="Times New Roman" panose="02020603050405020304" pitchFamily="18" charset="0"/>
                <a:cs typeface="Times New Roman" panose="02020603050405020304" pitchFamily="18" charset="0"/>
              </a:rPr>
              <a:t> is a dish prepared with the</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 soaked </a:t>
            </a:r>
            <a:r>
              <a:rPr lang="en-US" sz="2400" b="0" i="0" dirty="0" err="1">
                <a:solidFill>
                  <a:srgbClr val="212529"/>
                </a:solidFill>
                <a:effectLst/>
                <a:latin typeface="Times New Roman" panose="02020603050405020304" pitchFamily="18" charset="0"/>
                <a:cs typeface="Times New Roman" panose="02020603050405020304" pitchFamily="18" charset="0"/>
              </a:rPr>
              <a:t>Sabudana</a:t>
            </a:r>
            <a:r>
              <a:rPr lang="en-US" sz="2400" b="0" i="0" dirty="0">
                <a:solidFill>
                  <a:srgbClr val="212529"/>
                </a:solidFill>
                <a:effectLst/>
                <a:latin typeface="Times New Roman" panose="02020603050405020304" pitchFamily="18" charset="0"/>
                <a:cs typeface="Times New Roman" panose="02020603050405020304" pitchFamily="18" charset="0"/>
              </a:rPr>
              <a:t> balls. </a:t>
            </a:r>
          </a:p>
          <a:p>
            <a:pPr algn="just"/>
            <a:r>
              <a:rPr lang="en-US" sz="2400" b="0" i="0" dirty="0">
                <a:solidFill>
                  <a:srgbClr val="212529"/>
                </a:solidFill>
                <a:effectLst/>
                <a:latin typeface="Times New Roman" panose="02020603050405020304" pitchFamily="18" charset="0"/>
                <a:cs typeface="Times New Roman" panose="02020603050405020304" pitchFamily="18" charset="0"/>
              </a:rPr>
              <a:t>To add the flavor to the dish various vegetables</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and spices are added that provides a delicious taste.</a:t>
            </a:r>
          </a:p>
          <a:p>
            <a:pPr algn="just"/>
            <a:r>
              <a:rPr lang="en-US" sz="2400" b="0" i="0" dirty="0" err="1">
                <a:solidFill>
                  <a:srgbClr val="212529"/>
                </a:solidFill>
                <a:effectLst/>
                <a:latin typeface="Times New Roman" panose="02020603050405020304" pitchFamily="18" charset="0"/>
                <a:cs typeface="Times New Roman" panose="02020603050405020304" pitchFamily="18" charset="0"/>
              </a:rPr>
              <a:t>Sabudana</a:t>
            </a:r>
            <a:r>
              <a:rPr lang="en-US" sz="2400" b="0" i="0" dirty="0">
                <a:solidFill>
                  <a:srgbClr val="212529"/>
                </a:solidFill>
                <a:effectLst/>
                <a:latin typeface="Times New Roman" panose="02020603050405020304" pitchFamily="18" charset="0"/>
                <a:cs typeface="Times New Roman" panose="02020603050405020304" pitchFamily="18" charset="0"/>
              </a:rPr>
              <a:t> ki </a:t>
            </a:r>
            <a:r>
              <a:rPr lang="en-US" sz="2400" b="0" i="0" dirty="0" err="1">
                <a:solidFill>
                  <a:srgbClr val="212529"/>
                </a:solidFill>
                <a:effectLst/>
                <a:latin typeface="Times New Roman" panose="02020603050405020304" pitchFamily="18" charset="0"/>
                <a:cs typeface="Times New Roman" panose="02020603050405020304" pitchFamily="18" charset="0"/>
              </a:rPr>
              <a:t>Kichdi</a:t>
            </a:r>
            <a:r>
              <a:rPr lang="en-US" sz="2400" b="0" i="0" dirty="0">
                <a:solidFill>
                  <a:srgbClr val="212529"/>
                </a:solidFill>
                <a:effectLst/>
                <a:latin typeface="Times New Roman" panose="02020603050405020304" pitchFamily="18" charset="0"/>
                <a:cs typeface="Times New Roman" panose="02020603050405020304" pitchFamily="18" charset="0"/>
              </a:rPr>
              <a:t> is fondly eaten during</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 the fast, but it accounts for an important dish for the</a:t>
            </a:r>
          </a:p>
          <a:p>
            <a:pPr marL="0" indent="0" algn="just">
              <a:buNone/>
            </a:pPr>
            <a:r>
              <a:rPr lang="en-US" sz="2400" b="0" i="0" dirty="0">
                <a:solidFill>
                  <a:srgbClr val="212529"/>
                </a:solidFill>
                <a:effectLst/>
                <a:latin typeface="Times New Roman" panose="02020603050405020304" pitchFamily="18" charset="0"/>
                <a:cs typeface="Times New Roman" panose="02020603050405020304" pitchFamily="18" charset="0"/>
              </a:rPr>
              <a:t> people of Chhattisgarh.</a:t>
            </a:r>
          </a:p>
          <a:p>
            <a:pPr marL="0" indent="0" algn="just">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D55508D-9DA9-8ABD-E425-7F2DE0157D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197" y="1987781"/>
            <a:ext cx="4552749" cy="3190611"/>
          </a:xfrm>
          <a:prstGeom prst="rect">
            <a:avLst/>
          </a:prstGeom>
        </p:spPr>
      </p:pic>
    </p:spTree>
    <p:extLst>
      <p:ext uri="{BB962C8B-B14F-4D97-AF65-F5344CB8AC3E}">
        <p14:creationId xmlns:p14="http://schemas.microsoft.com/office/powerpoint/2010/main" val="14475854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B580-5F08-8CF2-3E54-DD7A9D55ED77}"/>
              </a:ext>
            </a:extLst>
          </p:cNvPr>
          <p:cNvSpPr>
            <a:spLocks noGrp="1"/>
          </p:cNvSpPr>
          <p:nvPr>
            <p:ph type="title"/>
          </p:nvPr>
        </p:nvSpPr>
        <p:spPr>
          <a:xfrm>
            <a:off x="581191" y="1077541"/>
            <a:ext cx="11029616" cy="1013800"/>
          </a:xfrm>
        </p:spPr>
        <p:txBody>
          <a:bodyPr/>
          <a:lstStyle/>
          <a:p>
            <a:r>
              <a:rPr lang="en-IN" b="0" i="0" dirty="0" err="1">
                <a:effectLst/>
                <a:latin typeface="manrope bold"/>
              </a:rPr>
              <a:t>Tilgur</a:t>
            </a:r>
            <a:r>
              <a:rPr lang="en-IN" b="0" i="0" dirty="0">
                <a:effectLst/>
                <a:latin typeface="manrope bold"/>
              </a:rPr>
              <a:t> or </a:t>
            </a:r>
            <a:r>
              <a:rPr lang="en-IN" b="0" i="0" dirty="0" err="1">
                <a:effectLst/>
                <a:latin typeface="manrope bold"/>
              </a:rPr>
              <a:t>tilkeladoo</a:t>
            </a:r>
            <a:br>
              <a:rPr lang="en-IN" b="0" i="0" dirty="0">
                <a:effectLst/>
                <a:latin typeface="manrope bold"/>
              </a:rPr>
            </a:br>
            <a:endParaRPr lang="en-IN" dirty="0"/>
          </a:p>
        </p:txBody>
      </p:sp>
      <p:sp>
        <p:nvSpPr>
          <p:cNvPr id="3" name="Content Placeholder 2">
            <a:extLst>
              <a:ext uri="{FF2B5EF4-FFF2-40B4-BE49-F238E27FC236}">
                <a16:creationId xmlns:a16="http://schemas.microsoft.com/office/drawing/2014/main" id="{113901C2-D98C-DC5B-8DB6-D8A4279387E1}"/>
              </a:ext>
            </a:extLst>
          </p:cNvPr>
          <p:cNvSpPr>
            <a:spLocks noGrp="1"/>
          </p:cNvSpPr>
          <p:nvPr>
            <p:ph idx="1"/>
          </p:nvPr>
        </p:nvSpPr>
        <p:spPr>
          <a:xfrm>
            <a:off x="581192" y="1911123"/>
            <a:ext cx="11224726" cy="4306931"/>
          </a:xfrm>
        </p:spPr>
        <p:txBody>
          <a:bodyPr>
            <a:normAutofit/>
          </a:bodyPr>
          <a:lstStyle/>
          <a:p>
            <a:r>
              <a:rPr lang="en-US" sz="2400" b="0" i="0" dirty="0">
                <a:solidFill>
                  <a:srgbClr val="212529"/>
                </a:solidFill>
                <a:effectLst/>
                <a:latin typeface="Times New Roman" panose="02020603050405020304" pitchFamily="18" charset="0"/>
                <a:cs typeface="Times New Roman" panose="02020603050405020304" pitchFamily="18" charset="0"/>
              </a:rPr>
              <a:t>The roasted sesame seeds are mixed with the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dark jaggery and peanuts. </a:t>
            </a:r>
          </a:p>
          <a:p>
            <a:r>
              <a:rPr lang="en-US" sz="2400" b="0" i="0" dirty="0">
                <a:solidFill>
                  <a:srgbClr val="212529"/>
                </a:solidFill>
                <a:effectLst/>
                <a:latin typeface="Times New Roman" panose="02020603050405020304" pitchFamily="18" charset="0"/>
                <a:cs typeface="Times New Roman" panose="02020603050405020304" pitchFamily="18" charset="0"/>
              </a:rPr>
              <a:t>The mixed is well mixed and is then made into </a:t>
            </a:r>
          </a:p>
          <a:p>
            <a:pPr marL="0" indent="0">
              <a:buNone/>
            </a:pPr>
            <a:r>
              <a:rPr lang="en-US" sz="2400" b="0" i="0" dirty="0" err="1">
                <a:solidFill>
                  <a:srgbClr val="212529"/>
                </a:solidFill>
                <a:effectLst/>
                <a:latin typeface="Times New Roman" panose="02020603050405020304" pitchFamily="18" charset="0"/>
                <a:cs typeface="Times New Roman" panose="02020603050405020304" pitchFamily="18" charset="0"/>
              </a:rPr>
              <a:t>Ladoos</a:t>
            </a:r>
            <a:r>
              <a:rPr lang="en-US" sz="2400" b="0" i="0" dirty="0">
                <a:solidFill>
                  <a:srgbClr val="212529"/>
                </a:solidFill>
                <a:effectLst/>
                <a:latin typeface="Times New Roman" panose="02020603050405020304" pitchFamily="18" charset="0"/>
                <a:cs typeface="Times New Roman" panose="02020603050405020304" pitchFamily="18" charset="0"/>
              </a:rPr>
              <a:t> to grab the famous dish of the state. </a:t>
            </a:r>
          </a:p>
          <a:p>
            <a:r>
              <a:rPr lang="en-US" sz="2400" b="0" i="0" dirty="0" err="1">
                <a:solidFill>
                  <a:srgbClr val="212529"/>
                </a:solidFill>
                <a:effectLst/>
                <a:latin typeface="Times New Roman" panose="02020603050405020304" pitchFamily="18" charset="0"/>
                <a:cs typeface="Times New Roman" panose="02020603050405020304" pitchFamily="18" charset="0"/>
              </a:rPr>
              <a:t>Tilgur</a:t>
            </a:r>
            <a:r>
              <a:rPr lang="en-US" sz="2400" b="0" i="0" dirty="0">
                <a:solidFill>
                  <a:srgbClr val="212529"/>
                </a:solidFill>
                <a:effectLst/>
                <a:latin typeface="Times New Roman" panose="02020603050405020304" pitchFamily="18" charset="0"/>
                <a:cs typeface="Times New Roman" panose="02020603050405020304" pitchFamily="18" charset="0"/>
              </a:rPr>
              <a:t> are must- served during the various </a:t>
            </a:r>
          </a:p>
          <a:p>
            <a:pPr marL="0" indent="0">
              <a:buNone/>
            </a:pPr>
            <a:r>
              <a:rPr lang="en-US" sz="2400" b="0" i="0" dirty="0">
                <a:solidFill>
                  <a:srgbClr val="212529"/>
                </a:solidFill>
                <a:effectLst/>
                <a:latin typeface="Times New Roman" panose="02020603050405020304" pitchFamily="18" charset="0"/>
                <a:cs typeface="Times New Roman" panose="02020603050405020304" pitchFamily="18" charset="0"/>
              </a:rPr>
              <a:t>Occasions and festivals of the state. </a:t>
            </a:r>
          </a:p>
          <a:p>
            <a:r>
              <a:rPr lang="en-US" sz="2400" b="0" i="0" dirty="0">
                <a:solidFill>
                  <a:srgbClr val="212529"/>
                </a:solidFill>
                <a:effectLst/>
                <a:latin typeface="Times New Roman" panose="02020603050405020304" pitchFamily="18" charset="0"/>
                <a:cs typeface="Times New Roman" panose="02020603050405020304" pitchFamily="18" charset="0"/>
              </a:rPr>
              <a:t>Makar Sankranti is the main festival where the people prepare </a:t>
            </a:r>
            <a:r>
              <a:rPr lang="en-US" sz="2400" b="0" i="0" dirty="0" err="1">
                <a:solidFill>
                  <a:srgbClr val="212529"/>
                </a:solidFill>
                <a:effectLst/>
                <a:latin typeface="Times New Roman" panose="02020603050405020304" pitchFamily="18" charset="0"/>
                <a:cs typeface="Times New Roman" panose="02020603050405020304" pitchFamily="18" charset="0"/>
              </a:rPr>
              <a:t>Tilgur</a:t>
            </a:r>
            <a:r>
              <a:rPr lang="en-US" sz="2400" b="0" i="0" dirty="0">
                <a:solidFill>
                  <a:srgbClr val="212529"/>
                </a:solidFill>
                <a:effectLs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30E7185-4D41-35B1-0E26-7B3A1666A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9813" y="1975841"/>
            <a:ext cx="4866105" cy="3246605"/>
          </a:xfrm>
          <a:prstGeom prst="rect">
            <a:avLst/>
          </a:prstGeom>
        </p:spPr>
      </p:pic>
    </p:spTree>
    <p:extLst>
      <p:ext uri="{BB962C8B-B14F-4D97-AF65-F5344CB8AC3E}">
        <p14:creationId xmlns:p14="http://schemas.microsoft.com/office/powerpoint/2010/main" val="3041287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1A8B32-0721-57B9-6015-FEB3BF4CA150}"/>
              </a:ext>
            </a:extLst>
          </p:cNvPr>
          <p:cNvSpPr>
            <a:spLocks noGrp="1"/>
          </p:cNvSpPr>
          <p:nvPr>
            <p:ph type="ctrTitle"/>
          </p:nvPr>
        </p:nvSpPr>
        <p:spPr/>
        <p:txBody>
          <a:bodyPr/>
          <a:lstStyle/>
          <a:p>
            <a:pPr algn="ctr"/>
            <a:r>
              <a:rPr lang="en-IN" b="1" i="0" dirty="0">
                <a:solidFill>
                  <a:schemeClr val="accent2"/>
                </a:solidFill>
                <a:effectLst/>
                <a:latin typeface="Roboto" panose="02000000000000000000" pitchFamily="2" charset="0"/>
              </a:rPr>
              <a:t>Art and Crafts</a:t>
            </a:r>
            <a:br>
              <a:rPr lang="en-IN" b="1" i="0" dirty="0">
                <a:solidFill>
                  <a:srgbClr val="010101"/>
                </a:solidFill>
                <a:effectLst/>
                <a:latin typeface="Roboto" panose="02000000000000000000" pitchFamily="2" charset="0"/>
              </a:rPr>
            </a:br>
            <a:endParaRPr lang="en-IN" dirty="0"/>
          </a:p>
        </p:txBody>
      </p:sp>
      <p:sp>
        <p:nvSpPr>
          <p:cNvPr id="5" name="Subtitle 4">
            <a:extLst>
              <a:ext uri="{FF2B5EF4-FFF2-40B4-BE49-F238E27FC236}">
                <a16:creationId xmlns:a16="http://schemas.microsoft.com/office/drawing/2014/main" id="{3FB4A173-7F0A-8211-D094-55C326AD4F0F}"/>
              </a:ext>
            </a:extLst>
          </p:cNvPr>
          <p:cNvSpPr>
            <a:spLocks noGrp="1"/>
          </p:cNvSpPr>
          <p:nvPr>
            <p:ph type="subTitle" idx="1"/>
          </p:nvPr>
        </p:nvSpPr>
        <p:spPr>
          <a:xfrm>
            <a:off x="471639" y="4362557"/>
            <a:ext cx="11203806" cy="590321"/>
          </a:xfrm>
        </p:spPr>
        <p:txBody>
          <a:bodyPr>
            <a:normAutofit/>
          </a:bodyPr>
          <a:lstStyle/>
          <a:p>
            <a:pPr algn="ctr"/>
            <a:r>
              <a:rPr lang="en-IN" sz="2400" dirty="0">
                <a:solidFill>
                  <a:schemeClr val="bg1"/>
                </a:solidFill>
                <a:latin typeface="Times New Roman" panose="02020603050405020304" pitchFamily="18" charset="0"/>
                <a:cs typeface="Times New Roman" panose="02020603050405020304" pitchFamily="18" charset="0"/>
              </a:rPr>
              <a:t>let’s take a look at the art and crafts of </a:t>
            </a:r>
            <a:r>
              <a:rPr lang="en-IN" sz="2400" dirty="0" err="1">
                <a:solidFill>
                  <a:schemeClr val="bg1"/>
                </a:solidFill>
                <a:latin typeface="Times New Roman" panose="02020603050405020304" pitchFamily="18" charset="0"/>
                <a:cs typeface="Times New Roman" panose="02020603050405020304" pitchFamily="18" charset="0"/>
              </a:rPr>
              <a:t>chhattisgarh</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82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FA8864-EB35-EA42-58AB-80FDDEB587DD}"/>
              </a:ext>
            </a:extLst>
          </p:cNvPr>
          <p:cNvSpPr>
            <a:spLocks noGrp="1"/>
          </p:cNvSpPr>
          <p:nvPr>
            <p:ph type="ctrTitle"/>
          </p:nvPr>
        </p:nvSpPr>
        <p:spPr>
          <a:xfrm>
            <a:off x="599225" y="529542"/>
            <a:ext cx="10993549" cy="1475013"/>
          </a:xfrm>
        </p:spPr>
        <p:txBody>
          <a:bodyPr/>
          <a:lstStyle/>
          <a:p>
            <a:pPr algn="ctr"/>
            <a:r>
              <a:rPr lang="en-US" dirty="0"/>
              <a:t>Tribal Art</a:t>
            </a:r>
            <a:endParaRPr lang="en-IN" dirty="0"/>
          </a:p>
        </p:txBody>
      </p:sp>
      <p:sp>
        <p:nvSpPr>
          <p:cNvPr id="5" name="Subtitle 4">
            <a:extLst>
              <a:ext uri="{FF2B5EF4-FFF2-40B4-BE49-F238E27FC236}">
                <a16:creationId xmlns:a16="http://schemas.microsoft.com/office/drawing/2014/main" id="{2E416402-9984-4435-6737-7AAB33CEB938}"/>
              </a:ext>
            </a:extLst>
          </p:cNvPr>
          <p:cNvSpPr>
            <a:spLocks noGrp="1"/>
          </p:cNvSpPr>
          <p:nvPr>
            <p:ph type="subTitle" idx="1"/>
          </p:nvPr>
        </p:nvSpPr>
        <p:spPr>
          <a:xfrm>
            <a:off x="404261" y="4189491"/>
            <a:ext cx="11261558" cy="590321"/>
          </a:xfrm>
        </p:spPr>
        <p:txBody>
          <a:bodyPr>
            <a:noAutofit/>
          </a:bodyPr>
          <a:lstStyle/>
          <a:p>
            <a:pPr algn="ctr"/>
            <a:r>
              <a:rPr lang="en-US" sz="2400" dirty="0">
                <a:solidFill>
                  <a:schemeClr val="bg1"/>
                </a:solidFill>
                <a:latin typeface="Times New Roman" panose="02020603050405020304" pitchFamily="18" charset="0"/>
                <a:cs typeface="Times New Roman" panose="02020603050405020304" pitchFamily="18" charset="0"/>
              </a:rPr>
              <a:t>The tribal art of Chhattisgarh includes wall painting and </a:t>
            </a:r>
          </a:p>
          <a:p>
            <a:pPr algn="ctr"/>
            <a:r>
              <a:rPr lang="en-US" sz="2400" dirty="0" err="1">
                <a:solidFill>
                  <a:schemeClr val="bg1"/>
                </a:solidFill>
                <a:latin typeface="Times New Roman" panose="02020603050405020304" pitchFamily="18" charset="0"/>
                <a:cs typeface="Times New Roman" panose="02020603050405020304" pitchFamily="18" charset="0"/>
              </a:rPr>
              <a:t>pithora</a:t>
            </a:r>
            <a:r>
              <a:rPr lang="en-US" sz="2400" dirty="0">
                <a:solidFill>
                  <a:schemeClr val="bg1"/>
                </a:solidFill>
                <a:latin typeface="Times New Roman" panose="02020603050405020304" pitchFamily="18" charset="0"/>
                <a:cs typeface="Times New Roman" panose="02020603050405020304" pitchFamily="18" charset="0"/>
              </a:rPr>
              <a:t> art</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7053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0606B8-1978-7428-E682-C92D861176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02878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8CD300-2337-2918-0D5C-522D7F1FB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08581" cy="6858000"/>
          </a:xfrm>
          <a:prstGeom prst="rect">
            <a:avLst/>
          </a:prstGeom>
        </p:spPr>
      </p:pic>
    </p:spTree>
    <p:extLst>
      <p:ext uri="{BB962C8B-B14F-4D97-AF65-F5344CB8AC3E}">
        <p14:creationId xmlns:p14="http://schemas.microsoft.com/office/powerpoint/2010/main" val="41495520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750AF4-9BF0-24AD-C514-FE3E109B4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07518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849E4B-A3F9-BBFA-CB4D-5EB0E9B38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1"/>
          </a:xfrm>
          <a:prstGeom prst="rect">
            <a:avLst/>
          </a:prstGeom>
        </p:spPr>
      </p:pic>
    </p:spTree>
    <p:extLst>
      <p:ext uri="{BB962C8B-B14F-4D97-AF65-F5344CB8AC3E}">
        <p14:creationId xmlns:p14="http://schemas.microsoft.com/office/powerpoint/2010/main" val="103502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405A3-5248-9BB4-BA6B-F4BFDD638814}"/>
              </a:ext>
            </a:extLst>
          </p:cNvPr>
          <p:cNvSpPr>
            <a:spLocks noGrp="1"/>
          </p:cNvSpPr>
          <p:nvPr>
            <p:ph type="ctrTitle"/>
          </p:nvPr>
        </p:nvSpPr>
        <p:spPr/>
        <p:txBody>
          <a:bodyPr/>
          <a:lstStyle/>
          <a:p>
            <a:pPr algn="ctr"/>
            <a:r>
              <a:rPr lang="en-US" dirty="0"/>
              <a:t>Crafts of Chhattisgarh</a:t>
            </a:r>
            <a:endParaRPr lang="en-IN" dirty="0"/>
          </a:p>
        </p:txBody>
      </p:sp>
      <p:sp>
        <p:nvSpPr>
          <p:cNvPr id="3" name="Subtitle 2">
            <a:extLst>
              <a:ext uri="{FF2B5EF4-FFF2-40B4-BE49-F238E27FC236}">
                <a16:creationId xmlns:a16="http://schemas.microsoft.com/office/drawing/2014/main" id="{77C7F1CF-9FF3-997F-0283-62131E7688DD}"/>
              </a:ext>
            </a:extLst>
          </p:cNvPr>
          <p:cNvSpPr>
            <a:spLocks noGrp="1"/>
          </p:cNvSpPr>
          <p:nvPr>
            <p:ph type="subTitle" idx="1"/>
          </p:nvPr>
        </p:nvSpPr>
        <p:spPr>
          <a:xfrm>
            <a:off x="452387" y="4067396"/>
            <a:ext cx="11257107" cy="590321"/>
          </a:xfrm>
        </p:spPr>
        <p:txBody>
          <a:bodyPr>
            <a:noAutofit/>
          </a:bodyPr>
          <a:lstStyle/>
          <a:p>
            <a:pPr algn="ctr"/>
            <a:r>
              <a:rPr lang="en-US" sz="2400" dirty="0">
                <a:solidFill>
                  <a:schemeClr val="bg1"/>
                </a:solidFill>
                <a:latin typeface="Times New Roman" panose="02020603050405020304" pitchFamily="18" charset="0"/>
                <a:cs typeface="Times New Roman" panose="02020603050405020304" pitchFamily="18" charset="0"/>
              </a:rPr>
              <a:t>The crafts include metal carving , wood carving, bead carving , wall art</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47172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06188E-2A99-92D3-724D-462BFC42B0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888" y="702644"/>
            <a:ext cx="11261558" cy="5881036"/>
          </a:xfrm>
          <a:prstGeom prst="rect">
            <a:avLst/>
          </a:prstGeom>
        </p:spPr>
      </p:pic>
    </p:spTree>
    <p:extLst>
      <p:ext uri="{BB962C8B-B14F-4D97-AF65-F5344CB8AC3E}">
        <p14:creationId xmlns:p14="http://schemas.microsoft.com/office/powerpoint/2010/main" val="1727859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28E86C-562C-8579-9040-2125B1125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5545" y="837130"/>
            <a:ext cx="9307630" cy="5588000"/>
          </a:xfrm>
          <a:prstGeom prst="rect">
            <a:avLst/>
          </a:prstGeom>
        </p:spPr>
      </p:pic>
    </p:spTree>
    <p:extLst>
      <p:ext uri="{BB962C8B-B14F-4D97-AF65-F5344CB8AC3E}">
        <p14:creationId xmlns:p14="http://schemas.microsoft.com/office/powerpoint/2010/main" val="4045652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30426E-71B9-1601-85C1-60B603CE5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68" y="917473"/>
            <a:ext cx="11569566" cy="5569953"/>
          </a:xfrm>
          <a:prstGeom prst="rect">
            <a:avLst/>
          </a:prstGeom>
        </p:spPr>
      </p:pic>
    </p:spTree>
    <p:extLst>
      <p:ext uri="{BB962C8B-B14F-4D97-AF65-F5344CB8AC3E}">
        <p14:creationId xmlns:p14="http://schemas.microsoft.com/office/powerpoint/2010/main" val="1668729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FEE954-3B7C-135A-0280-6064000579B7}"/>
              </a:ext>
            </a:extLst>
          </p:cNvPr>
          <p:cNvSpPr>
            <a:spLocks noGrp="1"/>
          </p:cNvSpPr>
          <p:nvPr>
            <p:ph type="title"/>
          </p:nvPr>
        </p:nvSpPr>
        <p:spPr/>
        <p:txBody>
          <a:bodyPr/>
          <a:lstStyle/>
          <a:p>
            <a:r>
              <a:rPr lang="en-IN" dirty="0"/>
              <a:t>Art and crafts</a:t>
            </a:r>
          </a:p>
        </p:txBody>
      </p:sp>
      <p:graphicFrame>
        <p:nvGraphicFramePr>
          <p:cNvPr id="6" name="Content Placeholder 5">
            <a:extLst>
              <a:ext uri="{FF2B5EF4-FFF2-40B4-BE49-F238E27FC236}">
                <a16:creationId xmlns:a16="http://schemas.microsoft.com/office/drawing/2014/main" id="{8AE24673-A8A2-16A1-9E73-4830FD819625}"/>
              </a:ext>
            </a:extLst>
          </p:cNvPr>
          <p:cNvGraphicFramePr>
            <a:graphicFrameLocks noGrp="1"/>
          </p:cNvGraphicFramePr>
          <p:nvPr>
            <p:ph idx="1"/>
            <p:extLst>
              <p:ext uri="{D42A27DB-BD31-4B8C-83A1-F6EECF244321}">
                <p14:modId xmlns:p14="http://schemas.microsoft.com/office/powerpoint/2010/main" val="1812705853"/>
              </p:ext>
            </p:extLst>
          </p:nvPr>
        </p:nvGraphicFramePr>
        <p:xfrm>
          <a:off x="581192" y="2180495"/>
          <a:ext cx="11029615" cy="43358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5047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45EFDA-6801-121F-AF3F-299E0DFFDE0F}"/>
              </a:ext>
            </a:extLst>
          </p:cNvPr>
          <p:cNvSpPr>
            <a:spLocks noGrp="1"/>
          </p:cNvSpPr>
          <p:nvPr>
            <p:ph type="ctrTitle"/>
          </p:nvPr>
        </p:nvSpPr>
        <p:spPr/>
        <p:txBody>
          <a:bodyPr/>
          <a:lstStyle/>
          <a:p>
            <a:pPr algn="ctr"/>
            <a:r>
              <a:rPr lang="en-US" dirty="0"/>
              <a:t>Freedom fighters of </a:t>
            </a:r>
            <a:r>
              <a:rPr lang="en-US" dirty="0" err="1"/>
              <a:t>chhattisgarh</a:t>
            </a:r>
            <a:endParaRPr lang="en-IN" dirty="0"/>
          </a:p>
        </p:txBody>
      </p:sp>
      <p:sp>
        <p:nvSpPr>
          <p:cNvPr id="5" name="Subtitle 4">
            <a:extLst>
              <a:ext uri="{FF2B5EF4-FFF2-40B4-BE49-F238E27FC236}">
                <a16:creationId xmlns:a16="http://schemas.microsoft.com/office/drawing/2014/main" id="{51CC02ED-67E1-A94D-0C98-5A37494E84D2}"/>
              </a:ext>
            </a:extLst>
          </p:cNvPr>
          <p:cNvSpPr>
            <a:spLocks noGrp="1"/>
          </p:cNvSpPr>
          <p:nvPr>
            <p:ph type="subTitle" idx="1"/>
          </p:nvPr>
        </p:nvSpPr>
        <p:spPr>
          <a:xfrm>
            <a:off x="599227" y="3939234"/>
            <a:ext cx="10993546" cy="796395"/>
          </a:xfrm>
        </p:spPr>
        <p:txBody>
          <a:bodyPr>
            <a:normAutofit/>
          </a:bodyPr>
          <a:lstStyle/>
          <a:p>
            <a:pPr algn="ctr"/>
            <a:r>
              <a:rPr lang="en-US" sz="2000" b="0" i="0" cap="none" dirty="0">
                <a:solidFill>
                  <a:schemeClr val="bg1"/>
                </a:solidFill>
                <a:effectLst/>
                <a:latin typeface="Times New Roman" panose="02020603050405020304" pitchFamily="18" charset="0"/>
                <a:cs typeface="Times New Roman" panose="02020603050405020304" pitchFamily="18" charset="0"/>
              </a:rPr>
              <a:t>THE INTRUSION OF THE BRITISH WAS RESISTED STRONGLY IN BASTAR BY THE TRIBALS AND OTHERS PART OF CHHATISGARH AND IT CONTINUED TILL 1947.</a:t>
            </a:r>
            <a:endParaRPr lang="en-IN" sz="2000" cap="none"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764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6C003-F589-8A8E-648A-4230D8AA7FD7}"/>
              </a:ext>
            </a:extLst>
          </p:cNvPr>
          <p:cNvSpPr>
            <a:spLocks noGrp="1"/>
          </p:cNvSpPr>
          <p:nvPr>
            <p:ph type="title"/>
          </p:nvPr>
        </p:nvSpPr>
        <p:spPr>
          <a:xfrm>
            <a:off x="581191" y="1077541"/>
            <a:ext cx="11029616" cy="1013800"/>
          </a:xfrm>
        </p:spPr>
        <p:txBody>
          <a:bodyPr/>
          <a:lstStyle/>
          <a:p>
            <a:r>
              <a:rPr lang="en-IN" b="0" i="0" dirty="0">
                <a:effectLst/>
                <a:latin typeface="Times New Roman" panose="02020603050405020304" pitchFamily="18" charset="0"/>
                <a:cs typeface="Times New Roman" panose="02020603050405020304" pitchFamily="18" charset="0"/>
              </a:rPr>
              <a:t>Veer Narayan Singh</a:t>
            </a:r>
            <a:br>
              <a:rPr lang="en-IN" b="0" i="0" dirty="0">
                <a:solidFill>
                  <a:srgbClr val="000000"/>
                </a:solidFill>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64F531-327F-2540-2B92-31A67D200E49}"/>
              </a:ext>
            </a:extLst>
          </p:cNvPr>
          <p:cNvSpPr>
            <a:spLocks noGrp="1"/>
          </p:cNvSpPr>
          <p:nvPr>
            <p:ph idx="1"/>
          </p:nvPr>
        </p:nvSpPr>
        <p:spPr>
          <a:xfrm>
            <a:off x="581192" y="2180496"/>
            <a:ext cx="11029615" cy="4297306"/>
          </a:xfrm>
        </p:spPr>
        <p:txBody>
          <a:bodyPr>
            <a:normAutofit fontScale="85000" lnSpcReduction="10000"/>
          </a:bodyPr>
          <a:lstStyle/>
          <a:p>
            <a:pPr algn="l"/>
            <a:r>
              <a:rPr lang="en-US" sz="2400" b="1" i="0" dirty="0">
                <a:solidFill>
                  <a:srgbClr val="202122"/>
                </a:solidFill>
                <a:effectLst/>
                <a:latin typeface="Times New Roman" panose="02020603050405020304" pitchFamily="18" charset="0"/>
                <a:cs typeface="Times New Roman" panose="02020603050405020304" pitchFamily="18" charset="0"/>
              </a:rPr>
              <a:t>Veer Narayan Singh</a:t>
            </a:r>
            <a:r>
              <a:rPr lang="en-US" sz="2400" b="0" i="0" dirty="0">
                <a:solidFill>
                  <a:srgbClr val="202122"/>
                </a:solidFill>
                <a:effectLst/>
                <a:latin typeface="Times New Roman" panose="02020603050405020304" pitchFamily="18" charset="0"/>
                <a:cs typeface="Times New Roman" panose="02020603050405020304" pitchFamily="18" charset="0"/>
              </a:rPr>
              <a:t> (1795–1857) was a landlord from </a:t>
            </a:r>
          </a:p>
          <a:p>
            <a:pPr marL="0" indent="0" algn="l">
              <a:buNone/>
            </a:pPr>
            <a:r>
              <a:rPr lang="en-US" sz="2400" b="0" i="0" dirty="0" err="1">
                <a:solidFill>
                  <a:srgbClr val="202122"/>
                </a:solidFill>
                <a:effectLst/>
                <a:latin typeface="Times New Roman" panose="02020603050405020304" pitchFamily="18" charset="0"/>
                <a:cs typeface="Times New Roman" panose="02020603050405020304" pitchFamily="18" charset="0"/>
              </a:rPr>
              <a:t>Sonakhan</a:t>
            </a:r>
            <a:r>
              <a:rPr lang="en-US" sz="2400" b="0" i="0" dirty="0">
                <a:solidFill>
                  <a:srgbClr val="202122"/>
                </a:solidFill>
                <a:effectLst/>
                <a:latin typeface="Times New Roman" panose="02020603050405020304" pitchFamily="18" charset="0"/>
                <a:cs typeface="Times New Roman" panose="02020603050405020304" pitchFamily="18" charset="0"/>
              </a:rPr>
              <a:t>, </a:t>
            </a:r>
            <a:r>
              <a:rPr lang="en-US" sz="2400" dirty="0">
                <a:solidFill>
                  <a:srgbClr val="3366CC"/>
                </a:solidFill>
                <a:latin typeface="Times New Roman" panose="02020603050405020304" pitchFamily="18" charset="0"/>
                <a:cs typeface="Times New Roman" panose="02020603050405020304" pitchFamily="18" charset="0"/>
              </a:rPr>
              <a:t>Chhattisgarh</a:t>
            </a:r>
            <a:r>
              <a:rPr lang="en-US" sz="2400" b="0" i="0" dirty="0">
                <a:solidFill>
                  <a:srgbClr val="202122"/>
                </a:solidFill>
                <a:effectLst/>
                <a:latin typeface="Times New Roman" panose="02020603050405020304" pitchFamily="18" charset="0"/>
                <a:cs typeface="Times New Roman" panose="02020603050405020304" pitchFamily="18" charset="0"/>
              </a:rPr>
              <a:t>.</a:t>
            </a:r>
          </a:p>
          <a:p>
            <a:pPr algn="l"/>
            <a:r>
              <a:rPr lang="en-US" sz="2400" b="0" i="0" dirty="0">
                <a:solidFill>
                  <a:srgbClr val="202122"/>
                </a:solidFill>
                <a:effectLst/>
                <a:latin typeface="Times New Roman" panose="02020603050405020304" pitchFamily="18" charset="0"/>
                <a:cs typeface="Times New Roman" panose="02020603050405020304" pitchFamily="18" charset="0"/>
              </a:rPr>
              <a:t> He spearheaded the 1857 war of </a:t>
            </a:r>
            <a:r>
              <a:rPr lang="en-US" sz="2400" dirty="0">
                <a:solidFill>
                  <a:srgbClr val="3366CC"/>
                </a:solidFill>
                <a:latin typeface="Times New Roman" panose="02020603050405020304" pitchFamily="18" charset="0"/>
                <a:cs typeface="Times New Roman" panose="02020603050405020304" pitchFamily="18" charset="0"/>
              </a:rPr>
              <a:t>Indian independence</a:t>
            </a:r>
            <a:r>
              <a:rPr lang="en-US" sz="2400" b="0" i="0" dirty="0">
                <a:solidFill>
                  <a:srgbClr val="202122"/>
                </a:solidFill>
                <a:effectLst/>
                <a:latin typeface="Times New Roman" panose="02020603050405020304" pitchFamily="18" charset="0"/>
                <a:cs typeface="Times New Roman" panose="02020603050405020304" pitchFamily="18" charset="0"/>
              </a:rPr>
              <a:t> in</a:t>
            </a:r>
          </a:p>
          <a:p>
            <a:pPr marL="0" indent="0" algn="l">
              <a:buNone/>
            </a:pPr>
            <a:r>
              <a:rPr lang="en-US" sz="2400" b="0" i="0" dirty="0">
                <a:solidFill>
                  <a:srgbClr val="202122"/>
                </a:solidFill>
                <a:effectLst/>
                <a:latin typeface="Times New Roman" panose="02020603050405020304" pitchFamily="18" charset="0"/>
                <a:cs typeface="Times New Roman" panose="02020603050405020304" pitchFamily="18" charset="0"/>
              </a:rPr>
              <a:t> Chhattisgarh. </a:t>
            </a:r>
          </a:p>
          <a:p>
            <a:pPr algn="l"/>
            <a:r>
              <a:rPr lang="en-US" sz="2400" b="0" i="0" dirty="0">
                <a:solidFill>
                  <a:srgbClr val="202122"/>
                </a:solidFill>
                <a:effectLst/>
                <a:latin typeface="Times New Roman" panose="02020603050405020304" pitchFamily="18" charset="0"/>
                <a:cs typeface="Times New Roman" panose="02020603050405020304" pitchFamily="18" charset="0"/>
              </a:rPr>
              <a:t>He is also known and considered as "The 1st Chhattisgarhi </a:t>
            </a:r>
          </a:p>
          <a:p>
            <a:pPr marL="0" indent="0" algn="l">
              <a:buNone/>
            </a:pPr>
            <a:r>
              <a:rPr lang="en-US" sz="2400" b="0" i="0" dirty="0">
                <a:solidFill>
                  <a:srgbClr val="202122"/>
                </a:solidFill>
                <a:effectLst/>
                <a:latin typeface="Times New Roman" panose="02020603050405020304" pitchFamily="18" charset="0"/>
                <a:cs typeface="Times New Roman" panose="02020603050405020304" pitchFamily="18" charset="0"/>
              </a:rPr>
              <a:t>freedom fighter". </a:t>
            </a:r>
          </a:p>
          <a:p>
            <a:pPr algn="l"/>
            <a:r>
              <a:rPr lang="en-US" sz="2400" b="0" i="0" dirty="0">
                <a:solidFill>
                  <a:srgbClr val="202122"/>
                </a:solidFill>
                <a:effectLst/>
                <a:latin typeface="Times New Roman" panose="02020603050405020304" pitchFamily="18" charset="0"/>
                <a:cs typeface="Times New Roman" panose="02020603050405020304" pitchFamily="18" charset="0"/>
              </a:rPr>
              <a:t>His ancestor were from Gond tribal group and were residing</a:t>
            </a:r>
          </a:p>
          <a:p>
            <a:pPr marL="0" indent="0" algn="l">
              <a:buNone/>
            </a:pPr>
            <a:r>
              <a:rPr lang="en-US" sz="2400" b="0" i="0" dirty="0">
                <a:solidFill>
                  <a:srgbClr val="202122"/>
                </a:solidFill>
                <a:effectLst/>
                <a:latin typeface="Times New Roman" panose="02020603050405020304" pitchFamily="18" charset="0"/>
                <a:cs typeface="Times New Roman" panose="02020603050405020304" pitchFamily="18" charset="0"/>
              </a:rPr>
              <a:t> in </a:t>
            </a:r>
            <a:r>
              <a:rPr lang="en-US" sz="2400" b="0" i="0" dirty="0" err="1">
                <a:solidFill>
                  <a:srgbClr val="202122"/>
                </a:solidFill>
                <a:effectLst/>
                <a:latin typeface="Times New Roman" panose="02020603050405020304" pitchFamily="18" charset="0"/>
                <a:cs typeface="Times New Roman" panose="02020603050405020304" pitchFamily="18" charset="0"/>
              </a:rPr>
              <a:t>Bhangad</a:t>
            </a:r>
            <a:r>
              <a:rPr lang="en-US" sz="2400" b="0" i="0" dirty="0">
                <a:solidFill>
                  <a:srgbClr val="202122"/>
                </a:solidFill>
                <a:effectLst/>
                <a:latin typeface="Times New Roman" panose="02020603050405020304" pitchFamily="18" charset="0"/>
                <a:cs typeface="Times New Roman" panose="02020603050405020304" pitchFamily="18" charset="0"/>
              </a:rPr>
              <a:t>. </a:t>
            </a:r>
          </a:p>
          <a:p>
            <a:pPr algn="l"/>
            <a:r>
              <a:rPr lang="en-US" sz="2400" b="0" i="0" dirty="0">
                <a:solidFill>
                  <a:srgbClr val="202122"/>
                </a:solidFill>
                <a:effectLst/>
                <a:latin typeface="Times New Roman" panose="02020603050405020304" pitchFamily="18" charset="0"/>
                <a:cs typeface="Times New Roman" panose="02020603050405020304" pitchFamily="18" charset="0"/>
              </a:rPr>
              <a:t>Later on, they changed their affiliation from Gond tribe and moved to </a:t>
            </a:r>
            <a:r>
              <a:rPr lang="en-US" sz="2400" b="0" i="0" dirty="0" err="1">
                <a:solidFill>
                  <a:srgbClr val="202122"/>
                </a:solidFill>
                <a:effectLst/>
                <a:latin typeface="Times New Roman" panose="02020603050405020304" pitchFamily="18" charset="0"/>
                <a:cs typeface="Times New Roman" panose="02020603050405020304" pitchFamily="18" charset="0"/>
              </a:rPr>
              <a:t>Sonakhan</a:t>
            </a:r>
            <a:r>
              <a:rPr lang="en-US" sz="2400" b="0" i="0" dirty="0">
                <a:solidFill>
                  <a:srgbClr val="202122"/>
                </a:solidFill>
                <a:effectLst/>
                <a:latin typeface="Times New Roman" panose="02020603050405020304" pitchFamily="18" charset="0"/>
                <a:cs typeface="Times New Roman" panose="02020603050405020304" pitchFamily="18" charset="0"/>
              </a:rPr>
              <a:t> in Raipur district. </a:t>
            </a:r>
          </a:p>
          <a:p>
            <a:r>
              <a:rPr lang="en-US" sz="2400" b="0" i="0" dirty="0">
                <a:solidFill>
                  <a:srgbClr val="202122"/>
                </a:solidFill>
                <a:effectLst/>
                <a:latin typeface="Times New Roman" panose="02020603050405020304" pitchFamily="18" charset="0"/>
                <a:cs typeface="Times New Roman" panose="02020603050405020304" pitchFamily="18" charset="0"/>
              </a:rPr>
              <a:t>He was hanged at </a:t>
            </a:r>
            <a:r>
              <a:rPr lang="en-US" sz="2400" b="0" i="0" dirty="0" err="1">
                <a:solidFill>
                  <a:srgbClr val="202122"/>
                </a:solidFill>
                <a:effectLst/>
                <a:latin typeface="Times New Roman" panose="02020603050405020304" pitchFamily="18" charset="0"/>
                <a:cs typeface="Times New Roman" panose="02020603050405020304" pitchFamily="18" charset="0"/>
              </a:rPr>
              <a:t>Jaistambh</a:t>
            </a:r>
            <a:r>
              <a:rPr lang="en-US" sz="2400" b="0" i="0" dirty="0">
                <a:solidFill>
                  <a:srgbClr val="202122"/>
                </a:solidFill>
                <a:effectLst/>
                <a:latin typeface="Times New Roman" panose="02020603050405020304" pitchFamily="18" charset="0"/>
                <a:cs typeface="Times New Roman" panose="02020603050405020304" pitchFamily="18" charset="0"/>
              </a:rPr>
              <a:t> Chowk of Raipur, Chhattisgarh.</a:t>
            </a:r>
          </a:p>
        </p:txBody>
      </p:sp>
      <p:pic>
        <p:nvPicPr>
          <p:cNvPr id="5" name="Picture 4">
            <a:extLst>
              <a:ext uri="{FF2B5EF4-FFF2-40B4-BE49-F238E27FC236}">
                <a16:creationId xmlns:a16="http://schemas.microsoft.com/office/drawing/2014/main" id="{12060E93-D51D-1C48-F303-47CE61BE85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4077" y="2091341"/>
            <a:ext cx="4389120" cy="3183303"/>
          </a:xfrm>
          <a:prstGeom prst="rect">
            <a:avLst/>
          </a:prstGeom>
        </p:spPr>
      </p:pic>
    </p:spTree>
    <p:extLst>
      <p:ext uri="{BB962C8B-B14F-4D97-AF65-F5344CB8AC3E}">
        <p14:creationId xmlns:p14="http://schemas.microsoft.com/office/powerpoint/2010/main" val="37284568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D08E6-F316-29B7-322E-61B68B86B09A}"/>
              </a:ext>
            </a:extLst>
          </p:cNvPr>
          <p:cNvSpPr>
            <a:spLocks noGrp="1"/>
          </p:cNvSpPr>
          <p:nvPr>
            <p:ph type="title"/>
          </p:nvPr>
        </p:nvSpPr>
        <p:spPr/>
        <p:txBody>
          <a:bodyPr/>
          <a:lstStyle/>
          <a:p>
            <a:r>
              <a:rPr lang="en-IN" dirty="0"/>
              <a:t>Pt.   </a:t>
            </a:r>
            <a:r>
              <a:rPr lang="en-IN" dirty="0" err="1"/>
              <a:t>Sundarlalsharma</a:t>
            </a:r>
            <a:endParaRPr lang="en-IN" dirty="0"/>
          </a:p>
        </p:txBody>
      </p:sp>
      <p:sp>
        <p:nvSpPr>
          <p:cNvPr id="3" name="Content Placeholder 2">
            <a:extLst>
              <a:ext uri="{FF2B5EF4-FFF2-40B4-BE49-F238E27FC236}">
                <a16:creationId xmlns:a16="http://schemas.microsoft.com/office/drawing/2014/main" id="{6F66FE71-A8A4-C31C-1E2B-630E15A75D5E}"/>
              </a:ext>
            </a:extLst>
          </p:cNvPr>
          <p:cNvSpPr>
            <a:spLocks noGrp="1"/>
          </p:cNvSpPr>
          <p:nvPr>
            <p:ph idx="1"/>
          </p:nvPr>
        </p:nvSpPr>
        <p:spPr>
          <a:xfrm>
            <a:off x="581191" y="2180496"/>
            <a:ext cx="11133907" cy="4229929"/>
          </a:xfrm>
        </p:spPr>
        <p:txBody>
          <a:bodyPr>
            <a:normAutofit/>
          </a:bodyPr>
          <a:lstStyle/>
          <a:p>
            <a:r>
              <a:rPr lang="en-US" sz="2200" b="0" i="0" dirty="0">
                <a:solidFill>
                  <a:srgbClr val="202122"/>
                </a:solidFill>
                <a:effectLst/>
                <a:latin typeface="Times New Roman" panose="02020603050405020304" pitchFamily="18" charset="0"/>
                <a:cs typeface="Times New Roman" panose="02020603050405020304" pitchFamily="18" charset="0"/>
              </a:rPr>
              <a:t>Pandit </a:t>
            </a:r>
            <a:r>
              <a:rPr lang="en-US" sz="2200" b="1" i="0" dirty="0" err="1">
                <a:solidFill>
                  <a:srgbClr val="202122"/>
                </a:solidFill>
                <a:effectLst/>
                <a:latin typeface="Times New Roman" panose="02020603050405020304" pitchFamily="18" charset="0"/>
                <a:cs typeface="Times New Roman" panose="02020603050405020304" pitchFamily="18" charset="0"/>
              </a:rPr>
              <a:t>Sundarlal</a:t>
            </a:r>
            <a:r>
              <a:rPr lang="en-US" sz="2200" b="1" i="0" dirty="0">
                <a:solidFill>
                  <a:srgbClr val="202122"/>
                </a:solidFill>
                <a:effectLst/>
                <a:latin typeface="Times New Roman" panose="02020603050405020304" pitchFamily="18" charset="0"/>
                <a:cs typeface="Times New Roman" panose="02020603050405020304" pitchFamily="18" charset="0"/>
              </a:rPr>
              <a:t> Sharma</a:t>
            </a:r>
            <a:r>
              <a:rPr lang="en-US" sz="2200" b="0" i="0" dirty="0">
                <a:solidFill>
                  <a:srgbClr val="202122"/>
                </a:solidFill>
                <a:effectLst/>
                <a:latin typeface="Times New Roman" panose="02020603050405020304" pitchFamily="18" charset="0"/>
                <a:cs typeface="Times New Roman" panose="02020603050405020304" pitchFamily="18" charset="0"/>
              </a:rPr>
              <a:t> (21 December 1881 — 28 December 1940)</a:t>
            </a:r>
          </a:p>
          <a:p>
            <a:pPr marL="0" indent="0">
              <a:buNone/>
            </a:pPr>
            <a:r>
              <a:rPr lang="en-US" sz="2200" b="0" i="0" dirty="0">
                <a:solidFill>
                  <a:srgbClr val="202122"/>
                </a:solidFill>
                <a:effectLst/>
                <a:latin typeface="Times New Roman" panose="02020603050405020304" pitchFamily="18" charset="0"/>
                <a:cs typeface="Times New Roman" panose="02020603050405020304" pitchFamily="18" charset="0"/>
              </a:rPr>
              <a:t> was a key figure in the independence movement from </a:t>
            </a:r>
            <a:r>
              <a:rPr lang="en-US" sz="2200" dirty="0">
                <a:solidFill>
                  <a:srgbClr val="3366CC"/>
                </a:solidFill>
                <a:latin typeface="Times New Roman" panose="02020603050405020304" pitchFamily="18" charset="0"/>
                <a:cs typeface="Times New Roman" panose="02020603050405020304" pitchFamily="18" charset="0"/>
              </a:rPr>
              <a:t>Chhattisgarh</a:t>
            </a:r>
            <a:r>
              <a:rPr lang="en-US" sz="2200" b="0" i="0" dirty="0">
                <a:solidFill>
                  <a:srgbClr val="202122"/>
                </a:solidFill>
                <a:effectLst/>
                <a:latin typeface="Times New Roman" panose="02020603050405020304" pitchFamily="18" charset="0"/>
                <a:cs typeface="Times New Roman" panose="02020603050405020304" pitchFamily="18" charset="0"/>
              </a:rPr>
              <a:t>.</a:t>
            </a:r>
          </a:p>
          <a:p>
            <a:r>
              <a:rPr lang="en-US" sz="2200" b="0" i="0" dirty="0">
                <a:solidFill>
                  <a:srgbClr val="202122"/>
                </a:solidFill>
                <a:effectLst/>
                <a:latin typeface="Times New Roman" panose="02020603050405020304" pitchFamily="18" charset="0"/>
                <a:cs typeface="Times New Roman" panose="02020603050405020304" pitchFamily="18" charset="0"/>
              </a:rPr>
              <a:t> He was largely responsible for ushering in political and social </a:t>
            </a:r>
          </a:p>
          <a:p>
            <a:pPr marL="0" indent="0">
              <a:buNone/>
            </a:pPr>
            <a:r>
              <a:rPr lang="en-US" sz="2200" b="0" i="0" dirty="0">
                <a:solidFill>
                  <a:srgbClr val="202122"/>
                </a:solidFill>
                <a:effectLst/>
                <a:latin typeface="Times New Roman" panose="02020603050405020304" pitchFamily="18" charset="0"/>
                <a:cs typeface="Times New Roman" panose="02020603050405020304" pitchFamily="18" charset="0"/>
              </a:rPr>
              <a:t>consciousness to Chhattisgarh. </a:t>
            </a:r>
          </a:p>
          <a:p>
            <a:r>
              <a:rPr lang="en-US" sz="2200" b="0" i="0" dirty="0">
                <a:solidFill>
                  <a:srgbClr val="202122"/>
                </a:solidFill>
                <a:effectLst/>
                <a:latin typeface="Times New Roman" panose="02020603050405020304" pitchFamily="18" charset="0"/>
                <a:cs typeface="Times New Roman" panose="02020603050405020304" pitchFamily="18" charset="0"/>
              </a:rPr>
              <a:t>In 1920, he started the canal satyagraha, also known as the Nahar </a:t>
            </a:r>
          </a:p>
          <a:p>
            <a:pPr marL="0" indent="0">
              <a:buNone/>
            </a:pPr>
            <a:r>
              <a:rPr lang="en-US" sz="2200" b="0" i="0" dirty="0">
                <a:solidFill>
                  <a:srgbClr val="202122"/>
                </a:solidFill>
                <a:effectLst/>
                <a:latin typeface="Times New Roman" panose="02020603050405020304" pitchFamily="18" charset="0"/>
                <a:cs typeface="Times New Roman" panose="02020603050405020304" pitchFamily="18" charset="0"/>
              </a:rPr>
              <a:t>satyagraha, at a village called Kandel in </a:t>
            </a:r>
            <a:r>
              <a:rPr lang="en-US" sz="2200" b="0" i="0" dirty="0" err="1">
                <a:solidFill>
                  <a:srgbClr val="202122"/>
                </a:solidFill>
                <a:effectLst/>
                <a:latin typeface="Times New Roman" panose="02020603050405020304" pitchFamily="18" charset="0"/>
                <a:cs typeface="Times New Roman" panose="02020603050405020304" pitchFamily="18" charset="0"/>
              </a:rPr>
              <a:t>Dhamtari</a:t>
            </a:r>
            <a:r>
              <a:rPr lang="en-US" sz="2200" b="0" i="0" dirty="0">
                <a:solidFill>
                  <a:srgbClr val="202122"/>
                </a:solidFill>
                <a:effectLst/>
                <a:latin typeface="Times New Roman" panose="02020603050405020304" pitchFamily="18" charset="0"/>
                <a:cs typeface="Times New Roman" panose="02020603050405020304" pitchFamily="18" charset="0"/>
              </a:rPr>
              <a:t>Tehsil. </a:t>
            </a:r>
          </a:p>
          <a:p>
            <a:r>
              <a:rPr lang="en-US" sz="2200" b="0" i="0" dirty="0">
                <a:solidFill>
                  <a:srgbClr val="202122"/>
                </a:solidFill>
                <a:effectLst/>
                <a:latin typeface="Times New Roman" panose="02020603050405020304" pitchFamily="18" charset="0"/>
                <a:cs typeface="Times New Roman" panose="02020603050405020304" pitchFamily="18" charset="0"/>
              </a:rPr>
              <a:t>Chhattisgarh has a </a:t>
            </a:r>
            <a:r>
              <a:rPr lang="en-US" sz="2200" dirty="0">
                <a:solidFill>
                  <a:srgbClr val="3366CC"/>
                </a:solidFill>
                <a:latin typeface="Times New Roman" panose="02020603050405020304" pitchFamily="18" charset="0"/>
                <a:cs typeface="Times New Roman" panose="02020603050405020304" pitchFamily="18" charset="0"/>
              </a:rPr>
              <a:t>university</a:t>
            </a:r>
            <a:r>
              <a:rPr lang="en-US" sz="2200" b="0" i="0" dirty="0">
                <a:solidFill>
                  <a:srgbClr val="202122"/>
                </a:solidFill>
                <a:effectLst/>
                <a:latin typeface="Times New Roman" panose="02020603050405020304" pitchFamily="18" charset="0"/>
                <a:cs typeface="Times New Roman" panose="02020603050405020304" pitchFamily="18" charset="0"/>
              </a:rPr>
              <a:t> in the name of Pandit </a:t>
            </a:r>
            <a:r>
              <a:rPr lang="en-US" sz="2200" b="0" i="0" dirty="0" err="1">
                <a:solidFill>
                  <a:srgbClr val="202122"/>
                </a:solidFill>
                <a:effectLst/>
                <a:latin typeface="Times New Roman" panose="02020603050405020304" pitchFamily="18" charset="0"/>
                <a:cs typeface="Times New Roman" panose="02020603050405020304" pitchFamily="18" charset="0"/>
              </a:rPr>
              <a:t>Sundarlal</a:t>
            </a:r>
            <a:r>
              <a:rPr lang="en-US" sz="2200" b="0" i="0" dirty="0">
                <a:solidFill>
                  <a:srgbClr val="202122"/>
                </a:solidFill>
                <a:effectLst/>
                <a:latin typeface="Times New Roman" panose="02020603050405020304" pitchFamily="18" charset="0"/>
                <a:cs typeface="Times New Roman" panose="02020603050405020304" pitchFamily="18" charset="0"/>
              </a:rPr>
              <a:t> Sharma.</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3EA603-A5D8-342E-F0A3-5FC41BDE0F57}"/>
              </a:ext>
            </a:extLst>
          </p:cNvPr>
          <p:cNvPicPr>
            <a:picLocks noChangeAspect="1"/>
          </p:cNvPicPr>
          <p:nvPr/>
        </p:nvPicPr>
        <p:blipFill rotWithShape="1">
          <a:blip r:embed="rId2">
            <a:extLst>
              <a:ext uri="{28A0092B-C50C-407E-A947-70E740481C1C}">
                <a14:useLocalDpi xmlns:a14="http://schemas.microsoft.com/office/drawing/2010/main" val="0"/>
              </a:ext>
            </a:extLst>
          </a:blip>
          <a:srcRect b="12160"/>
          <a:stretch/>
        </p:blipFill>
        <p:spPr>
          <a:xfrm>
            <a:off x="9038122" y="2027084"/>
            <a:ext cx="2676977" cy="2949176"/>
          </a:xfrm>
          <a:prstGeom prst="rect">
            <a:avLst/>
          </a:prstGeom>
        </p:spPr>
      </p:pic>
    </p:spTree>
    <p:extLst>
      <p:ext uri="{BB962C8B-B14F-4D97-AF65-F5344CB8AC3E}">
        <p14:creationId xmlns:p14="http://schemas.microsoft.com/office/powerpoint/2010/main" val="3378312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B2422-F2E3-B3F9-ECFB-6A38C9458E0E}"/>
              </a:ext>
            </a:extLst>
          </p:cNvPr>
          <p:cNvSpPr>
            <a:spLocks noGrp="1"/>
          </p:cNvSpPr>
          <p:nvPr>
            <p:ph type="title"/>
          </p:nvPr>
        </p:nvSpPr>
        <p:spPr/>
        <p:txBody>
          <a:bodyPr/>
          <a:lstStyle/>
          <a:p>
            <a:r>
              <a:rPr lang="en-IN" b="0" i="0" dirty="0">
                <a:effectLst/>
                <a:latin typeface="Times New Roman" panose="02020603050405020304" pitchFamily="18" charset="0"/>
                <a:cs typeface="Times New Roman" panose="02020603050405020304" pitchFamily="18" charset="0"/>
              </a:rPr>
              <a:t>Thakur Pyarelal  </a:t>
            </a:r>
            <a:r>
              <a:rPr lang="en-IN" b="0" i="0" dirty="0" err="1">
                <a:effectLst/>
                <a:latin typeface="Times New Roman" panose="02020603050405020304" pitchFamily="18" charset="0"/>
                <a:cs typeface="Times New Roman" panose="02020603050405020304" pitchFamily="18" charset="0"/>
              </a:rPr>
              <a:t>singh</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324234-2736-87AC-D60D-E1AB0066E986}"/>
              </a:ext>
            </a:extLst>
          </p:cNvPr>
          <p:cNvSpPr>
            <a:spLocks noGrp="1"/>
          </p:cNvSpPr>
          <p:nvPr>
            <p:ph idx="1"/>
          </p:nvPr>
        </p:nvSpPr>
        <p:spPr>
          <a:xfrm>
            <a:off x="581192" y="2180496"/>
            <a:ext cx="11029615" cy="4355058"/>
          </a:xfrm>
        </p:spPr>
        <p:txBody>
          <a:bodyPr>
            <a:normAutofit/>
          </a:bodyPr>
          <a:lstStyle/>
          <a:p>
            <a:r>
              <a:rPr lang="en-US" sz="2200" b="1" i="0" dirty="0">
                <a:solidFill>
                  <a:srgbClr val="202122"/>
                </a:solidFill>
                <a:effectLst/>
                <a:latin typeface="Times New Roman" panose="02020603050405020304" pitchFamily="18" charset="0"/>
                <a:cs typeface="Times New Roman" panose="02020603050405020304" pitchFamily="18" charset="0"/>
              </a:rPr>
              <a:t>Thakur Pyarelal Singh</a:t>
            </a:r>
            <a:r>
              <a:rPr lang="en-US" sz="2200" b="0" i="0" dirty="0">
                <a:solidFill>
                  <a:srgbClr val="202122"/>
                </a:solidFill>
                <a:effectLst/>
                <a:latin typeface="Times New Roman" panose="02020603050405020304" pitchFamily="18" charset="0"/>
                <a:cs typeface="Times New Roman" panose="02020603050405020304" pitchFamily="18" charset="0"/>
              </a:rPr>
              <a:t> (21 December 1891 -20 October 1954), was an</a:t>
            </a:r>
          </a:p>
          <a:p>
            <a:pPr marL="0" indent="0">
              <a:buNone/>
            </a:pPr>
            <a:r>
              <a:rPr lang="en-US" sz="2200" dirty="0">
                <a:solidFill>
                  <a:srgbClr val="3366CC"/>
                </a:solidFill>
                <a:latin typeface="Times New Roman" panose="02020603050405020304" pitchFamily="18" charset="0"/>
                <a:cs typeface="Times New Roman" panose="02020603050405020304" pitchFamily="18" charset="0"/>
              </a:rPr>
              <a:t>Indianfreedom fighter</a:t>
            </a:r>
            <a:r>
              <a:rPr lang="en-US" sz="2200" b="0" i="0" dirty="0">
                <a:solidFill>
                  <a:srgbClr val="202122"/>
                </a:solidFill>
                <a:effectLst/>
                <a:latin typeface="Times New Roman" panose="02020603050405020304" pitchFamily="18" charset="0"/>
                <a:cs typeface="Times New Roman" panose="02020603050405020304" pitchFamily="18" charset="0"/>
              </a:rPr>
              <a:t> against British rule and the founder of </a:t>
            </a:r>
            <a:r>
              <a:rPr lang="en-US" sz="2200" b="0" i="0" dirty="0" err="1">
                <a:solidFill>
                  <a:srgbClr val="202122"/>
                </a:solidFill>
                <a:effectLst/>
                <a:latin typeface="Times New Roman" panose="02020603050405020304" pitchFamily="18" charset="0"/>
                <a:cs typeface="Times New Roman" panose="02020603050405020304" pitchFamily="18" charset="0"/>
              </a:rPr>
              <a:t>labour</a:t>
            </a:r>
          </a:p>
          <a:p>
            <a:pPr marL="0" indent="0">
              <a:buNone/>
            </a:pPr>
            <a:r>
              <a:rPr lang="en-US" sz="2200" b="0" i="0" dirty="0">
                <a:solidFill>
                  <a:srgbClr val="202122"/>
                </a:solidFill>
                <a:effectLst/>
                <a:latin typeface="Times New Roman" panose="02020603050405020304" pitchFamily="18" charset="0"/>
                <a:cs typeface="Times New Roman" panose="02020603050405020304" pitchFamily="18" charset="0"/>
              </a:rPr>
              <a:t>movements in </a:t>
            </a:r>
            <a:r>
              <a:rPr lang="en-US" sz="2200" dirty="0">
                <a:solidFill>
                  <a:srgbClr val="3366CC"/>
                </a:solidFill>
                <a:latin typeface="Times New Roman" panose="02020603050405020304" pitchFamily="18" charset="0"/>
                <a:cs typeface="Times New Roman" panose="02020603050405020304" pitchFamily="18" charset="0"/>
              </a:rPr>
              <a:t>Chhattisgarh</a:t>
            </a:r>
            <a:r>
              <a:rPr lang="en-US" sz="2200" b="0" i="0" dirty="0">
                <a:solidFill>
                  <a:srgbClr val="202122"/>
                </a:solidFill>
                <a:effectLst/>
                <a:latin typeface="Times New Roman" panose="02020603050405020304" pitchFamily="18" charset="0"/>
                <a:cs typeface="Times New Roman" panose="02020603050405020304" pitchFamily="18" charset="0"/>
              </a:rPr>
              <a:t>.</a:t>
            </a:r>
          </a:p>
          <a:p>
            <a:r>
              <a:rPr lang="en-US" sz="2200" b="0" i="0" dirty="0">
                <a:solidFill>
                  <a:srgbClr val="202122"/>
                </a:solidFill>
                <a:effectLst/>
                <a:latin typeface="Times New Roman" panose="02020603050405020304" pitchFamily="18" charset="0"/>
                <a:cs typeface="Times New Roman" panose="02020603050405020304" pitchFamily="18" charset="0"/>
              </a:rPr>
              <a:t>He led three workers' movements in </a:t>
            </a:r>
            <a:r>
              <a:rPr lang="en-US" sz="2200" b="0" i="0" dirty="0" err="1">
                <a:solidFill>
                  <a:srgbClr val="202122"/>
                </a:solidFill>
                <a:effectLst/>
                <a:latin typeface="Times New Roman" panose="02020603050405020304" pitchFamily="18" charset="0"/>
                <a:cs typeface="Times New Roman" panose="02020603050405020304" pitchFamily="18" charset="0"/>
              </a:rPr>
              <a:t>RajnandgaonRiyast</a:t>
            </a:r>
            <a:r>
              <a:rPr lang="en-US" sz="2200" b="0" i="0" dirty="0">
                <a:solidFill>
                  <a:srgbClr val="202122"/>
                </a:solidFill>
                <a:effectLst/>
                <a:latin typeface="Times New Roman" panose="02020603050405020304" pitchFamily="18" charset="0"/>
                <a:cs typeface="Times New Roman" panose="02020603050405020304" pitchFamily="18" charset="0"/>
              </a:rPr>
              <a:t> in 1919-1920, </a:t>
            </a:r>
          </a:p>
          <a:p>
            <a:pPr marL="0" indent="0">
              <a:buNone/>
            </a:pPr>
            <a:r>
              <a:rPr lang="en-US" sz="2200" b="0" i="0" dirty="0">
                <a:solidFill>
                  <a:srgbClr val="202122"/>
                </a:solidFill>
                <a:effectLst/>
                <a:latin typeface="Times New Roman" panose="02020603050405020304" pitchFamily="18" charset="0"/>
                <a:cs typeface="Times New Roman" panose="02020603050405020304" pitchFamily="18" charset="0"/>
              </a:rPr>
              <a:t>1924 and 1937. </a:t>
            </a:r>
          </a:p>
          <a:p>
            <a:r>
              <a:rPr lang="en-US" sz="2200" b="0" i="0" dirty="0">
                <a:solidFill>
                  <a:srgbClr val="202122"/>
                </a:solidFill>
                <a:effectLst/>
                <a:latin typeface="Times New Roman" panose="02020603050405020304" pitchFamily="18" charset="0"/>
                <a:cs typeface="Times New Roman" panose="02020603050405020304" pitchFamily="18" charset="0"/>
              </a:rPr>
              <a:t>Many Indian national schools were established during this period under Thakur Pyarelal's supervision, including the Madhyamik School in </a:t>
            </a:r>
            <a:r>
              <a:rPr lang="en-US" sz="2200" b="0" i="0" dirty="0" err="1">
                <a:solidFill>
                  <a:srgbClr val="202122"/>
                </a:solidFill>
                <a:effectLst/>
                <a:latin typeface="Times New Roman" panose="02020603050405020304" pitchFamily="18" charset="0"/>
                <a:cs typeface="Times New Roman" panose="02020603050405020304" pitchFamily="18" charset="0"/>
              </a:rPr>
              <a:t>Rajnandgaon</a:t>
            </a:r>
            <a:r>
              <a:rPr lang="en-US" sz="2200" b="0" i="0" dirty="0">
                <a:solidFill>
                  <a:srgbClr val="202122"/>
                </a:solidFill>
                <a:effectLst/>
                <a:latin typeface="Times New Roman" panose="02020603050405020304" pitchFamily="18" charset="0"/>
                <a:cs typeface="Times New Roman" panose="02020603050405020304" pitchFamily="18" charset="0"/>
              </a:rPr>
              <a:t>.</a:t>
            </a:r>
          </a:p>
          <a:p>
            <a:r>
              <a:rPr lang="en-US" sz="2200" b="0" i="0" dirty="0">
                <a:solidFill>
                  <a:srgbClr val="202122"/>
                </a:solidFill>
                <a:effectLst/>
                <a:latin typeface="Times New Roman" panose="02020603050405020304" pitchFamily="18" charset="0"/>
                <a:cs typeface="Times New Roman" panose="02020603050405020304" pitchFamily="18" charset="0"/>
              </a:rPr>
              <a:t>He was also conferred with the honorary title of "</a:t>
            </a:r>
            <a:r>
              <a:rPr lang="en-US" sz="2200" b="0" i="0" dirty="0" err="1">
                <a:solidFill>
                  <a:srgbClr val="202122"/>
                </a:solidFill>
                <a:effectLst/>
                <a:latin typeface="Times New Roman" panose="02020603050405020304" pitchFamily="18" charset="0"/>
                <a:cs typeface="Times New Roman" panose="02020603050405020304" pitchFamily="18" charset="0"/>
              </a:rPr>
              <a:t>Tyagmurti</a:t>
            </a:r>
            <a:r>
              <a:rPr lang="en-US" sz="2200" b="0" i="0" dirty="0">
                <a:solidFill>
                  <a:srgbClr val="202122"/>
                </a:solidFill>
                <a:effectLst/>
                <a:latin typeface="Times New Roman" panose="02020603050405020304" pitchFamily="18" charset="0"/>
                <a:cs typeface="Times New Roman" panose="02020603050405020304" pitchFamily="18" charset="0"/>
              </a:rPr>
              <a:t>", which means "epitome of sacrifice“.</a:t>
            </a:r>
          </a:p>
        </p:txBody>
      </p:sp>
      <p:pic>
        <p:nvPicPr>
          <p:cNvPr id="5" name="Picture 4">
            <a:extLst>
              <a:ext uri="{FF2B5EF4-FFF2-40B4-BE49-F238E27FC236}">
                <a16:creationId xmlns:a16="http://schemas.microsoft.com/office/drawing/2014/main" id="{8BDCAB66-537A-F562-D4FB-B901BEF248FA}"/>
              </a:ext>
            </a:extLst>
          </p:cNvPr>
          <p:cNvPicPr>
            <a:picLocks noChangeAspect="1"/>
          </p:cNvPicPr>
          <p:nvPr/>
        </p:nvPicPr>
        <p:blipFill rotWithShape="1">
          <a:blip r:embed="rId2">
            <a:extLst>
              <a:ext uri="{28A0092B-C50C-407E-A947-70E740481C1C}">
                <a14:useLocalDpi xmlns:a14="http://schemas.microsoft.com/office/drawing/2010/main" val="0"/>
              </a:ext>
            </a:extLst>
          </a:blip>
          <a:srcRect l="25803" t="14953" r="25802" b="11699"/>
          <a:stretch/>
        </p:blipFill>
        <p:spPr>
          <a:xfrm>
            <a:off x="9192126" y="2076240"/>
            <a:ext cx="2741595" cy="2705519"/>
          </a:xfrm>
          <a:prstGeom prst="rect">
            <a:avLst/>
          </a:prstGeom>
        </p:spPr>
      </p:pic>
    </p:spTree>
    <p:extLst>
      <p:ext uri="{BB962C8B-B14F-4D97-AF65-F5344CB8AC3E}">
        <p14:creationId xmlns:p14="http://schemas.microsoft.com/office/powerpoint/2010/main" val="810373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CDAE16-4649-84F2-017E-C68AAB402098}"/>
              </a:ext>
            </a:extLst>
          </p:cNvPr>
          <p:cNvSpPr>
            <a:spLocks noGrp="1"/>
          </p:cNvSpPr>
          <p:nvPr>
            <p:ph type="ctrTitle"/>
          </p:nvPr>
        </p:nvSpPr>
        <p:spPr>
          <a:xfrm>
            <a:off x="581188" y="1164620"/>
            <a:ext cx="10993549" cy="1475013"/>
          </a:xfrm>
        </p:spPr>
        <p:txBody>
          <a:bodyPr>
            <a:normAutofit/>
          </a:bodyPr>
          <a:lstStyle/>
          <a:p>
            <a:pPr algn="ctr"/>
            <a:r>
              <a:rPr lang="nl-NL" b="1" i="0" dirty="0">
                <a:solidFill>
                  <a:schemeClr val="accent2"/>
                </a:solidFill>
                <a:effectLst/>
                <a:latin typeface="Times New Roman" panose="02020603050405020304" pitchFamily="18" charset="0"/>
                <a:cs typeface="Times New Roman" panose="02020603050405020304" pitchFamily="18" charset="0"/>
              </a:rPr>
              <a:t>Ram Van Gaman Tourism Circuit</a:t>
            </a:r>
            <a:br>
              <a:rPr lang="nl-NL" b="1" i="0" dirty="0">
                <a:solidFill>
                  <a:schemeClr val="accent2"/>
                </a:solidFill>
                <a:effectLst/>
                <a:latin typeface="Times New Roman" panose="02020603050405020304" pitchFamily="18" charset="0"/>
                <a:cs typeface="Times New Roman" panose="02020603050405020304" pitchFamily="18" charset="0"/>
              </a:rPr>
            </a:br>
            <a:endParaRPr lang="en-IN" dirty="0">
              <a:solidFill>
                <a:schemeClr val="accent2"/>
              </a:solidFill>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0C9F469B-AA4C-3D93-4913-34E60300445B}"/>
              </a:ext>
            </a:extLst>
          </p:cNvPr>
          <p:cNvSpPr>
            <a:spLocks noGrp="1"/>
          </p:cNvSpPr>
          <p:nvPr>
            <p:ph type="subTitle" idx="1"/>
          </p:nvPr>
        </p:nvSpPr>
        <p:spPr>
          <a:xfrm>
            <a:off x="581191" y="4218367"/>
            <a:ext cx="10993546" cy="969650"/>
          </a:xfrm>
        </p:spPr>
        <p:txBody>
          <a:bodyPr>
            <a:normAutofit fontScale="92500" lnSpcReduction="20000"/>
          </a:bodyPr>
          <a:lstStyle/>
          <a:p>
            <a:pPr algn="ctr"/>
            <a:r>
              <a:rPr lang="en-US" sz="2400" b="0" i="0" cap="none" dirty="0">
                <a:solidFill>
                  <a:schemeClr val="bg1"/>
                </a:solidFill>
                <a:effectLst/>
                <a:latin typeface="Times New Roman" panose="02020603050405020304" pitchFamily="18" charset="0"/>
                <a:cs typeface="Times New Roman" panose="02020603050405020304" pitchFamily="18" charset="0"/>
              </a:rPr>
              <a:t>IT IS TO UNDERPIN THE LEGACY OF LORD RAM THAT THE CHHATTISGARH GOVERNMENT HAS COME UP WITH THE IDEA OF DEVELOPING THE RAM VAN GAMAN TOURISM CIRCUIT.</a:t>
            </a:r>
            <a:endParaRPr lang="en-IN" sz="2400" cap="none"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855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5CB9F1-9752-E421-8CE2-E11AF5280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62894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018F41-E113-B714-5EF7-16A4C8E8D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3353" y="889234"/>
            <a:ext cx="5734050" cy="5734050"/>
          </a:xfrm>
          <a:prstGeom prst="rect">
            <a:avLst/>
          </a:prstGeom>
        </p:spPr>
      </p:pic>
    </p:spTree>
    <p:extLst>
      <p:ext uri="{BB962C8B-B14F-4D97-AF65-F5344CB8AC3E}">
        <p14:creationId xmlns:p14="http://schemas.microsoft.com/office/powerpoint/2010/main" val="716201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011A95-88B9-231F-11E3-ECC1F45F0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563" y="664142"/>
            <a:ext cx="7546208" cy="6193857"/>
          </a:xfrm>
          <a:prstGeom prst="rect">
            <a:avLst/>
          </a:prstGeom>
        </p:spPr>
      </p:pic>
    </p:spTree>
    <p:extLst>
      <p:ext uri="{BB962C8B-B14F-4D97-AF65-F5344CB8AC3E}">
        <p14:creationId xmlns:p14="http://schemas.microsoft.com/office/powerpoint/2010/main" val="35720711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2914-90C2-CF9B-4A9B-E20355A61DA4}"/>
              </a:ext>
            </a:extLst>
          </p:cNvPr>
          <p:cNvSpPr>
            <a:spLocks noGrp="1"/>
          </p:cNvSpPr>
          <p:nvPr>
            <p:ph type="title"/>
          </p:nvPr>
        </p:nvSpPr>
        <p:spPr>
          <a:xfrm>
            <a:off x="581192" y="999201"/>
            <a:ext cx="11029616" cy="1013800"/>
          </a:xfrm>
        </p:spPr>
        <p:txBody>
          <a:bodyPr/>
          <a:lstStyle/>
          <a:p>
            <a:r>
              <a:rPr lang="en-US" b="1" i="0" dirty="0">
                <a:effectLst/>
                <a:latin typeface="Times New Roman" panose="02020603050405020304" pitchFamily="18" charset="0"/>
                <a:cs typeface="Times New Roman" panose="02020603050405020304" pitchFamily="18" charset="0"/>
              </a:rPr>
              <a:t>Historical Significance of the Ram Van Gaman Path</a:t>
            </a:r>
            <a:br>
              <a:rPr lang="en-US" b="1" i="0"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D3CDBFA-55E6-533C-2D97-CCFDA760FD59}"/>
              </a:ext>
            </a:extLst>
          </p:cNvPr>
          <p:cNvGraphicFramePr>
            <a:graphicFrameLocks noGrp="1"/>
          </p:cNvGraphicFramePr>
          <p:nvPr>
            <p:ph idx="1"/>
            <p:extLst>
              <p:ext uri="{D42A27DB-BD31-4B8C-83A1-F6EECF244321}">
                <p14:modId xmlns:p14="http://schemas.microsoft.com/office/powerpoint/2010/main" val="618569365"/>
              </p:ext>
            </p:extLst>
          </p:nvPr>
        </p:nvGraphicFramePr>
        <p:xfrm>
          <a:off x="581192" y="2180496"/>
          <a:ext cx="11029616" cy="4220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85809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9510701-7E01-E156-881E-4093CB53D3BA}"/>
              </a:ext>
            </a:extLst>
          </p:cNvPr>
          <p:cNvSpPr txBox="1">
            <a:spLocks noGrp="1"/>
          </p:cNvSpPr>
          <p:nvPr>
            <p:ph type="title"/>
          </p:nvPr>
        </p:nvSpPr>
        <p:spPr>
          <a:xfrm>
            <a:off x="1610929" y="5691537"/>
            <a:ext cx="11029950" cy="566738"/>
          </a:xfrm>
          <a:prstGeom prst="rect">
            <a:avLst/>
          </a:prstGeom>
          <a:noFill/>
        </p:spPr>
        <p:txBody>
          <a:bodyPr wrap="square">
            <a:spAutoFit/>
          </a:bodyPr>
          <a:lstStyle/>
          <a:p>
            <a:r>
              <a:rPr lang="en-IN" sz="4000" dirty="0">
                <a:solidFill>
                  <a:schemeClr val="tx1"/>
                </a:solidFill>
                <a:latin typeface="Times New Roman" panose="02020603050405020304" pitchFamily="18" charset="0"/>
                <a:cs typeface="Times New Roman" panose="02020603050405020304" pitchFamily="18" charset="0"/>
              </a:rPr>
              <a:t>Thank You For Listening To Me</a:t>
            </a:r>
          </a:p>
        </p:txBody>
      </p:sp>
      <p:pic>
        <p:nvPicPr>
          <p:cNvPr id="16" name="Picture Placeholder 15">
            <a:extLst>
              <a:ext uri="{FF2B5EF4-FFF2-40B4-BE49-F238E27FC236}">
                <a16:creationId xmlns:a16="http://schemas.microsoft.com/office/drawing/2014/main" id="{0201220E-25E4-0DB7-5E90-7DC8CF34FEA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9264" b="19264"/>
          <a:stretch>
            <a:fillRect/>
          </a:stretch>
        </p:blipFill>
        <p:spPr>
          <a:xfrm>
            <a:off x="563320" y="984736"/>
            <a:ext cx="11290859" cy="3885648"/>
          </a:xfrm>
        </p:spPr>
      </p:pic>
    </p:spTree>
    <p:extLst>
      <p:ext uri="{BB962C8B-B14F-4D97-AF65-F5344CB8AC3E}">
        <p14:creationId xmlns:p14="http://schemas.microsoft.com/office/powerpoint/2010/main" val="220041557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421</TotalTime>
  <Words>2605</Words>
  <Application>Microsoft Office PowerPoint</Application>
  <PresentationFormat>Widescreen</PresentationFormat>
  <Paragraphs>258</Paragraphs>
  <Slides>54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Gill Sans MT</vt:lpstr>
      <vt:lpstr>manrope bold</vt:lpstr>
      <vt:lpstr>Montserrat</vt:lpstr>
      <vt:lpstr>Noto Sans</vt:lpstr>
      <vt:lpstr>Roboto</vt:lpstr>
      <vt:lpstr>Times New Roman</vt:lpstr>
      <vt:lpstr>Wingdings 2</vt:lpstr>
      <vt:lpstr>Dividend</vt:lpstr>
      <vt:lpstr>Heritage and culture of Chhattisgarh</vt:lpstr>
      <vt:lpstr>About chhattisgarh</vt:lpstr>
      <vt:lpstr>Map of chhattisgarh</vt:lpstr>
      <vt:lpstr>Tribal and folk dances of chhattisgarh</vt:lpstr>
      <vt:lpstr>Tribal dances</vt:lpstr>
      <vt:lpstr>Tribal dances-Culture &amp; Heritage</vt:lpstr>
      <vt:lpstr>Saila Dance</vt:lpstr>
      <vt:lpstr>Karma Dance </vt:lpstr>
      <vt:lpstr>Panthi Dance </vt:lpstr>
      <vt:lpstr>Bison horn maria</vt:lpstr>
      <vt:lpstr>Folk dances</vt:lpstr>
      <vt:lpstr>Folk dances-Culture &amp; Heritage </vt:lpstr>
      <vt:lpstr>Sua Nacha </vt:lpstr>
      <vt:lpstr>Raut nacha</vt:lpstr>
      <vt:lpstr>Rahas Dance</vt:lpstr>
      <vt:lpstr>About Pandwani</vt:lpstr>
      <vt:lpstr>Types of pandwani</vt:lpstr>
      <vt:lpstr>Some prominent pandwani singers</vt:lpstr>
      <vt:lpstr>Mrs. Teejan bai receiving  padmaVibhusan from Hon. president of india</vt:lpstr>
      <vt:lpstr>Mrs.   Teejan  bai</vt:lpstr>
      <vt:lpstr>Awards received by mrsTeejan Bai </vt:lpstr>
      <vt:lpstr>PowerPoint Presentation</vt:lpstr>
      <vt:lpstr>About Usha Barle</vt:lpstr>
      <vt:lpstr>Struggles</vt:lpstr>
      <vt:lpstr>Career</vt:lpstr>
      <vt:lpstr>Awards</vt:lpstr>
      <vt:lpstr>Foods of chhattisgarh</vt:lpstr>
      <vt:lpstr>Muthia </vt:lpstr>
      <vt:lpstr>Aamat </vt:lpstr>
      <vt:lpstr>Chila </vt:lpstr>
      <vt:lpstr>Bhajia </vt:lpstr>
      <vt:lpstr>Sabudana ki Kichdi </vt:lpstr>
      <vt:lpstr>Tilgur or tilkeladoo </vt:lpstr>
      <vt:lpstr>Art and Crafts </vt:lpstr>
      <vt:lpstr>Tribal Art</vt:lpstr>
      <vt:lpstr>PowerPoint Presentation</vt:lpstr>
      <vt:lpstr>PowerPoint Presentation</vt:lpstr>
      <vt:lpstr>PowerPoint Presentation</vt:lpstr>
      <vt:lpstr>PowerPoint Presentation</vt:lpstr>
      <vt:lpstr>Crafts of Chhattisgarh</vt:lpstr>
      <vt:lpstr>PowerPoint Presentation</vt:lpstr>
      <vt:lpstr>PowerPoint Presentation</vt:lpstr>
      <vt:lpstr>PowerPoint Presentation</vt:lpstr>
      <vt:lpstr>Art and crafts</vt:lpstr>
      <vt:lpstr>Freedom fighters of chhattisgarh</vt:lpstr>
      <vt:lpstr>Veer Narayan Singh </vt:lpstr>
      <vt:lpstr>Pt.   Sundarlalsharma</vt:lpstr>
      <vt:lpstr>Thakur Pyarelal  singh</vt:lpstr>
      <vt:lpstr>Ram Van Gaman Tourism Circuit </vt:lpstr>
      <vt:lpstr>PowerPoint Presentation</vt:lpstr>
      <vt:lpstr>PowerPoint Presentation</vt:lpstr>
      <vt:lpstr>PowerPoint Presentation</vt:lpstr>
      <vt:lpstr>Historical Significance of the Ram Van Gaman Path </vt:lpstr>
      <vt:lpstr>Thank You For Listening To 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Madhurima Rawat</dc:creator>
  <cp:lastModifiedBy>Madhurima Rawat</cp:lastModifiedBy>
  <cp:revision>150</cp:revision>
  <dcterms:created xsi:type="dcterms:W3CDTF">2023-04-19T16:34:38Z</dcterms:created>
  <dcterms:modified xsi:type="dcterms:W3CDTF">2025-07-14T06:48:09Z</dcterms:modified>
</cp:coreProperties>
</file>