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8" r:id="rId3"/>
    <p:sldId id="257" r:id="rId4"/>
    <p:sldId id="264" r:id="rId5"/>
    <p:sldId id="263" r:id="rId6"/>
    <p:sldId id="265" r:id="rId7"/>
    <p:sldId id="260" r:id="rId8"/>
    <p:sldId id="258" r:id="rId9"/>
    <p:sldId id="267"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99FF9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66" d="100"/>
          <a:sy n="66" d="100"/>
        </p:scale>
        <p:origin x="668"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rima Rawat" userId="8714a400033bb3ee" providerId="LiveId" clId="{BEF4CCBE-77D6-4C5F-B89D-BF7B602463BB}"/>
    <pc:docChg chg="undo custSel addSld delSld modSld">
      <pc:chgData name="Madhurima Rawat" userId="8714a400033bb3ee" providerId="LiveId" clId="{BEF4CCBE-77D6-4C5F-B89D-BF7B602463BB}" dt="2023-04-20T15:38:11.385" v="297" actId="20577"/>
      <pc:docMkLst>
        <pc:docMk/>
      </pc:docMkLst>
      <pc:sldChg chg="modSp mod">
        <pc:chgData name="Madhurima Rawat" userId="8714a400033bb3ee" providerId="LiveId" clId="{BEF4CCBE-77D6-4C5F-B89D-BF7B602463BB}" dt="2023-04-20T15:38:11.385" v="297" actId="20577"/>
        <pc:sldMkLst>
          <pc:docMk/>
          <pc:sldMk cId="2961453510" sldId="263"/>
        </pc:sldMkLst>
        <pc:spChg chg="mod">
          <ac:chgData name="Madhurima Rawat" userId="8714a400033bb3ee" providerId="LiveId" clId="{BEF4CCBE-77D6-4C5F-B89D-BF7B602463BB}" dt="2023-04-20T15:38:11.385" v="297" actId="20577"/>
          <ac:spMkLst>
            <pc:docMk/>
            <pc:sldMk cId="2961453510" sldId="263"/>
            <ac:spMk id="3" creationId="{476870C4-4E79-35FC-4800-26BB68EFDFD4}"/>
          </ac:spMkLst>
        </pc:spChg>
      </pc:sldChg>
      <pc:sldChg chg="modSp mod">
        <pc:chgData name="Madhurima Rawat" userId="8714a400033bb3ee" providerId="LiveId" clId="{BEF4CCBE-77D6-4C5F-B89D-BF7B602463BB}" dt="2023-04-20T15:27:14.750" v="230" actId="20577"/>
        <pc:sldMkLst>
          <pc:docMk/>
          <pc:sldMk cId="2880430616" sldId="264"/>
        </pc:sldMkLst>
        <pc:spChg chg="mod">
          <ac:chgData name="Madhurima Rawat" userId="8714a400033bb3ee" providerId="LiveId" clId="{BEF4CCBE-77D6-4C5F-B89D-BF7B602463BB}" dt="2023-04-20T15:27:14.750" v="230" actId="20577"/>
          <ac:spMkLst>
            <pc:docMk/>
            <pc:sldMk cId="2880430616" sldId="264"/>
            <ac:spMk id="3" creationId="{A797C5E1-6C7F-4739-B549-45DFC9196319}"/>
          </ac:spMkLst>
        </pc:spChg>
      </pc:sldChg>
      <pc:sldChg chg="modSp mod">
        <pc:chgData name="Madhurima Rawat" userId="8714a400033bb3ee" providerId="LiveId" clId="{BEF4CCBE-77D6-4C5F-B89D-BF7B602463BB}" dt="2023-04-19T17:47:48.141" v="119" actId="20577"/>
        <pc:sldMkLst>
          <pc:docMk/>
          <pc:sldMk cId="2760341311" sldId="265"/>
        </pc:sldMkLst>
        <pc:spChg chg="mod">
          <ac:chgData name="Madhurima Rawat" userId="8714a400033bb3ee" providerId="LiveId" clId="{BEF4CCBE-77D6-4C5F-B89D-BF7B602463BB}" dt="2023-04-19T17:47:48.141" v="119" actId="20577"/>
          <ac:spMkLst>
            <pc:docMk/>
            <pc:sldMk cId="2760341311" sldId="265"/>
            <ac:spMk id="3" creationId="{3BD2840B-FCD9-D444-DBBD-9322C1A62AE6}"/>
          </ac:spMkLst>
        </pc:spChg>
      </pc:sldChg>
      <pc:sldChg chg="addSp delSp modSp new mod modClrScheme chgLayout">
        <pc:chgData name="Madhurima Rawat" userId="8714a400033bb3ee" providerId="LiveId" clId="{BEF4CCBE-77D6-4C5F-B89D-BF7B602463BB}" dt="2023-04-20T15:25:02.535" v="226" actId="1076"/>
        <pc:sldMkLst>
          <pc:docMk/>
          <pc:sldMk cId="4007322967" sldId="268"/>
        </pc:sldMkLst>
        <pc:spChg chg="del">
          <ac:chgData name="Madhurima Rawat" userId="8714a400033bb3ee" providerId="LiveId" clId="{BEF4CCBE-77D6-4C5F-B89D-BF7B602463BB}" dt="2023-04-20T15:20:25.960" v="134" actId="700"/>
          <ac:spMkLst>
            <pc:docMk/>
            <pc:sldMk cId="4007322967" sldId="268"/>
            <ac:spMk id="2" creationId="{70A496E6-FE4A-DAF6-AD0A-4BFEE9C8B9AC}"/>
          </ac:spMkLst>
        </pc:spChg>
        <pc:spChg chg="del">
          <ac:chgData name="Madhurima Rawat" userId="8714a400033bb3ee" providerId="LiveId" clId="{BEF4CCBE-77D6-4C5F-B89D-BF7B602463BB}" dt="2023-04-20T15:20:25.960" v="134" actId="700"/>
          <ac:spMkLst>
            <pc:docMk/>
            <pc:sldMk cId="4007322967" sldId="268"/>
            <ac:spMk id="3" creationId="{E0195F12-34E8-AA0B-92C5-9BAD221B8375}"/>
          </ac:spMkLst>
        </pc:spChg>
        <pc:spChg chg="add mod">
          <ac:chgData name="Madhurima Rawat" userId="8714a400033bb3ee" providerId="LiveId" clId="{BEF4CCBE-77D6-4C5F-B89D-BF7B602463BB}" dt="2023-04-20T15:25:02.535" v="226" actId="1076"/>
          <ac:spMkLst>
            <pc:docMk/>
            <pc:sldMk cId="4007322967" sldId="268"/>
            <ac:spMk id="6" creationId="{F0DB8512-0EFD-A0AC-CA02-B877D407BFB6}"/>
          </ac:spMkLst>
        </pc:spChg>
        <pc:picChg chg="add mod">
          <ac:chgData name="Madhurima Rawat" userId="8714a400033bb3ee" providerId="LiveId" clId="{BEF4CCBE-77D6-4C5F-B89D-BF7B602463BB}" dt="2023-04-20T15:21:00.935" v="138" actId="14100"/>
          <ac:picMkLst>
            <pc:docMk/>
            <pc:sldMk cId="4007322967" sldId="268"/>
            <ac:picMk id="5" creationId="{7F15D837-D09B-CB85-AB32-7BB40EEB9AC7}"/>
          </ac:picMkLst>
        </pc:picChg>
      </pc:sldChg>
      <pc:sldChg chg="addSp delSp modSp new del mod modClrScheme chgLayout">
        <pc:chgData name="Madhurima Rawat" userId="8714a400033bb3ee" providerId="LiveId" clId="{BEF4CCBE-77D6-4C5F-B89D-BF7B602463BB}" dt="2023-04-20T15:20:20.365" v="132" actId="47"/>
        <pc:sldMkLst>
          <pc:docMk/>
          <pc:sldMk cId="4040029787" sldId="268"/>
        </pc:sldMkLst>
        <pc:spChg chg="del mod ord">
          <ac:chgData name="Madhurima Rawat" userId="8714a400033bb3ee" providerId="LiveId" clId="{BEF4CCBE-77D6-4C5F-B89D-BF7B602463BB}" dt="2023-04-20T15:18:00.110" v="121" actId="700"/>
          <ac:spMkLst>
            <pc:docMk/>
            <pc:sldMk cId="4040029787" sldId="268"/>
            <ac:spMk id="2" creationId="{ABBC0871-60B8-0021-C470-A48004C347E6}"/>
          </ac:spMkLst>
        </pc:spChg>
        <pc:spChg chg="del mod ord">
          <ac:chgData name="Madhurima Rawat" userId="8714a400033bb3ee" providerId="LiveId" clId="{BEF4CCBE-77D6-4C5F-B89D-BF7B602463BB}" dt="2023-04-20T15:18:00.110" v="121" actId="700"/>
          <ac:spMkLst>
            <pc:docMk/>
            <pc:sldMk cId="4040029787" sldId="268"/>
            <ac:spMk id="3" creationId="{C2D0B481-600A-A309-FAB1-FEE652CAE6C6}"/>
          </ac:spMkLst>
        </pc:spChg>
        <pc:spChg chg="add mod ord">
          <ac:chgData name="Madhurima Rawat" userId="8714a400033bb3ee" providerId="LiveId" clId="{BEF4CCBE-77D6-4C5F-B89D-BF7B602463BB}" dt="2023-04-20T15:20:01.251" v="128" actId="1076"/>
          <ac:spMkLst>
            <pc:docMk/>
            <pc:sldMk cId="4040029787" sldId="268"/>
            <ac:spMk id="4" creationId="{71142FC8-4E43-B14C-E5A9-B2BF757E36FB}"/>
          </ac:spMkLst>
        </pc:spChg>
        <pc:spChg chg="add del mod ord">
          <ac:chgData name="Madhurima Rawat" userId="8714a400033bb3ee" providerId="LiveId" clId="{BEF4CCBE-77D6-4C5F-B89D-BF7B602463BB}" dt="2023-04-20T15:19:08.849" v="122" actId="931"/>
          <ac:spMkLst>
            <pc:docMk/>
            <pc:sldMk cId="4040029787" sldId="268"/>
            <ac:spMk id="5" creationId="{F19BC68F-3A3F-617C-AC16-237DB31449C1}"/>
          </ac:spMkLst>
        </pc:spChg>
        <pc:spChg chg="add del mod ord">
          <ac:chgData name="Madhurima Rawat" userId="8714a400033bb3ee" providerId="LiveId" clId="{BEF4CCBE-77D6-4C5F-B89D-BF7B602463BB}" dt="2023-04-20T15:19:57.007" v="127" actId="21"/>
          <ac:spMkLst>
            <pc:docMk/>
            <pc:sldMk cId="4040029787" sldId="268"/>
            <ac:spMk id="6" creationId="{73AB91AE-47E2-0278-2F13-007D4DC32757}"/>
          </ac:spMkLst>
        </pc:spChg>
        <pc:spChg chg="add del mod">
          <ac:chgData name="Madhurima Rawat" userId="8714a400033bb3ee" providerId="LiveId" clId="{BEF4CCBE-77D6-4C5F-B89D-BF7B602463BB}" dt="2023-04-20T15:19:33.587" v="125" actId="931"/>
          <ac:spMkLst>
            <pc:docMk/>
            <pc:sldMk cId="4040029787" sldId="268"/>
            <ac:spMk id="10" creationId="{89497B5C-FE05-6206-934A-4F77BD175A48}"/>
          </ac:spMkLst>
        </pc:spChg>
        <pc:spChg chg="add mod">
          <ac:chgData name="Madhurima Rawat" userId="8714a400033bb3ee" providerId="LiveId" clId="{BEF4CCBE-77D6-4C5F-B89D-BF7B602463BB}" dt="2023-04-20T15:20:17.822" v="131" actId="21"/>
          <ac:spMkLst>
            <pc:docMk/>
            <pc:sldMk cId="4040029787" sldId="268"/>
            <ac:spMk id="14" creationId="{CF5175F3-6392-F810-F998-1AE5947245E5}"/>
          </ac:spMkLst>
        </pc:spChg>
        <pc:picChg chg="add del mod">
          <ac:chgData name="Madhurima Rawat" userId="8714a400033bb3ee" providerId="LiveId" clId="{BEF4CCBE-77D6-4C5F-B89D-BF7B602463BB}" dt="2023-04-20T15:19:19.731" v="124" actId="21"/>
          <ac:picMkLst>
            <pc:docMk/>
            <pc:sldMk cId="4040029787" sldId="268"/>
            <ac:picMk id="8" creationId="{74F54E19-B7BC-A48A-1048-7A386E553ADD}"/>
          </ac:picMkLst>
        </pc:picChg>
        <pc:picChg chg="add del mod">
          <ac:chgData name="Madhurima Rawat" userId="8714a400033bb3ee" providerId="LiveId" clId="{BEF4CCBE-77D6-4C5F-B89D-BF7B602463BB}" dt="2023-04-20T15:20:17.822" v="131" actId="21"/>
          <ac:picMkLst>
            <pc:docMk/>
            <pc:sldMk cId="4040029787" sldId="268"/>
            <ac:picMk id="12" creationId="{DF66AB3D-4E1C-5A60-1739-41E628CF446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CCC3F4-9D05-4E61-8D6B-CCCC4ADC91C6}"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en-IN"/>
        </a:p>
      </dgm:t>
    </dgm:pt>
    <dgm:pt modelId="{FBAB07C8-3044-4460-B8EF-30D19FA6072F}">
      <dgm:prSet/>
      <dgm:spPr>
        <a:solidFill>
          <a:schemeClr val="accent1">
            <a:lumMod val="25000"/>
            <a:lumOff val="75000"/>
          </a:schemeClr>
        </a:solidFill>
      </dgm:spPr>
      <dgm:t>
        <a:bodyPr/>
        <a:lstStyle/>
        <a:p>
          <a:r>
            <a:rPr lang="en-US" b="0" i="0"/>
            <a:t>Pandwani</a:t>
          </a:r>
          <a:r>
            <a:rPr lang="en-US"/>
            <a:t/>
          </a:r>
          <a:r>
            <a:rPr lang="en-US" b="0" i="0"/>
            <a:t>singer Usha Barle received a Padma Award during the presentation ceremony on Wednesday. </a:t>
          </a:r>
          <a:endParaRPr lang="en-IN"/>
        </a:p>
      </dgm:t>
    </dgm:pt>
    <dgm:pt modelId="{CA6937E4-B6EF-4786-A3B0-91705DD3B54D}" type="parTrans" cxnId="{D85DB5D1-701A-4318-B990-1A2D05BF1AAF}">
      <dgm:prSet/>
      <dgm:spPr/>
      <dgm:t>
        <a:bodyPr/>
        <a:lstStyle/>
        <a:p>
          <a:endParaRPr lang="en-IN"/>
        </a:p>
      </dgm:t>
    </dgm:pt>
    <dgm:pt modelId="{5BAF2816-A5C0-4995-9E3A-0FCB04CCB695}" type="sibTrans" cxnId="{D85DB5D1-701A-4318-B990-1A2D05BF1AAF}">
      <dgm:prSet/>
      <dgm:spPr/>
      <dgm:t>
        <a:bodyPr/>
        <a:lstStyle/>
        <a:p>
          <a:endParaRPr lang="en-IN"/>
        </a:p>
      </dgm:t>
    </dgm:pt>
    <dgm:pt modelId="{36ED4144-0B0A-49A5-B52C-91099AD94B3F}">
      <dgm:prSet/>
      <dgm:spPr>
        <a:solidFill>
          <a:schemeClr val="accent3">
            <a:lumMod val="60000"/>
            <a:lumOff val="40000"/>
          </a:schemeClr>
        </a:solidFill>
      </dgm:spPr>
      <dgm:t>
        <a:bodyPr/>
        <a:lstStyle/>
        <a:p>
          <a:r>
            <a:rPr lang="en-US" b="0" i="0"/>
            <a:t>She was conferred with the Padma Shri, the third highest civilian honour.</a:t>
          </a:r>
          <a:endParaRPr lang="en-IN"/>
        </a:p>
      </dgm:t>
    </dgm:pt>
    <dgm:pt modelId="{2C1E0037-A8AB-458F-AC1F-D4F102EA3B9D}" type="parTrans" cxnId="{CEF890A5-AE5A-4EBF-A71F-E93FE33AF159}">
      <dgm:prSet/>
      <dgm:spPr/>
      <dgm:t>
        <a:bodyPr/>
        <a:lstStyle/>
        <a:p>
          <a:endParaRPr lang="en-IN"/>
        </a:p>
      </dgm:t>
    </dgm:pt>
    <dgm:pt modelId="{022FE498-FD69-4325-A1F5-CED73246A707}" type="sibTrans" cxnId="{CEF890A5-AE5A-4EBF-A71F-E93FE33AF159}">
      <dgm:prSet/>
      <dgm:spPr/>
      <dgm:t>
        <a:bodyPr/>
        <a:lstStyle/>
        <a:p>
          <a:endParaRPr lang="en-IN"/>
        </a:p>
      </dgm:t>
    </dgm:pt>
    <dgm:pt modelId="{34FD62C1-E02B-4A51-BA2C-47167FAFF05D}">
      <dgm:prSet/>
      <dgm:spPr>
        <a:solidFill>
          <a:srgbClr val="FFFFCC"/>
        </a:solidFill>
      </dgm:spPr>
      <dgm:t>
        <a:bodyPr/>
        <a:lstStyle/>
        <a:p>
          <a:r>
            <a:rPr lang="en-US" b="0" i="0" dirty="0"/>
            <a:t>Along with this, she has been honored with Dau </a:t>
          </a:r>
          <a:r>
            <a:rPr lang="en-US" b="0" i="0" dirty="0" err="1"/>
            <a:t>Mahasingh</a:t>
          </a:r>
          <a:r>
            <a:rPr lang="en-US" b="0" i="0" dirty="0"/>
            <a:t/>
          </a:r>
          <a:r>
            <a:rPr lang="en-US" b="0" i="0" dirty="0" err="1"/>
            <a:t>Chandrakar</a:t>
          </a:r>
          <a:r>
            <a:rPr lang="en-US" b="0" i="0" dirty="0"/>
            <a:t> Award by </a:t>
          </a:r>
          <a:r>
            <a:rPr lang="en-US" b="0" i="0" dirty="0" err="1"/>
            <a:t>bhilai</a:t>
          </a:r>
          <a:r>
            <a:rPr lang="en-US" b="0" i="0" dirty="0"/>
            <a:t> steel plant management.</a:t>
          </a:r>
          <a:endParaRPr lang="en-IN" dirty="0"/>
        </a:p>
      </dgm:t>
    </dgm:pt>
    <dgm:pt modelId="{1AAA4AD9-650C-49E1-9C70-BBA9A4487419}" type="parTrans" cxnId="{76A5929B-AF58-4F3A-9617-64A7E17FB86B}">
      <dgm:prSet/>
      <dgm:spPr/>
      <dgm:t>
        <a:bodyPr/>
        <a:lstStyle/>
        <a:p>
          <a:endParaRPr lang="en-IN"/>
        </a:p>
      </dgm:t>
    </dgm:pt>
    <dgm:pt modelId="{92E654AC-7ED7-4114-A1BA-DB45055538B0}" type="sibTrans" cxnId="{76A5929B-AF58-4F3A-9617-64A7E17FB86B}">
      <dgm:prSet/>
      <dgm:spPr/>
      <dgm:t>
        <a:bodyPr/>
        <a:lstStyle/>
        <a:p>
          <a:endParaRPr lang="en-IN"/>
        </a:p>
      </dgm:t>
    </dgm:pt>
    <dgm:pt modelId="{1F5D7D20-6F06-444E-8D26-65A5D1E03299}">
      <dgm:prSet/>
      <dgm:spPr/>
      <dgm:t>
        <a:bodyPr/>
        <a:lstStyle/>
        <a:p>
          <a:r>
            <a:rPr lang="en-US" b="0" i="0" dirty="0"/>
            <a:t>For Pandwani she has been awarded Guru </a:t>
          </a:r>
          <a:r>
            <a:rPr lang="en-US" b="0" i="0" dirty="0" err="1"/>
            <a:t>Ghasidas</a:t>
          </a:r>
          <a:r>
            <a:rPr lang="en-US" b="0" i="0" dirty="0"/>
            <a:t/>
          </a:r>
          <a:r>
            <a:rPr lang="en-US" b="0" i="0" dirty="0" err="1"/>
            <a:t>Samajik</a:t>
          </a:r>
          <a:r>
            <a:rPr lang="en-US" b="0" i="0" dirty="0"/>
            <a:t> Chetna </a:t>
          </a:r>
          <a:r>
            <a:rPr lang="en-US" b="0" i="0" dirty="0" err="1"/>
            <a:t>Puraskar</a:t>
          </a:r>
          <a:r>
            <a:rPr lang="en-US" b="0" i="0" dirty="0"/>
            <a:t> by the Government of Chhattisgarh. </a:t>
          </a:r>
          <a:endParaRPr lang="en-IN" dirty="0"/>
        </a:p>
      </dgm:t>
    </dgm:pt>
    <dgm:pt modelId="{E57DC550-F6F8-4929-945E-C53544DBDF26}" type="parTrans" cxnId="{8ABDD6E0-19B4-417A-8CB8-06FC7B0FB228}">
      <dgm:prSet/>
      <dgm:spPr/>
      <dgm:t>
        <a:bodyPr/>
        <a:lstStyle/>
        <a:p>
          <a:endParaRPr lang="en-IN"/>
        </a:p>
      </dgm:t>
    </dgm:pt>
    <dgm:pt modelId="{C7CFEC14-9F1E-4F71-B6A5-97569E86B9B4}" type="sibTrans" cxnId="{8ABDD6E0-19B4-417A-8CB8-06FC7B0FB228}">
      <dgm:prSet/>
      <dgm:spPr/>
      <dgm:t>
        <a:bodyPr/>
        <a:lstStyle/>
        <a:p>
          <a:endParaRPr lang="en-IN"/>
        </a:p>
      </dgm:t>
    </dgm:pt>
    <dgm:pt modelId="{B776A52F-2FC5-41DA-8F14-A743C73545A7}">
      <dgm:prSet/>
      <dgm:spPr>
        <a:solidFill>
          <a:srgbClr val="99FF99"/>
        </a:solidFill>
      </dgm:spPr>
      <dgm:t>
        <a:bodyPr/>
        <a:lstStyle/>
        <a:p>
          <a:r>
            <a:rPr lang="en-US" b="0" i="0" dirty="0"/>
            <a:t>She has also been awarded gold medals six times in </a:t>
          </a:r>
          <a:r>
            <a:rPr lang="en-US" b="0" i="0" dirty="0" err="1"/>
            <a:t>Girodhpuri</a:t>
          </a:r>
          <a:r>
            <a:rPr lang="en-US" b="0" i="0" dirty="0"/>
            <a:t/>
          </a:r>
          <a:r>
            <a:rPr lang="en-US" b="0" i="0" dirty="0" err="1"/>
            <a:t>Tapobhoomi</a:t>
          </a:r>
          <a:r>
            <a:rPr lang="en-US" b="0" i="0" dirty="0"/>
            <a:t>.</a:t>
          </a:r>
          <a:endParaRPr lang="en-IN" dirty="0"/>
        </a:p>
      </dgm:t>
    </dgm:pt>
    <dgm:pt modelId="{9B88E757-79BD-44E0-86A4-05031C579324}" type="parTrans" cxnId="{E26C6B89-3F25-4BEF-BB11-DFF858392FA3}">
      <dgm:prSet/>
      <dgm:spPr/>
      <dgm:t>
        <a:bodyPr/>
        <a:lstStyle/>
        <a:p>
          <a:endParaRPr lang="en-IN"/>
        </a:p>
      </dgm:t>
    </dgm:pt>
    <dgm:pt modelId="{E8612605-3FBD-4892-A1AA-3AB387221023}" type="sibTrans" cxnId="{E26C6B89-3F25-4BEF-BB11-DFF858392FA3}">
      <dgm:prSet/>
      <dgm:spPr/>
      <dgm:t>
        <a:bodyPr/>
        <a:lstStyle/>
        <a:p>
          <a:endParaRPr lang="en-IN"/>
        </a:p>
      </dgm:t>
    </dgm:pt>
    <dgm:pt modelId="{6A382DE9-1CFB-48D5-A12C-25EDC58196F3}" type="pres">
      <dgm:prSet presAssocID="{D1CCC3F4-9D05-4E61-8D6B-CCCC4ADC91C6}" presName="linear" presStyleCnt="0">
        <dgm:presLayoutVars>
          <dgm:animLvl val="lvl"/>
          <dgm:resizeHandles val="exact"/>
        </dgm:presLayoutVars>
      </dgm:prSet>
      <dgm:spPr/>
    </dgm:pt>
    <dgm:pt modelId="{9DFAD570-F6D3-4EE2-9C91-5B0087C08DAE}" type="pres">
      <dgm:prSet presAssocID="{FBAB07C8-3044-4460-B8EF-30D19FA6072F}" presName="parentText" presStyleLbl="node1" presStyleIdx="0" presStyleCnt="5">
        <dgm:presLayoutVars>
          <dgm:chMax val="0"/>
          <dgm:bulletEnabled val="1"/>
        </dgm:presLayoutVars>
      </dgm:prSet>
      <dgm:spPr/>
    </dgm:pt>
    <dgm:pt modelId="{1196AE76-B970-4D06-9B58-180ED7EE610B}" type="pres">
      <dgm:prSet presAssocID="{5BAF2816-A5C0-4995-9E3A-0FCB04CCB695}" presName="spacer" presStyleCnt="0"/>
      <dgm:spPr/>
    </dgm:pt>
    <dgm:pt modelId="{B0225814-B774-4F3C-B709-003527027749}" type="pres">
      <dgm:prSet presAssocID="{36ED4144-0B0A-49A5-B52C-91099AD94B3F}" presName="parentText" presStyleLbl="node1" presStyleIdx="1" presStyleCnt="5">
        <dgm:presLayoutVars>
          <dgm:chMax val="0"/>
          <dgm:bulletEnabled val="1"/>
        </dgm:presLayoutVars>
      </dgm:prSet>
      <dgm:spPr/>
    </dgm:pt>
    <dgm:pt modelId="{57C0C56E-9DAE-492E-B895-E2B5853860C0}" type="pres">
      <dgm:prSet presAssocID="{022FE498-FD69-4325-A1F5-CED73246A707}" presName="spacer" presStyleCnt="0"/>
      <dgm:spPr/>
    </dgm:pt>
    <dgm:pt modelId="{98848AE2-4686-482C-BF15-95338A8E22EA}" type="pres">
      <dgm:prSet presAssocID="{34FD62C1-E02B-4A51-BA2C-47167FAFF05D}" presName="parentText" presStyleLbl="node1" presStyleIdx="2" presStyleCnt="5">
        <dgm:presLayoutVars>
          <dgm:chMax val="0"/>
          <dgm:bulletEnabled val="1"/>
        </dgm:presLayoutVars>
      </dgm:prSet>
      <dgm:spPr/>
    </dgm:pt>
    <dgm:pt modelId="{ECF4887C-4984-455E-B42F-0D4102D1CD84}" type="pres">
      <dgm:prSet presAssocID="{92E654AC-7ED7-4114-A1BA-DB45055538B0}" presName="spacer" presStyleCnt="0"/>
      <dgm:spPr/>
    </dgm:pt>
    <dgm:pt modelId="{9AFBDE99-0A6B-4770-A9FD-09E13B4B7296}" type="pres">
      <dgm:prSet presAssocID="{1F5D7D20-6F06-444E-8D26-65A5D1E03299}" presName="parentText" presStyleLbl="node1" presStyleIdx="3" presStyleCnt="5">
        <dgm:presLayoutVars>
          <dgm:chMax val="0"/>
          <dgm:bulletEnabled val="1"/>
        </dgm:presLayoutVars>
      </dgm:prSet>
      <dgm:spPr/>
    </dgm:pt>
    <dgm:pt modelId="{DA6826DB-16F2-4FE7-8EBD-D845B496AAD1}" type="pres">
      <dgm:prSet presAssocID="{C7CFEC14-9F1E-4F71-B6A5-97569E86B9B4}" presName="spacer" presStyleCnt="0"/>
      <dgm:spPr/>
    </dgm:pt>
    <dgm:pt modelId="{4DCB4B3D-E507-4E2D-BDCC-BED533205ACC}" type="pres">
      <dgm:prSet presAssocID="{B776A52F-2FC5-41DA-8F14-A743C73545A7}" presName="parentText" presStyleLbl="node1" presStyleIdx="4" presStyleCnt="5">
        <dgm:presLayoutVars>
          <dgm:chMax val="0"/>
          <dgm:bulletEnabled val="1"/>
        </dgm:presLayoutVars>
      </dgm:prSet>
      <dgm:spPr/>
    </dgm:pt>
  </dgm:ptLst>
  <dgm:cxnLst>
    <dgm:cxn modelId="{E6ACC023-3863-45E9-B139-294D67EF496A}" type="presOf" srcId="{36ED4144-0B0A-49A5-B52C-91099AD94B3F}" destId="{B0225814-B774-4F3C-B709-003527027749}" srcOrd="0" destOrd="0" presId="urn:microsoft.com/office/officeart/2005/8/layout/vList2"/>
    <dgm:cxn modelId="{62ACF44C-06AA-45A3-BE29-FAE5823EF2B6}" type="presOf" srcId="{B776A52F-2FC5-41DA-8F14-A743C73545A7}" destId="{4DCB4B3D-E507-4E2D-BDCC-BED533205ACC}" srcOrd="0" destOrd="0" presId="urn:microsoft.com/office/officeart/2005/8/layout/vList2"/>
    <dgm:cxn modelId="{9ABFE758-E3FA-4EE8-999D-06A1B8B1F09F}" type="presOf" srcId="{34FD62C1-E02B-4A51-BA2C-47167FAFF05D}" destId="{98848AE2-4686-482C-BF15-95338A8E22EA}" srcOrd="0" destOrd="0" presId="urn:microsoft.com/office/officeart/2005/8/layout/vList2"/>
    <dgm:cxn modelId="{E26C6B89-3F25-4BEF-BB11-DFF858392FA3}" srcId="{D1CCC3F4-9D05-4E61-8D6B-CCCC4ADC91C6}" destId="{B776A52F-2FC5-41DA-8F14-A743C73545A7}" srcOrd="4" destOrd="0" parTransId="{9B88E757-79BD-44E0-86A4-05031C579324}" sibTransId="{E8612605-3FBD-4892-A1AA-3AB387221023}"/>
    <dgm:cxn modelId="{76A5929B-AF58-4F3A-9617-64A7E17FB86B}" srcId="{D1CCC3F4-9D05-4E61-8D6B-CCCC4ADC91C6}" destId="{34FD62C1-E02B-4A51-BA2C-47167FAFF05D}" srcOrd="2" destOrd="0" parTransId="{1AAA4AD9-650C-49E1-9C70-BBA9A4487419}" sibTransId="{92E654AC-7ED7-4114-A1BA-DB45055538B0}"/>
    <dgm:cxn modelId="{CEF890A5-AE5A-4EBF-A71F-E93FE33AF159}" srcId="{D1CCC3F4-9D05-4E61-8D6B-CCCC4ADC91C6}" destId="{36ED4144-0B0A-49A5-B52C-91099AD94B3F}" srcOrd="1" destOrd="0" parTransId="{2C1E0037-A8AB-458F-AC1F-D4F102EA3B9D}" sibTransId="{022FE498-FD69-4325-A1F5-CED73246A707}"/>
    <dgm:cxn modelId="{9A37CBB2-A39C-4486-832D-291E59CCA275}" type="presOf" srcId="{1F5D7D20-6F06-444E-8D26-65A5D1E03299}" destId="{9AFBDE99-0A6B-4770-A9FD-09E13B4B7296}" srcOrd="0" destOrd="0" presId="urn:microsoft.com/office/officeart/2005/8/layout/vList2"/>
    <dgm:cxn modelId="{D85DB5D1-701A-4318-B990-1A2D05BF1AAF}" srcId="{D1CCC3F4-9D05-4E61-8D6B-CCCC4ADC91C6}" destId="{FBAB07C8-3044-4460-B8EF-30D19FA6072F}" srcOrd="0" destOrd="0" parTransId="{CA6937E4-B6EF-4786-A3B0-91705DD3B54D}" sibTransId="{5BAF2816-A5C0-4995-9E3A-0FCB04CCB695}"/>
    <dgm:cxn modelId="{8ABDD6E0-19B4-417A-8CB8-06FC7B0FB228}" srcId="{D1CCC3F4-9D05-4E61-8D6B-CCCC4ADC91C6}" destId="{1F5D7D20-6F06-444E-8D26-65A5D1E03299}" srcOrd="3" destOrd="0" parTransId="{E57DC550-F6F8-4929-945E-C53544DBDF26}" sibTransId="{C7CFEC14-9F1E-4F71-B6A5-97569E86B9B4}"/>
    <dgm:cxn modelId="{250982E3-8822-420F-92A6-DA3FFC0D5E40}" type="presOf" srcId="{FBAB07C8-3044-4460-B8EF-30D19FA6072F}" destId="{9DFAD570-F6D3-4EE2-9C91-5B0087C08DAE}" srcOrd="0" destOrd="0" presId="urn:microsoft.com/office/officeart/2005/8/layout/vList2"/>
    <dgm:cxn modelId="{D077DCE6-9814-4E27-BFED-676DCF4588C8}" type="presOf" srcId="{D1CCC3F4-9D05-4E61-8D6B-CCCC4ADC91C6}" destId="{6A382DE9-1CFB-48D5-A12C-25EDC58196F3}" srcOrd="0" destOrd="0" presId="urn:microsoft.com/office/officeart/2005/8/layout/vList2"/>
    <dgm:cxn modelId="{E2620BC7-A029-48C9-A0C8-FDAAD87B45ED}" type="presParOf" srcId="{6A382DE9-1CFB-48D5-A12C-25EDC58196F3}" destId="{9DFAD570-F6D3-4EE2-9C91-5B0087C08DAE}" srcOrd="0" destOrd="0" presId="urn:microsoft.com/office/officeart/2005/8/layout/vList2"/>
    <dgm:cxn modelId="{349EDF93-655D-49B8-95A6-10173658B163}" type="presParOf" srcId="{6A382DE9-1CFB-48D5-A12C-25EDC58196F3}" destId="{1196AE76-B970-4D06-9B58-180ED7EE610B}" srcOrd="1" destOrd="0" presId="urn:microsoft.com/office/officeart/2005/8/layout/vList2"/>
    <dgm:cxn modelId="{9BE32F61-B192-46F1-9EA7-757B010B6A27}" type="presParOf" srcId="{6A382DE9-1CFB-48D5-A12C-25EDC58196F3}" destId="{B0225814-B774-4F3C-B709-003527027749}" srcOrd="2" destOrd="0" presId="urn:microsoft.com/office/officeart/2005/8/layout/vList2"/>
    <dgm:cxn modelId="{7C725C36-2F4F-455C-B0DF-2D105A1E23BE}" type="presParOf" srcId="{6A382DE9-1CFB-48D5-A12C-25EDC58196F3}" destId="{57C0C56E-9DAE-492E-B895-E2B5853860C0}" srcOrd="3" destOrd="0" presId="urn:microsoft.com/office/officeart/2005/8/layout/vList2"/>
    <dgm:cxn modelId="{465E8434-EEC2-485A-8C09-09A6B22D6655}" type="presParOf" srcId="{6A382DE9-1CFB-48D5-A12C-25EDC58196F3}" destId="{98848AE2-4686-482C-BF15-95338A8E22EA}" srcOrd="4" destOrd="0" presId="urn:microsoft.com/office/officeart/2005/8/layout/vList2"/>
    <dgm:cxn modelId="{99347E20-4A94-4F36-8113-3B30608AF8C7}" type="presParOf" srcId="{6A382DE9-1CFB-48D5-A12C-25EDC58196F3}" destId="{ECF4887C-4984-455E-B42F-0D4102D1CD84}" srcOrd="5" destOrd="0" presId="urn:microsoft.com/office/officeart/2005/8/layout/vList2"/>
    <dgm:cxn modelId="{2FF7B8AD-176E-427F-9D83-CDF18511CD96}" type="presParOf" srcId="{6A382DE9-1CFB-48D5-A12C-25EDC58196F3}" destId="{9AFBDE99-0A6B-4770-A9FD-09E13B4B7296}" srcOrd="6" destOrd="0" presId="urn:microsoft.com/office/officeart/2005/8/layout/vList2"/>
    <dgm:cxn modelId="{CCB29E98-5E4E-4539-894C-2C66DACCEE39}" type="presParOf" srcId="{6A382DE9-1CFB-48D5-A12C-25EDC58196F3}" destId="{DA6826DB-16F2-4FE7-8EBD-D845B496AAD1}" srcOrd="7" destOrd="0" presId="urn:microsoft.com/office/officeart/2005/8/layout/vList2"/>
    <dgm:cxn modelId="{44CC5224-1D18-47FF-B644-14CD8A43D252}" type="presParOf" srcId="{6A382DE9-1CFB-48D5-A12C-25EDC58196F3}" destId="{4DCB4B3D-E507-4E2D-BDCC-BED533205AC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AD570-F6D3-4EE2-9C91-5B0087C08DAE}">
      <dsp:nvSpPr>
        <dsp:cNvPr id="0" name=""/>
        <dsp:cNvSpPr/>
      </dsp:nvSpPr>
      <dsp:spPr>
        <a:xfrm>
          <a:off x="0" y="112587"/>
          <a:ext cx="11029950" cy="760500"/>
        </a:xfrm>
        <a:prstGeom prst="roundRect">
          <a:avLst/>
        </a:prstGeom>
        <a:solidFill>
          <a:schemeClr val="accent1">
            <a:lumMod val="25000"/>
            <a:lumOff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Pandwani</a:t>
          </a:r>
          <a:r>
            <a:rPr lang="en-US" sz="2000" kern="1200"/>
            <a:t/>
          </a:r>
          <a:r>
            <a:rPr lang="en-US" sz="2000" b="0" i="0" kern="1200"/>
            <a:t>singer Usha Barle received a Padma Award during the presentation ceremony on Wednesday. </a:t>
          </a:r>
          <a:endParaRPr lang="en-IN" sz="2000" kern="1200"/>
        </a:p>
      </dsp:txBody>
      <dsp:txXfrm>
        <a:off x="37125" y="149712"/>
        <a:ext cx="10955700" cy="686250"/>
      </dsp:txXfrm>
    </dsp:sp>
    <dsp:sp modelId="{B0225814-B774-4F3C-B709-003527027749}">
      <dsp:nvSpPr>
        <dsp:cNvPr id="0" name=""/>
        <dsp:cNvSpPr/>
      </dsp:nvSpPr>
      <dsp:spPr>
        <a:xfrm>
          <a:off x="0" y="930688"/>
          <a:ext cx="11029950" cy="760500"/>
        </a:xfrm>
        <a:prstGeom prst="roundRect">
          <a:avLst/>
        </a:prstGeom>
        <a:solidFill>
          <a:schemeClr val="accent3">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She was conferred with the Padma Shri, the third highest civilian honour.</a:t>
          </a:r>
          <a:endParaRPr lang="en-IN" sz="2000" kern="1200"/>
        </a:p>
      </dsp:txBody>
      <dsp:txXfrm>
        <a:off x="37125" y="967813"/>
        <a:ext cx="10955700" cy="686250"/>
      </dsp:txXfrm>
    </dsp:sp>
    <dsp:sp modelId="{98848AE2-4686-482C-BF15-95338A8E22EA}">
      <dsp:nvSpPr>
        <dsp:cNvPr id="0" name=""/>
        <dsp:cNvSpPr/>
      </dsp:nvSpPr>
      <dsp:spPr>
        <a:xfrm>
          <a:off x="0" y="1748788"/>
          <a:ext cx="11029950" cy="760500"/>
        </a:xfrm>
        <a:prstGeom prst="roundRect">
          <a:avLst/>
        </a:prstGeom>
        <a:solidFill>
          <a:srgbClr val="FFFFCC"/>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Along with this, she has been honored with Dau </a:t>
          </a:r>
          <a:r>
            <a:rPr lang="en-US" sz="2000" b="0" i="0" kern="1200" dirty="0" err="1"/>
            <a:t>Mahasingh</a:t>
          </a:r>
          <a:r>
            <a:rPr lang="en-US" sz="2000" b="0" i="0" kern="1200" dirty="0"/>
            <a:t/>
          </a:r>
          <a:r>
            <a:rPr lang="en-US" sz="2000" b="0" i="0" kern="1200" dirty="0" err="1"/>
            <a:t>Chandrakar</a:t>
          </a:r>
          <a:r>
            <a:rPr lang="en-US" sz="2000" b="0" i="0" kern="1200" dirty="0"/>
            <a:t> Award by </a:t>
          </a:r>
          <a:r>
            <a:rPr lang="en-US" sz="2000" b="0" i="0" kern="1200" dirty="0" err="1"/>
            <a:t>bhilai</a:t>
          </a:r>
          <a:r>
            <a:rPr lang="en-US" sz="2000" b="0" i="0" kern="1200" dirty="0"/>
            <a:t> steel plant management.</a:t>
          </a:r>
          <a:endParaRPr lang="en-IN" sz="2000" kern="1200" dirty="0"/>
        </a:p>
      </dsp:txBody>
      <dsp:txXfrm>
        <a:off x="37125" y="1785913"/>
        <a:ext cx="10955700" cy="686250"/>
      </dsp:txXfrm>
    </dsp:sp>
    <dsp:sp modelId="{9AFBDE99-0A6B-4770-A9FD-09E13B4B7296}">
      <dsp:nvSpPr>
        <dsp:cNvPr id="0" name=""/>
        <dsp:cNvSpPr/>
      </dsp:nvSpPr>
      <dsp:spPr>
        <a:xfrm>
          <a:off x="0" y="2566888"/>
          <a:ext cx="11029950" cy="760500"/>
        </a:xfrm>
        <a:prstGeom prst="roundRect">
          <a:avLst/>
        </a:prstGeom>
        <a:gradFill rotWithShape="0">
          <a:gsLst>
            <a:gs pos="0">
              <a:schemeClr val="accent4">
                <a:hueOff val="-517891"/>
                <a:satOff val="32008"/>
                <a:lumOff val="-1324"/>
                <a:alphaOff val="0"/>
                <a:tint val="68000"/>
                <a:alpha val="90000"/>
                <a:lumMod val="100000"/>
              </a:schemeClr>
            </a:gs>
            <a:gs pos="100000">
              <a:schemeClr val="accent4">
                <a:hueOff val="-517891"/>
                <a:satOff val="32008"/>
                <a:lumOff val="-1324"/>
                <a:alphaOff val="0"/>
                <a:tint val="90000"/>
                <a:lumMod val="95000"/>
              </a:schemeClr>
            </a:gs>
          </a:gsLst>
          <a:lin ang="54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For Pandwani she has been awarded Guru </a:t>
          </a:r>
          <a:r>
            <a:rPr lang="en-US" sz="2000" b="0" i="0" kern="1200" dirty="0" err="1"/>
            <a:t>Ghasidas</a:t>
          </a:r>
          <a:r>
            <a:rPr lang="en-US" sz="2000" b="0" i="0" kern="1200" dirty="0"/>
            <a:t/>
          </a:r>
          <a:r>
            <a:rPr lang="en-US" sz="2000" b="0" i="0" kern="1200" dirty="0" err="1"/>
            <a:t>Samajik</a:t>
          </a:r>
          <a:r>
            <a:rPr lang="en-US" sz="2000" b="0" i="0" kern="1200" dirty="0"/>
            <a:t> Chetna </a:t>
          </a:r>
          <a:r>
            <a:rPr lang="en-US" sz="2000" b="0" i="0" kern="1200" dirty="0" err="1"/>
            <a:t>Puraskar</a:t>
          </a:r>
          <a:r>
            <a:rPr lang="en-US" sz="2000" b="0" i="0" kern="1200" dirty="0"/>
            <a:t> by the Government of Chhattisgarh. </a:t>
          </a:r>
          <a:endParaRPr lang="en-IN" sz="2000" kern="1200" dirty="0"/>
        </a:p>
      </dsp:txBody>
      <dsp:txXfrm>
        <a:off x="37125" y="2604013"/>
        <a:ext cx="10955700" cy="686250"/>
      </dsp:txXfrm>
    </dsp:sp>
    <dsp:sp modelId="{4DCB4B3D-E507-4E2D-BDCC-BED533205ACC}">
      <dsp:nvSpPr>
        <dsp:cNvPr id="0" name=""/>
        <dsp:cNvSpPr/>
      </dsp:nvSpPr>
      <dsp:spPr>
        <a:xfrm>
          <a:off x="0" y="3384988"/>
          <a:ext cx="11029950" cy="760500"/>
        </a:xfrm>
        <a:prstGeom prst="roundRect">
          <a:avLst/>
        </a:prstGeom>
        <a:solidFill>
          <a:srgbClr val="99FF99"/>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She has also been awarded gold medals six times in </a:t>
          </a:r>
          <a:r>
            <a:rPr lang="en-US" sz="2000" b="0" i="0" kern="1200" dirty="0" err="1"/>
            <a:t>Girodhpuri</a:t>
          </a:r>
          <a:r>
            <a:rPr lang="en-US" sz="2000" b="0" i="0" kern="1200" dirty="0"/>
            <a:t/>
          </a:r>
          <a:r>
            <a:rPr lang="en-US" sz="2000" b="0" i="0" kern="1200" dirty="0" err="1"/>
            <a:t>Tapobhoomi</a:t>
          </a:r>
          <a:r>
            <a:rPr lang="en-US" sz="2000" b="0" i="0" kern="1200" dirty="0"/>
            <a:t>.</a:t>
          </a:r>
          <a:endParaRPr lang="en-IN" sz="2000" kern="1200" dirty="0"/>
        </a:p>
      </dsp:txBody>
      <dsp:txXfrm>
        <a:off x="37125" y="3422113"/>
        <a:ext cx="10955700" cy="6862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CDE46250-BBF6-4DDA-9B77-41A3231E4A55}" type="datetimeFigureOut">
              <a:rPr lang="en-IN" smtClean="0"/>
              <a:t>20-04-2023</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900330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E46250-BBF6-4DDA-9B77-41A3231E4A55}" type="datetimeFigureOut">
              <a:rPr lang="en-IN" smtClean="0"/>
              <a:t>20-04-2023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358695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DE46250-BBF6-4DDA-9B77-41A3231E4A55}" type="datetimeFigureOut">
              <a:rPr lang="en-IN" smtClean="0"/>
              <a:t>20-04-2023</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576716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E46250-BBF6-4DDA-9B77-41A3231E4A55}" type="datetimeFigureOut">
              <a:rPr lang="en-IN" smtClean="0"/>
              <a:t>20-04-2023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135616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E46250-BBF6-4DDA-9B77-41A3231E4A55}" type="datetimeFigureOut">
              <a:rPr lang="en-IN" smtClean="0"/>
              <a:t>20-04-2023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173238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E46250-BBF6-4DDA-9B77-41A3231E4A55}" type="datetimeFigureOut">
              <a:rPr lang="en-IN" smtClean="0"/>
              <a:t>20-04-2023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2374299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E46250-BBF6-4DDA-9B77-41A3231E4A55}" type="datetimeFigureOut">
              <a:rPr lang="en-IN" smtClean="0"/>
              <a:t>20-04-2023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47271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DE46250-BBF6-4DDA-9B77-41A3231E4A55}" type="datetimeFigureOut">
              <a:rPr lang="en-IN" smtClean="0"/>
              <a:t>20-04-2023</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2230524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E46250-BBF6-4DDA-9B77-41A3231E4A55}" type="datetimeFigureOut">
              <a:rPr lang="en-IN" smtClean="0"/>
              <a:t>20-04-2023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1106129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E46250-BBF6-4DDA-9B77-41A3231E4A55}" type="datetimeFigureOut">
              <a:rPr lang="en-IN" smtClean="0"/>
              <a:t>20-04-2023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271000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CDE46250-BBF6-4DDA-9B77-41A3231E4A55}" type="datetimeFigureOut">
              <a:rPr lang="en-IN" smtClean="0"/>
              <a:t>20-04-2023</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3601342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CDE46250-BBF6-4DDA-9B77-41A3231E4A55}" type="datetimeFigureOut">
              <a:rPr lang="en-IN" smtClean="0"/>
              <a:t>20-04-2023</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9D063546-D7DB-48BE-AE3E-7E61333ADDC9}"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260125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Pandava" TargetMode="External"/><Relationship Id="rId2" Type="http://schemas.openxmlformats.org/officeDocument/2006/relationships/hyperlink" Target="https://en.wikipedia.org/wiki/Bhim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A062-BFAC-2597-07F6-775E46996218}"/>
              </a:ext>
            </a:extLst>
          </p:cNvPr>
          <p:cNvSpPr>
            <a:spLocks noGrp="1"/>
          </p:cNvSpPr>
          <p:nvPr>
            <p:ph type="ctrTitle"/>
          </p:nvPr>
        </p:nvSpPr>
        <p:spPr>
          <a:xfrm>
            <a:off x="2044601" y="2235200"/>
            <a:ext cx="9144000" cy="2387600"/>
          </a:xfrm>
        </p:spPr>
        <p:txBody>
          <a:bodyPr>
            <a:normAutofit/>
          </a:bodyPr>
          <a:lstStyle/>
          <a:p>
            <a:r>
              <a:rPr lang="en-IN" dirty="0">
                <a:solidFill>
                  <a:schemeClr val="bg1"/>
                </a:solidFill>
              </a:rPr>
              <a:t>Famous Person In Chhattisgarh</a:t>
            </a:r>
            <a:br>
              <a:rPr lang="en-IN" dirty="0">
                <a:solidFill>
                  <a:schemeClr val="bg1"/>
                </a:solidFill>
              </a:rPr>
            </a:br>
            <a:r>
              <a:rPr lang="en-IN" dirty="0">
                <a:solidFill>
                  <a:schemeClr val="bg1"/>
                </a:solidFill>
              </a:rPr>
              <a:t>                  Mrs Usha </a:t>
            </a:r>
            <a:r>
              <a:rPr lang="en-IN" dirty="0" err="1">
                <a:solidFill>
                  <a:schemeClr val="bg1"/>
                </a:solidFill>
              </a:rPr>
              <a:t>Barle</a:t>
            </a:r>
            <a:endParaRPr lang="en-IN" dirty="0">
              <a:solidFill>
                <a:schemeClr val="bg1"/>
              </a:solidFill>
            </a:endParaRPr>
          </a:p>
        </p:txBody>
      </p:sp>
      <p:sp>
        <p:nvSpPr>
          <p:cNvPr id="3" name="Subtitle 2">
            <a:extLst>
              <a:ext uri="{FF2B5EF4-FFF2-40B4-BE49-F238E27FC236}">
                <a16:creationId xmlns:a16="http://schemas.microsoft.com/office/drawing/2014/main" id="{17BF47B3-D397-B631-80A1-39F9CA7283E9}"/>
              </a:ext>
            </a:extLst>
          </p:cNvPr>
          <p:cNvSpPr>
            <a:spLocks noGrp="1"/>
          </p:cNvSpPr>
          <p:nvPr>
            <p:ph type="subTitle" idx="1"/>
          </p:nvPr>
        </p:nvSpPr>
        <p:spPr>
          <a:xfrm>
            <a:off x="1309872" y="4890843"/>
            <a:ext cx="9878729" cy="1655762"/>
          </a:xfrm>
        </p:spPr>
        <p:txBody>
          <a:bodyPr>
            <a:normAutofit/>
          </a:bodyPr>
          <a:lstStyle/>
          <a:p>
            <a:pPr algn="ctr"/>
            <a:r>
              <a:rPr lang="en-IN" sz="2000" cap="none" dirty="0">
                <a:solidFill>
                  <a:schemeClr val="bg1"/>
                </a:solidFill>
                <a:latin typeface="Times New Roman" panose="02020603050405020304" pitchFamily="18" charset="0"/>
                <a:cs typeface="Times New Roman" panose="02020603050405020304" pitchFamily="18" charset="0"/>
              </a:rPr>
              <a:t>Madhurima Rawat</a:t>
            </a:r>
          </a:p>
          <a:p>
            <a:pPr algn="ctr"/>
            <a:r>
              <a:rPr lang="en-IN" sz="2000" cap="none" dirty="0" err="1">
                <a:solidFill>
                  <a:schemeClr val="bg1"/>
                </a:solidFill>
                <a:latin typeface="Times New Roman" panose="02020603050405020304" pitchFamily="18" charset="0"/>
                <a:cs typeface="Times New Roman" panose="02020603050405020304" pitchFamily="18" charset="0"/>
              </a:rPr>
              <a:t>Datascience</a:t>
            </a:r>
            <a:r>
              <a:rPr lang="en-IN" sz="2000" cap="none" dirty="0">
                <a:solidFill>
                  <a:schemeClr val="bg1"/>
                </a:solidFill>
                <a:latin typeface="Times New Roman" panose="02020603050405020304" pitchFamily="18" charset="0"/>
                <a:cs typeface="Times New Roman" panose="02020603050405020304" pitchFamily="18" charset="0"/>
              </a:rPr>
              <a:t>(</a:t>
            </a:r>
            <a:r>
              <a:rPr lang="en-IN" sz="2000" cap="none" dirty="0" err="1">
                <a:solidFill>
                  <a:schemeClr val="bg1"/>
                </a:solidFill>
                <a:latin typeface="Times New Roman" panose="02020603050405020304" pitchFamily="18" charset="0"/>
                <a:cs typeface="Times New Roman" panose="02020603050405020304" pitchFamily="18" charset="0"/>
              </a:rPr>
              <a:t>B.Tech</a:t>
            </a:r>
            <a:r>
              <a:rPr lang="en-IN" sz="2000" cap="none" dirty="0">
                <a:solidFill>
                  <a:schemeClr val="bg1"/>
                </a:solidFill>
                <a:latin typeface="Times New Roman" panose="02020603050405020304" pitchFamily="18" charset="0"/>
                <a:cs typeface="Times New Roman" panose="02020603050405020304" pitchFamily="18" charset="0"/>
              </a:rPr>
              <a:t> CSE)</a:t>
            </a:r>
          </a:p>
          <a:p>
            <a:pPr algn="ctr"/>
            <a:r>
              <a:rPr lang="en-IN" sz="2000" cap="none" dirty="0">
                <a:solidFill>
                  <a:schemeClr val="bg1"/>
                </a:solidFill>
                <a:latin typeface="Times New Roman" panose="02020603050405020304" pitchFamily="18" charset="0"/>
                <a:cs typeface="Times New Roman" panose="02020603050405020304" pitchFamily="18" charset="0"/>
              </a:rPr>
              <a:t>Heritage Club CSVTU </a:t>
            </a:r>
            <a:r>
              <a:rPr lang="en-IN" sz="2000" cap="none" dirty="0" err="1">
                <a:solidFill>
                  <a:schemeClr val="bg1"/>
                </a:solidFill>
                <a:latin typeface="Times New Roman" panose="02020603050405020304" pitchFamily="18" charset="0"/>
                <a:cs typeface="Times New Roman" panose="02020603050405020304" pitchFamily="18" charset="0"/>
              </a:rPr>
              <a:t>Bhilai</a:t>
            </a:r>
            <a:endParaRPr lang="en-IN" sz="2000" cap="none"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A88403C-0626-3D50-DBD1-5E1723D2A3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8627" y="579438"/>
            <a:ext cx="2874745" cy="2475475"/>
          </a:xfrm>
          <a:prstGeom prst="rect">
            <a:avLst/>
          </a:prstGeom>
        </p:spPr>
      </p:pic>
    </p:spTree>
    <p:extLst>
      <p:ext uri="{BB962C8B-B14F-4D97-AF65-F5344CB8AC3E}">
        <p14:creationId xmlns:p14="http://schemas.microsoft.com/office/powerpoint/2010/main" val="2902394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15D837-D09B-CB85-AB32-7BB40EEB9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702645"/>
            <a:ext cx="11430000" cy="5274644"/>
          </a:xfrm>
          <a:prstGeom prst="rect">
            <a:avLst/>
          </a:prstGeom>
        </p:spPr>
      </p:pic>
      <p:sp>
        <p:nvSpPr>
          <p:cNvPr id="6" name="TextBox 5">
            <a:extLst>
              <a:ext uri="{FF2B5EF4-FFF2-40B4-BE49-F238E27FC236}">
                <a16:creationId xmlns:a16="http://schemas.microsoft.com/office/drawing/2014/main" id="{F0DB8512-0EFD-A0AC-CA02-B877D407BFB6}"/>
              </a:ext>
            </a:extLst>
          </p:cNvPr>
          <p:cNvSpPr txBox="1"/>
          <p:nvPr/>
        </p:nvSpPr>
        <p:spPr>
          <a:xfrm>
            <a:off x="1790299" y="6155355"/>
            <a:ext cx="9740765"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Mrs Usha </a:t>
            </a:r>
            <a:r>
              <a:rPr lang="en-IN" sz="2400" dirty="0" err="1">
                <a:latin typeface="Times New Roman" panose="02020603050405020304" pitchFamily="18" charset="0"/>
                <a:cs typeface="Times New Roman" panose="02020603050405020304" pitchFamily="18" charset="0"/>
              </a:rPr>
              <a:t>Barle</a:t>
            </a:r>
            <a:r>
              <a:rPr lang="en-IN" sz="2400" dirty="0">
                <a:latin typeface="Times New Roman" panose="02020603050405020304" pitchFamily="18" charset="0"/>
                <a:cs typeface="Times New Roman" panose="02020603050405020304" pitchFamily="18" charset="0"/>
              </a:rPr>
              <a:t> getting Padma Shree from President </a:t>
            </a:r>
            <a:r>
              <a:rPr lang="en-IN" sz="2400" dirty="0" err="1">
                <a:latin typeface="Times New Roman" panose="02020603050405020304" pitchFamily="18" charset="0"/>
                <a:cs typeface="Times New Roman" panose="02020603050405020304" pitchFamily="18" charset="0"/>
              </a:rPr>
              <a:t>Droupadi</a:t>
            </a:r>
            <a:r>
              <a:rPr lang="en-IN" sz="2400" dirty="0">
                <a:latin typeface="Times New Roman" panose="02020603050405020304" pitchFamily="18" charset="0"/>
                <a:cs typeface="Times New Roman" panose="02020603050405020304" pitchFamily="18" charset="0"/>
              </a:rPr>
              <a:t/>
            </a:r>
            <a:r>
              <a:rPr lang="en-IN" sz="2400" dirty="0" err="1">
                <a:latin typeface="Times New Roman" panose="02020603050405020304" pitchFamily="18" charset="0"/>
                <a:cs typeface="Times New Roman" panose="02020603050405020304" pitchFamily="18" charset="0"/>
              </a:rPr>
              <a:t>Murmu</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7322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81153-8D98-F5EA-AE04-35D65364668E}"/>
              </a:ext>
            </a:extLst>
          </p:cNvPr>
          <p:cNvSpPr>
            <a:spLocks noGrp="1"/>
          </p:cNvSpPr>
          <p:nvPr>
            <p:ph type="title"/>
          </p:nvPr>
        </p:nvSpPr>
        <p:spPr/>
        <p:txBody>
          <a:bodyPr/>
          <a:lstStyle/>
          <a:p>
            <a:r>
              <a:rPr lang="en-IN" dirty="0"/>
              <a:t>About Usha </a:t>
            </a:r>
            <a:r>
              <a:rPr lang="en-IN" dirty="0" err="1"/>
              <a:t>Barle</a:t>
            </a:r>
            <a:endParaRPr lang="en-IN" dirty="0"/>
          </a:p>
        </p:txBody>
      </p:sp>
      <p:sp>
        <p:nvSpPr>
          <p:cNvPr id="3" name="Content Placeholder 2">
            <a:extLst>
              <a:ext uri="{FF2B5EF4-FFF2-40B4-BE49-F238E27FC236}">
                <a16:creationId xmlns:a16="http://schemas.microsoft.com/office/drawing/2014/main" id="{1EC519C1-E339-F5FC-EBA7-D0139FA2713A}"/>
              </a:ext>
            </a:extLst>
          </p:cNvPr>
          <p:cNvSpPr>
            <a:spLocks noGrp="1"/>
          </p:cNvSpPr>
          <p:nvPr>
            <p:ph idx="1"/>
          </p:nvPr>
        </p:nvSpPr>
        <p:spPr>
          <a:xfrm>
            <a:off x="838200" y="1758248"/>
            <a:ext cx="10515600" cy="4351338"/>
          </a:xfrm>
        </p:spPr>
        <p:txBody>
          <a:bodyPr>
            <a:normAutofit/>
          </a:bodyPr>
          <a:lstStyle/>
          <a:p>
            <a:r>
              <a:rPr lang="en-US" sz="2400" b="0" i="0" dirty="0">
                <a:effectLst/>
                <a:latin typeface="Times New Roman" panose="02020603050405020304" pitchFamily="18" charset="0"/>
                <a:cs typeface="Times New Roman" panose="02020603050405020304" pitchFamily="18" charset="0"/>
              </a:rPr>
              <a:t>From the age of 7, she came into the field of this art. Since then she is singing Pandwani.</a:t>
            </a:r>
          </a:p>
          <a:p>
            <a:r>
              <a:rPr lang="en-US" sz="2400" b="0" i="0" dirty="0">
                <a:effectLst/>
                <a:latin typeface="Times New Roman" panose="02020603050405020304" pitchFamily="18" charset="0"/>
                <a:cs typeface="Times New Roman" panose="02020603050405020304" pitchFamily="18" charset="0"/>
              </a:rPr>
              <a:t>She has received training in Pandwani </a:t>
            </a:r>
          </a:p>
          <a:p>
            <a:pPr marL="0" indent="0">
              <a:buNone/>
            </a:pPr>
            <a:r>
              <a:rPr lang="en-US" sz="2400" b="0" i="0" dirty="0">
                <a:effectLst/>
                <a:latin typeface="Times New Roman" panose="02020603050405020304" pitchFamily="18" charset="0"/>
                <a:cs typeface="Times New Roman" panose="02020603050405020304" pitchFamily="18" charset="0"/>
              </a:rPr>
              <a:t>from renowned Pandwani singer and </a:t>
            </a:r>
          </a:p>
          <a:p>
            <a:pPr marL="0" indent="0">
              <a:buNone/>
            </a:pPr>
            <a:r>
              <a:rPr lang="en-US" sz="2400" b="0" i="0" dirty="0">
                <a:effectLst/>
                <a:latin typeface="Times New Roman" panose="02020603050405020304" pitchFamily="18" charset="0"/>
                <a:cs typeface="Times New Roman" panose="02020603050405020304" pitchFamily="18" charset="0"/>
              </a:rPr>
              <a:t>Padma Vibhushan </a:t>
            </a:r>
            <a:r>
              <a:rPr lang="en-US" sz="2400" b="0" i="0" dirty="0" err="1">
                <a:effectLst/>
                <a:latin typeface="Times New Roman" panose="02020603050405020304" pitchFamily="18" charset="0"/>
                <a:cs typeface="Times New Roman" panose="02020603050405020304" pitchFamily="18" charset="0"/>
              </a:rPr>
              <a:t>Teejanbai</a:t>
            </a:r>
            <a:r>
              <a:rPr lang="en-US" sz="2400" b="0" i="0" dirty="0">
                <a:effectLst/>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S</a:t>
            </a:r>
            <a:r>
              <a:rPr lang="en-US" sz="2400" b="0" i="0" dirty="0">
                <a:effectLst/>
                <a:latin typeface="Times New Roman" panose="02020603050405020304" pitchFamily="18" charset="0"/>
                <a:cs typeface="Times New Roman" panose="02020603050405020304" pitchFamily="18" charset="0"/>
              </a:rPr>
              <a:t>he has performed Pandwani in various </a:t>
            </a:r>
          </a:p>
          <a:p>
            <a:pPr marL="0" indent="0">
              <a:buNone/>
            </a:pPr>
            <a:r>
              <a:rPr lang="en-US" sz="2400" b="0" i="0" dirty="0">
                <a:effectLst/>
                <a:latin typeface="Times New Roman" panose="02020603050405020304" pitchFamily="18" charset="0"/>
                <a:cs typeface="Times New Roman" panose="02020603050405020304" pitchFamily="18" charset="0"/>
              </a:rPr>
              <a:t>states of India including cities like London </a:t>
            </a:r>
          </a:p>
          <a:p>
            <a:pPr marL="0" indent="0">
              <a:buNone/>
            </a:pPr>
            <a:r>
              <a:rPr lang="en-US" sz="2400" b="0" i="0" dirty="0">
                <a:effectLst/>
                <a:latin typeface="Times New Roman" panose="02020603050405020304" pitchFamily="18" charset="0"/>
                <a:cs typeface="Times New Roman" panose="02020603050405020304" pitchFamily="18" charset="0"/>
              </a:rPr>
              <a:t>and New York. </a:t>
            </a:r>
          </a:p>
        </p:txBody>
      </p:sp>
      <p:pic>
        <p:nvPicPr>
          <p:cNvPr id="1026" name="Picture 2">
            <a:extLst>
              <a:ext uri="{FF2B5EF4-FFF2-40B4-BE49-F238E27FC236}">
                <a16:creationId xmlns:a16="http://schemas.microsoft.com/office/drawing/2014/main" id="{C7B63772-03F7-3284-2ACB-50E5EC7F6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0778" y="2666605"/>
            <a:ext cx="2874645" cy="383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013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6B9A7-84E3-EFCB-D68D-963C4FDD520D}"/>
              </a:ext>
            </a:extLst>
          </p:cNvPr>
          <p:cNvSpPr>
            <a:spLocks noGrp="1"/>
          </p:cNvSpPr>
          <p:nvPr>
            <p:ph type="title"/>
          </p:nvPr>
        </p:nvSpPr>
        <p:spPr/>
        <p:txBody>
          <a:bodyPr/>
          <a:lstStyle/>
          <a:p>
            <a:r>
              <a:rPr lang="en-IN" dirty="0"/>
              <a:t>About </a:t>
            </a:r>
            <a:r>
              <a:rPr lang="en-IN" dirty="0" err="1"/>
              <a:t>Pandwani</a:t>
            </a:r>
            <a:endParaRPr lang="en-IN" dirty="0"/>
          </a:p>
        </p:txBody>
      </p:sp>
      <p:sp>
        <p:nvSpPr>
          <p:cNvPr id="3" name="Content Placeholder 2">
            <a:extLst>
              <a:ext uri="{FF2B5EF4-FFF2-40B4-BE49-F238E27FC236}">
                <a16:creationId xmlns:a16="http://schemas.microsoft.com/office/drawing/2014/main" id="{A797C5E1-6C7F-4739-B549-45DFC9196319}"/>
              </a:ext>
            </a:extLst>
          </p:cNvPr>
          <p:cNvSpPr>
            <a:spLocks noGrp="1"/>
          </p:cNvSpPr>
          <p:nvPr>
            <p:ph idx="1"/>
          </p:nvPr>
        </p:nvSpPr>
        <p:spPr>
          <a:xfrm>
            <a:off x="581192" y="2180496"/>
            <a:ext cx="11029615" cy="4220304"/>
          </a:xfrm>
        </p:spPr>
        <p:txBody>
          <a:bodyPr>
            <a:normAutofit/>
          </a:bodyPr>
          <a:lstStyle/>
          <a:p>
            <a:r>
              <a:rPr lang="en-US" sz="2400" b="0" i="0" dirty="0">
                <a:effectLst/>
                <a:latin typeface="Times New Roman" panose="02020603050405020304" pitchFamily="18" charset="0"/>
                <a:cs typeface="Times New Roman" panose="02020603050405020304" pitchFamily="18" charset="0"/>
              </a:rPr>
              <a:t>Actually, the Pandwani singer is a genre of telling the story of Mahabharata in Chhattisgarhi. In which the whole story is told with songs and verses.</a:t>
            </a:r>
          </a:p>
          <a:p>
            <a:pPr algn="l"/>
            <a:r>
              <a:rPr lang="en-US" sz="2400" b="1" i="0" dirty="0" err="1">
                <a:effectLst/>
                <a:latin typeface="Times New Roman" panose="02020603050405020304" pitchFamily="18" charset="0"/>
                <a:cs typeface="Times New Roman" panose="02020603050405020304" pitchFamily="18" charset="0"/>
              </a:rPr>
              <a:t>Pandavani</a:t>
            </a:r>
            <a:r>
              <a:rPr lang="en-US" sz="2400" b="0" i="0" dirty="0">
                <a:effectLst/>
                <a:latin typeface="Times New Roman" panose="02020603050405020304" pitchFamily="18" charset="0"/>
                <a:cs typeface="Times New Roman" panose="02020603050405020304" pitchFamily="18" charset="0"/>
              </a:rPr>
              <a:t> (Songs and Stories of the </a:t>
            </a:r>
            <a:r>
              <a:rPr lang="en-US" sz="2400" b="0" i="0" dirty="0" err="1">
                <a:effectLst/>
                <a:latin typeface="Times New Roman" panose="02020603050405020304" pitchFamily="18" charset="0"/>
                <a:cs typeface="Times New Roman" panose="02020603050405020304" pitchFamily="18" charset="0"/>
              </a:rPr>
              <a:t>Pandavas</a:t>
            </a:r>
            <a:r>
              <a:rPr lang="en-US" sz="2400" b="0" i="0" dirty="0">
                <a:effectLst/>
                <a:latin typeface="Times New Roman" panose="02020603050405020304" pitchFamily="18" charset="0"/>
                <a:cs typeface="Times New Roman" panose="02020603050405020304" pitchFamily="18" charset="0"/>
              </a:rPr>
              <a:t>) is a folk singing style involving narration of tales from the ancient Indian epic </a:t>
            </a:r>
            <a:r>
              <a:rPr lang="en-US" sz="2400" dirty="0">
                <a:latin typeface="Times New Roman" panose="02020603050405020304" pitchFamily="18" charset="0"/>
                <a:cs typeface="Times New Roman" panose="02020603050405020304" pitchFamily="18" charset="0"/>
              </a:rPr>
              <a:t>Mahabharata</a:t>
            </a:r>
            <a:r>
              <a:rPr lang="en-US" sz="2400" b="0" i="0" dirty="0">
                <a:effectLst/>
                <a:latin typeface="Times New Roman" panose="02020603050405020304" pitchFamily="18" charset="0"/>
                <a:cs typeface="Times New Roman" panose="02020603050405020304" pitchFamily="18" charset="0"/>
              </a:rPr>
              <a:t>.</a:t>
            </a:r>
          </a:p>
          <a:p>
            <a:pPr algn="l"/>
            <a:r>
              <a:rPr lang="en-US" sz="2400" b="0" i="0" dirty="0">
                <a:effectLst/>
                <a:latin typeface="Times New Roman" panose="02020603050405020304" pitchFamily="18" charset="0"/>
                <a:cs typeface="Times New Roman" panose="02020603050405020304" pitchFamily="18" charset="0"/>
              </a:rPr>
              <a:t>The singing also involves </a:t>
            </a:r>
            <a:r>
              <a:rPr lang="en-US" sz="2400" b="0" i="0">
                <a:effectLst/>
                <a:latin typeface="Times New Roman" panose="02020603050405020304" pitchFamily="18" charset="0"/>
                <a:cs typeface="Times New Roman" panose="02020603050405020304" pitchFamily="18" charset="0"/>
              </a:rPr>
              <a:t>musical accompaniment</a:t>
            </a:r>
            <a:r>
              <a:rPr lang="en-US" sz="2400" b="0" i="0" dirty="0">
                <a:effectLst/>
                <a:latin typeface="Times New Roman" panose="02020603050405020304" pitchFamily="18" charset="0"/>
                <a:cs typeface="Times New Roman" panose="02020603050405020304" pitchFamily="18" charset="0"/>
              </a:rPr>
              <a:t>. </a:t>
            </a:r>
            <a:r>
              <a:rPr lang="en-US" sz="2400" b="0" i="0" u="none" strike="noStrike" dirty="0">
                <a:effectLst/>
                <a:latin typeface="Times New Roman" panose="02020603050405020304" pitchFamily="18" charset="0"/>
                <a:cs typeface="Times New Roman" panose="02020603050405020304" pitchFamily="18" charset="0"/>
                <a:hlinkClick r:id="rId2" tooltip="Bhima">
                  <a:extLst>
                    <a:ext uri="{A12FA001-AC4F-418D-AE19-62706E023703}">
                      <ahyp:hlinkClr xmlns:ahyp="http://schemas.microsoft.com/office/drawing/2018/hyperlinkcolor" val="tx"/>
                    </a:ext>
                  </a:extLst>
                </a:hlinkClick>
              </a:rPr>
              <a:t>Bhima</a:t>
            </a:r>
            <a:r>
              <a:rPr lang="en-US" sz="2400" b="0" i="0" dirty="0">
                <a:effectLst/>
                <a:latin typeface="Times New Roman" panose="02020603050405020304" pitchFamily="18" charset="0"/>
                <a:cs typeface="Times New Roman" panose="02020603050405020304" pitchFamily="18" charset="0"/>
              </a:rPr>
              <a:t>, the second of the </a:t>
            </a:r>
            <a:r>
              <a:rPr lang="en-US" sz="2400" b="0" i="0" u="none" strike="noStrike" dirty="0" err="1">
                <a:effectLst/>
                <a:latin typeface="Times New Roman" panose="02020603050405020304" pitchFamily="18" charset="0"/>
                <a:cs typeface="Times New Roman" panose="02020603050405020304" pitchFamily="18" charset="0"/>
                <a:hlinkClick r:id="rId3" tooltip="Pandava">
                  <a:extLst>
                    <a:ext uri="{A12FA001-AC4F-418D-AE19-62706E023703}">
                      <ahyp:hlinkClr xmlns:ahyp="http://schemas.microsoft.com/office/drawing/2018/hyperlinkcolor" val="tx"/>
                    </a:ext>
                  </a:extLst>
                </a:hlinkClick>
              </a:rPr>
              <a:t>Pandava</a:t>
            </a:r>
            <a:r>
              <a:rPr lang="en-US" sz="2400" b="0" i="0" dirty="0">
                <a:effectLst/>
                <a:latin typeface="Times New Roman" panose="02020603050405020304" pitchFamily="18" charset="0"/>
                <a:cs typeface="Times New Roman" panose="02020603050405020304" pitchFamily="18" charset="0"/>
              </a:rPr>
              <a:t> is the hero of the story in this style.</a:t>
            </a:r>
          </a:p>
          <a:p>
            <a:pPr algn="l"/>
            <a:r>
              <a:rPr lang="en-US" sz="2400" b="0" i="0" dirty="0">
                <a:effectLst/>
                <a:latin typeface="Times New Roman" panose="02020603050405020304" pitchFamily="18" charset="0"/>
                <a:cs typeface="Times New Roman" panose="02020603050405020304" pitchFamily="18" charset="0"/>
              </a:rPr>
              <a:t>This form of folk theatre is popular in the central Indian state of </a:t>
            </a:r>
            <a:r>
              <a:rPr lang="en-US" sz="2400" dirty="0">
                <a:latin typeface="Times New Roman" panose="02020603050405020304" pitchFamily="18" charset="0"/>
                <a:cs typeface="Times New Roman" panose="02020603050405020304" pitchFamily="18" charset="0"/>
              </a:rPr>
              <a:t>Chhattisgarh</a:t>
            </a:r>
            <a:r>
              <a:rPr lang="en-US" sz="2400" b="0" i="0" dirty="0">
                <a:effectLst/>
                <a:latin typeface="Times New Roman" panose="02020603050405020304" pitchFamily="18" charset="0"/>
                <a:cs typeface="Times New Roman" panose="02020603050405020304" pitchFamily="18" charset="0"/>
              </a:rPr>
              <a:t> and in the </a:t>
            </a:r>
            <a:r>
              <a:rPr lang="en-US" sz="2400" b="0" i="0" dirty="0" err="1">
                <a:effectLst/>
                <a:latin typeface="Times New Roman" panose="02020603050405020304" pitchFamily="18" charset="0"/>
                <a:cs typeface="Times New Roman" panose="02020603050405020304" pitchFamily="18" charset="0"/>
              </a:rPr>
              <a:t>neighbouring</a:t>
            </a:r>
            <a:r>
              <a:rPr lang="en-US" sz="2400" b="0" i="0" dirty="0">
                <a:effectLst/>
                <a:latin typeface="Times New Roman" panose="02020603050405020304" pitchFamily="18" charset="0"/>
                <a:cs typeface="Times New Roman" panose="02020603050405020304" pitchFamily="18" charset="0"/>
              </a:rPr>
              <a:t> areas of </a:t>
            </a:r>
            <a:r>
              <a:rPr lang="en-US" sz="2400" dirty="0">
                <a:latin typeface="Times New Roman" panose="02020603050405020304" pitchFamily="18" charset="0"/>
                <a:cs typeface="Times New Roman" panose="02020603050405020304" pitchFamily="18" charset="0"/>
              </a:rPr>
              <a:t>Madhya Pradesh</a:t>
            </a:r>
            <a:r>
              <a:rPr lang="en-US" sz="2400" b="0" i="0" dirty="0">
                <a:effectLst/>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Orissa</a:t>
            </a:r>
            <a:r>
              <a:rPr lang="en-US" sz="2400" b="0" i="0" dirty="0">
                <a:effectLst/>
                <a:latin typeface="Times New Roman" panose="02020603050405020304" pitchFamily="18" charset="0"/>
                <a:cs typeface="Times New Roman" panose="02020603050405020304" pitchFamily="18" charset="0"/>
              </a:rPr>
              <a:t> and </a:t>
            </a:r>
            <a:r>
              <a:rPr lang="en-US" sz="2400" dirty="0">
                <a:latin typeface="Times New Roman" panose="02020603050405020304" pitchFamily="18" charset="0"/>
                <a:cs typeface="Times New Roman" panose="02020603050405020304" pitchFamily="18" charset="0"/>
              </a:rPr>
              <a:t>Andhra Pradesh</a:t>
            </a:r>
            <a:r>
              <a:rPr lang="en-US" sz="2400" b="0" i="0" dirty="0">
                <a:effectLst/>
                <a:latin typeface="Times New Roman" panose="02020603050405020304" pitchFamily="18" charset="0"/>
                <a:cs typeface="Times New Roman" panose="02020603050405020304" pitchFamily="18" charset="0"/>
              </a:rPr>
              <a:t>.</a:t>
            </a:r>
          </a:p>
          <a:p>
            <a:endParaRPr lang="en-IN" sz="2400" dirty="0"/>
          </a:p>
        </p:txBody>
      </p:sp>
    </p:spTree>
    <p:extLst>
      <p:ext uri="{BB962C8B-B14F-4D97-AF65-F5344CB8AC3E}">
        <p14:creationId xmlns:p14="http://schemas.microsoft.com/office/powerpoint/2010/main" val="2880430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CF657-CF12-8EB1-46C7-85AADD4F4803}"/>
              </a:ext>
            </a:extLst>
          </p:cNvPr>
          <p:cNvSpPr>
            <a:spLocks noGrp="1"/>
          </p:cNvSpPr>
          <p:nvPr>
            <p:ph type="title"/>
          </p:nvPr>
        </p:nvSpPr>
        <p:spPr/>
        <p:txBody>
          <a:bodyPr/>
          <a:lstStyle/>
          <a:p>
            <a:r>
              <a:rPr lang="en-IN" dirty="0"/>
              <a:t>Early life</a:t>
            </a:r>
          </a:p>
        </p:txBody>
      </p:sp>
      <p:sp>
        <p:nvSpPr>
          <p:cNvPr id="3" name="Content Placeholder 2">
            <a:extLst>
              <a:ext uri="{FF2B5EF4-FFF2-40B4-BE49-F238E27FC236}">
                <a16:creationId xmlns:a16="http://schemas.microsoft.com/office/drawing/2014/main" id="{476870C4-4E79-35FC-4800-26BB68EFDFD4}"/>
              </a:ext>
            </a:extLst>
          </p:cNvPr>
          <p:cNvSpPr>
            <a:spLocks noGrp="1"/>
          </p:cNvSpPr>
          <p:nvPr>
            <p:ph idx="1"/>
          </p:nvPr>
        </p:nvSpPr>
        <p:spPr>
          <a:xfrm>
            <a:off x="581191" y="1998697"/>
            <a:ext cx="11103877" cy="4710112"/>
          </a:xfrm>
        </p:spPr>
        <p:txBody>
          <a:bodyPr>
            <a:norm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45-year-old </a:t>
            </a:r>
            <a:r>
              <a:rPr lang="en-US" sz="2400" b="1" i="0" dirty="0">
                <a:solidFill>
                  <a:srgbClr val="000000"/>
                </a:solidFill>
                <a:effectLst/>
                <a:latin typeface="Times New Roman" panose="02020603050405020304" pitchFamily="18" charset="0"/>
                <a:cs typeface="Times New Roman" panose="02020603050405020304" pitchFamily="18" charset="0"/>
              </a:rPr>
              <a:t>Pandwani singer Usha </a:t>
            </a:r>
            <a:r>
              <a:rPr lang="en-US" sz="2400" b="1" i="0" dirty="0" err="1">
                <a:solidFill>
                  <a:srgbClr val="000000"/>
                </a:solidFill>
                <a:effectLst/>
                <a:latin typeface="Times New Roman" panose="02020603050405020304" pitchFamily="18" charset="0"/>
                <a:cs typeface="Times New Roman" panose="02020603050405020304" pitchFamily="18" charset="0"/>
              </a:rPr>
              <a:t>Barle</a:t>
            </a:r>
            <a:r>
              <a:rPr lang="en-US" sz="2400" b="0" i="0" dirty="0">
                <a:solidFill>
                  <a:srgbClr val="000000"/>
                </a:solidFill>
                <a:effectLst/>
                <a:latin typeface="Times New Roman" panose="02020603050405020304" pitchFamily="18" charset="0"/>
                <a:cs typeface="Times New Roman" panose="02020603050405020304" pitchFamily="18" charset="0"/>
              </a:rPr>
              <a:t> lives in </a:t>
            </a:r>
            <a:r>
              <a:rPr lang="en-US" sz="2400" b="0" i="0" dirty="0" err="1">
                <a:solidFill>
                  <a:srgbClr val="000000"/>
                </a:solidFill>
                <a:effectLst/>
                <a:latin typeface="Times New Roman" panose="02020603050405020304" pitchFamily="18" charset="0"/>
                <a:cs typeface="Times New Roman" panose="02020603050405020304" pitchFamily="18" charset="0"/>
              </a:rPr>
              <a:t>Kohka</a:t>
            </a:r>
            <a:r>
              <a:rPr lang="en-US" sz="2400" b="0" i="0" dirty="0">
                <a:solidFill>
                  <a:srgbClr val="000000"/>
                </a:solidFill>
                <a:effectLst/>
                <a:latin typeface="Times New Roman" panose="02020603050405020304" pitchFamily="18" charset="0"/>
                <a:cs typeface="Times New Roman" panose="02020603050405020304" pitchFamily="18" charset="0"/>
              </a:rPr>
              <a:t> Housing Board </a:t>
            </a:r>
            <a:r>
              <a:rPr lang="en-US" sz="2400" b="0" i="0" dirty="0" err="1">
                <a:solidFill>
                  <a:srgbClr val="000000"/>
                </a:solidFill>
                <a:effectLst/>
                <a:latin typeface="Times New Roman" panose="02020603050405020304" pitchFamily="18" charset="0"/>
                <a:cs typeface="Times New Roman" panose="02020603050405020304" pitchFamily="18" charset="0"/>
              </a:rPr>
              <a:t>Bhilai</a:t>
            </a:r>
            <a:r>
              <a:rPr lang="en-US" sz="2400" b="0" i="0" dirty="0">
                <a:solidFill>
                  <a:srgbClr val="000000"/>
                </a:solidFill>
                <a:effectLst/>
                <a:latin typeface="Times New Roman" panose="02020603050405020304" pitchFamily="18" charset="0"/>
                <a:cs typeface="Times New Roman" panose="02020603050405020304" pitchFamily="18" charset="0"/>
              </a:rPr>
              <a:t>. </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She has been associated with Pandwani since the age of 7.</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 In 1975, the first program was introduced in </a:t>
            </a:r>
            <a:r>
              <a:rPr lang="en-US" sz="2400" b="0" i="0" dirty="0" err="1">
                <a:solidFill>
                  <a:srgbClr val="000000"/>
                </a:solidFill>
                <a:effectLst/>
                <a:latin typeface="Times New Roman" panose="02020603050405020304" pitchFamily="18" charset="0"/>
                <a:cs typeface="Times New Roman" panose="02020603050405020304" pitchFamily="18" charset="0"/>
              </a:rPr>
              <a:t>Khursipar</a:t>
            </a:r>
            <a:r>
              <a:rPr lang="en-US" sz="2400" b="0" i="0" dirty="0">
                <a:solidFill>
                  <a:srgbClr val="000000"/>
                </a:solidFill>
                <a:effectLst/>
                <a:latin typeface="Times New Roman" panose="02020603050405020304" pitchFamily="18" charset="0"/>
                <a:cs typeface="Times New Roman" panose="02020603050405020304" pitchFamily="18" charset="0"/>
              </a:rPr>
              <a:t>. </a:t>
            </a:r>
          </a:p>
          <a:p>
            <a:pPr algn="just"/>
            <a:r>
              <a:rPr lang="en-US" sz="2400" dirty="0">
                <a:solidFill>
                  <a:srgbClr val="000000"/>
                </a:solidFill>
                <a:latin typeface="Times New Roman" panose="02020603050405020304" pitchFamily="18" charset="0"/>
                <a:cs typeface="Times New Roman" panose="02020603050405020304" pitchFamily="18" charset="0"/>
              </a:rPr>
              <a:t>She said, “</a:t>
            </a:r>
            <a:r>
              <a:rPr lang="en-US" sz="2400" b="0" i="0" dirty="0">
                <a:solidFill>
                  <a:srgbClr val="000000"/>
                </a:solidFill>
                <a:effectLst/>
                <a:latin typeface="Times New Roman" panose="02020603050405020304" pitchFamily="18" charset="0"/>
                <a:cs typeface="Times New Roman" panose="02020603050405020304" pitchFamily="18" charset="0"/>
              </a:rPr>
              <a:t>I got a big stage, </a:t>
            </a:r>
            <a:r>
              <a:rPr lang="en-US" sz="2400" dirty="0">
                <a:solidFill>
                  <a:srgbClr val="000000"/>
                </a:solidFill>
                <a:latin typeface="Times New Roman" panose="02020603050405020304" pitchFamily="18" charset="0"/>
                <a:cs typeface="Times New Roman" panose="02020603050405020304" pitchFamily="18" charset="0"/>
              </a:rPr>
              <a:t>I</a:t>
            </a:r>
            <a:r>
              <a:rPr lang="en-US" sz="2400" b="0" i="0" dirty="0">
                <a:solidFill>
                  <a:srgbClr val="000000"/>
                </a:solidFill>
                <a:effectLst/>
                <a:latin typeface="Times New Roman" panose="02020603050405020304" pitchFamily="18" charset="0"/>
                <a:cs typeface="Times New Roman" panose="02020603050405020304" pitchFamily="18" charset="0"/>
              </a:rPr>
              <a:t> was 8 years old then. </a:t>
            </a:r>
            <a:r>
              <a:rPr lang="en-US" sz="2400" dirty="0">
                <a:solidFill>
                  <a:srgbClr val="000000"/>
                </a:solidFill>
                <a:latin typeface="Times New Roman" panose="02020603050405020304" pitchFamily="18" charset="0"/>
                <a:cs typeface="Times New Roman" panose="02020603050405020304" pitchFamily="18" charset="0"/>
              </a:rPr>
              <a:t>I</a:t>
            </a:r>
            <a:r>
              <a:rPr lang="en-US" sz="2400" b="0" i="0" dirty="0">
                <a:solidFill>
                  <a:srgbClr val="000000"/>
                </a:solidFill>
                <a:effectLst/>
                <a:latin typeface="Times New Roman" panose="02020603050405020304" pitchFamily="18" charset="0"/>
                <a:cs typeface="Times New Roman" panose="02020603050405020304" pitchFamily="18" charset="0"/>
              </a:rPr>
              <a:t> was picked up in the dock and placed on the stage.”</a:t>
            </a:r>
          </a:p>
          <a:p>
            <a:pPr algn="just"/>
            <a:r>
              <a:rPr lang="en-US" sz="2400" b="0" i="0" dirty="0">
                <a:solidFill>
                  <a:srgbClr val="030303"/>
                </a:solidFill>
                <a:effectLst/>
                <a:latin typeface="Times New Roman" panose="02020603050405020304" pitchFamily="18" charset="0"/>
                <a:cs typeface="Times New Roman" panose="02020603050405020304" pitchFamily="18" charset="0"/>
              </a:rPr>
              <a:t>Apart from </a:t>
            </a:r>
            <a:r>
              <a:rPr lang="en-US" sz="2400" b="0" i="0" dirty="0" err="1">
                <a:solidFill>
                  <a:srgbClr val="030303"/>
                </a:solidFill>
                <a:effectLst/>
                <a:latin typeface="Times New Roman" panose="02020603050405020304" pitchFamily="18" charset="0"/>
                <a:cs typeface="Times New Roman" panose="02020603050405020304" pitchFamily="18" charset="0"/>
              </a:rPr>
              <a:t>Pandwani,she</a:t>
            </a:r>
            <a:r>
              <a:rPr lang="en-US" sz="2400" b="0" i="0" dirty="0">
                <a:solidFill>
                  <a:srgbClr val="030303"/>
                </a:solidFill>
                <a:effectLst/>
                <a:latin typeface="Times New Roman" panose="02020603050405020304" pitchFamily="18" charset="0"/>
                <a:cs typeface="Times New Roman" panose="02020603050405020304" pitchFamily="18" charset="0"/>
              </a:rPr>
              <a:t> is also well-versed in many folk genres.</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30303"/>
                </a:solidFill>
                <a:effectLst/>
                <a:latin typeface="Times New Roman" panose="02020603050405020304" pitchFamily="18" charset="0"/>
                <a:cs typeface="Times New Roman" panose="02020603050405020304" pitchFamily="18" charset="0"/>
              </a:rPr>
              <a:t>She </a:t>
            </a:r>
            <a:r>
              <a:rPr lang="en-US" sz="2400" dirty="0">
                <a:solidFill>
                  <a:srgbClr val="030303"/>
                </a:solidFill>
                <a:latin typeface="Times New Roman" panose="02020603050405020304" pitchFamily="18" charset="0"/>
                <a:cs typeface="Times New Roman" panose="02020603050405020304" pitchFamily="18" charset="0"/>
              </a:rPr>
              <a:t>is a </a:t>
            </a:r>
            <a:r>
              <a:rPr lang="en-US" sz="2400" dirty="0" err="1">
                <a:solidFill>
                  <a:srgbClr val="030303"/>
                </a:solidFill>
                <a:latin typeface="Times New Roman" panose="02020603050405020304" pitchFamily="18" charset="0"/>
                <a:cs typeface="Times New Roman" panose="02020603050405020304" pitchFamily="18" charset="0"/>
              </a:rPr>
              <a:t>Pandwani</a:t>
            </a:r>
            <a:r>
              <a:rPr lang="en-US" sz="2400" dirty="0">
                <a:solidFill>
                  <a:srgbClr val="030303"/>
                </a:solidFill>
                <a:latin typeface="Times New Roman" panose="02020603050405020304" pitchFamily="18" charset="0"/>
                <a:cs typeface="Times New Roman" panose="02020603050405020304" pitchFamily="18" charset="0"/>
              </a:rPr>
              <a:t> singer of </a:t>
            </a:r>
            <a:r>
              <a:rPr lang="en-US" sz="2400" dirty="0" err="1">
                <a:solidFill>
                  <a:srgbClr val="030303"/>
                </a:solidFill>
                <a:latin typeface="Times New Roman" panose="02020603050405020304" pitchFamily="18" charset="0"/>
                <a:cs typeface="Times New Roman" panose="02020603050405020304" pitchFamily="18" charset="0"/>
              </a:rPr>
              <a:t>Kapalik</a:t>
            </a:r>
            <a:r>
              <a:rPr lang="en-US" sz="2400" dirty="0">
                <a:solidFill>
                  <a:srgbClr val="030303"/>
                </a:solidFill>
                <a:latin typeface="Times New Roman" panose="02020603050405020304" pitchFamily="18" charset="0"/>
                <a:cs typeface="Times New Roman" panose="02020603050405020304" pitchFamily="18" charset="0"/>
              </a:rPr>
              <a:t> style.</a:t>
            </a:r>
          </a:p>
          <a:p>
            <a:pPr algn="just"/>
            <a:r>
              <a:rPr lang="en-US" sz="2400" b="0" i="0" dirty="0">
                <a:solidFill>
                  <a:srgbClr val="030303"/>
                </a:solidFill>
                <a:effectLst/>
                <a:latin typeface="Times New Roman" panose="02020603050405020304" pitchFamily="18" charset="0"/>
                <a:cs typeface="Times New Roman" panose="02020603050405020304" pitchFamily="18" charset="0"/>
              </a:rPr>
              <a:t>By the grace of God, she </a:t>
            </a:r>
            <a:r>
              <a:rPr lang="en-US" sz="2400" dirty="0">
                <a:solidFill>
                  <a:srgbClr val="030303"/>
                </a:solidFill>
                <a:latin typeface="Times New Roman" panose="02020603050405020304" pitchFamily="18" charset="0"/>
                <a:cs typeface="Times New Roman" panose="02020603050405020304" pitchFamily="18" charset="0"/>
              </a:rPr>
              <a:t>has </a:t>
            </a:r>
            <a:r>
              <a:rPr lang="en-US" sz="2400" b="0" i="0" dirty="0">
                <a:solidFill>
                  <a:srgbClr val="030303"/>
                </a:solidFill>
                <a:effectLst/>
                <a:latin typeface="Times New Roman" panose="02020603050405020304" pitchFamily="18" charset="0"/>
                <a:cs typeface="Times New Roman" panose="02020603050405020304" pitchFamily="18" charset="0"/>
              </a:rPr>
              <a:t>worked continuously in the field of Pandwani singing. This also gave an opportunity to present programs in the country and abroad.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453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21DE-7D56-6FA4-F459-83FCBE0A780C}"/>
              </a:ext>
            </a:extLst>
          </p:cNvPr>
          <p:cNvSpPr>
            <a:spLocks noGrp="1"/>
          </p:cNvSpPr>
          <p:nvPr>
            <p:ph type="title"/>
          </p:nvPr>
        </p:nvSpPr>
        <p:spPr/>
        <p:txBody>
          <a:bodyPr/>
          <a:lstStyle/>
          <a:p>
            <a:r>
              <a:rPr lang="en-IN" dirty="0"/>
              <a:t>Struggles</a:t>
            </a:r>
          </a:p>
        </p:txBody>
      </p:sp>
      <p:sp>
        <p:nvSpPr>
          <p:cNvPr id="3" name="Content Placeholder 2">
            <a:extLst>
              <a:ext uri="{FF2B5EF4-FFF2-40B4-BE49-F238E27FC236}">
                <a16:creationId xmlns:a16="http://schemas.microsoft.com/office/drawing/2014/main" id="{3BD2840B-FCD9-D444-DBBD-9322C1A62AE6}"/>
              </a:ext>
            </a:extLst>
          </p:cNvPr>
          <p:cNvSpPr>
            <a:spLocks noGrp="1"/>
          </p:cNvSpPr>
          <p:nvPr>
            <p:ph idx="1"/>
          </p:nvPr>
        </p:nvSpPr>
        <p:spPr>
          <a:xfrm>
            <a:off x="838200" y="1825625"/>
            <a:ext cx="10515600" cy="4844682"/>
          </a:xfrm>
        </p:spPr>
        <p:txBody>
          <a:bodyPr>
            <a:normAutofit/>
          </a:bodyPr>
          <a:lstStyle/>
          <a:p>
            <a:pPr algn="just"/>
            <a:r>
              <a:rPr lang="en-US" sz="2400" b="0" i="0" dirty="0">
                <a:solidFill>
                  <a:srgbClr val="030303"/>
                </a:solidFill>
                <a:effectLst/>
                <a:latin typeface="Noto Sans" panose="020B0502040504020204" pitchFamily="34" charset="0"/>
              </a:rPr>
              <a:t>Usha </a:t>
            </a:r>
            <a:r>
              <a:rPr lang="en-US" sz="2400" b="0" i="0" dirty="0" err="1">
                <a:solidFill>
                  <a:srgbClr val="030303"/>
                </a:solidFill>
                <a:effectLst/>
                <a:latin typeface="Noto Sans" panose="020B0502040504020204" pitchFamily="34" charset="0"/>
              </a:rPr>
              <a:t>Barle</a:t>
            </a:r>
            <a:r>
              <a:rPr lang="en-US" sz="2400" b="0" i="0" dirty="0">
                <a:solidFill>
                  <a:srgbClr val="030303"/>
                </a:solidFill>
                <a:effectLst/>
                <a:latin typeface="Noto Sans" panose="020B0502040504020204" pitchFamily="34" charset="0"/>
              </a:rPr>
              <a:t> says that she also went through a period of financial constraints.</a:t>
            </a:r>
          </a:p>
          <a:p>
            <a:pPr algn="just"/>
            <a:r>
              <a:rPr lang="en-US" sz="2400" b="0" i="0" dirty="0">
                <a:solidFill>
                  <a:srgbClr val="030303"/>
                </a:solidFill>
                <a:effectLst/>
                <a:latin typeface="Noto Sans" panose="020B0502040504020204" pitchFamily="34" charset="0"/>
              </a:rPr>
              <a:t>When she remember that time, </a:t>
            </a:r>
            <a:r>
              <a:rPr lang="en-US" sz="2400" dirty="0">
                <a:solidFill>
                  <a:srgbClr val="030303"/>
                </a:solidFill>
                <a:latin typeface="Noto Sans" panose="020B0502040504020204" pitchFamily="34" charset="0"/>
              </a:rPr>
              <a:t>h</a:t>
            </a:r>
            <a:r>
              <a:rPr lang="en-US" sz="2400" b="0" i="0" dirty="0">
                <a:solidFill>
                  <a:srgbClr val="030303"/>
                </a:solidFill>
                <a:effectLst/>
                <a:latin typeface="Noto Sans" panose="020B0502040504020204" pitchFamily="34" charset="0"/>
              </a:rPr>
              <a:t>er eyes become moist. </a:t>
            </a:r>
          </a:p>
          <a:p>
            <a:pPr algn="just"/>
            <a:r>
              <a:rPr lang="en-US" sz="2400" b="0" i="0" dirty="0">
                <a:solidFill>
                  <a:srgbClr val="030303"/>
                </a:solidFill>
                <a:effectLst/>
                <a:latin typeface="Noto Sans" panose="020B0502040504020204" pitchFamily="34" charset="0"/>
              </a:rPr>
              <a:t>She used to sell bananas, oranges and other fruits in a sector-1 settlement to run the household. </a:t>
            </a:r>
          </a:p>
          <a:p>
            <a:pPr algn="just"/>
            <a:r>
              <a:rPr lang="en-US" sz="2400" dirty="0">
                <a:solidFill>
                  <a:srgbClr val="030303"/>
                </a:solidFill>
                <a:latin typeface="Noto Sans" panose="020B0502040504020204" pitchFamily="34" charset="0"/>
              </a:rPr>
              <a:t>They</a:t>
            </a:r>
            <a:r>
              <a:rPr lang="en-US" sz="2400" b="0" i="0" dirty="0">
                <a:solidFill>
                  <a:srgbClr val="030303"/>
                </a:solidFill>
                <a:effectLst/>
                <a:latin typeface="Noto Sans" panose="020B0502040504020204" pitchFamily="34" charset="0"/>
              </a:rPr>
              <a:t> were very struggling days. Even after this, she did not give up. </a:t>
            </a:r>
          </a:p>
          <a:p>
            <a:pPr algn="just"/>
            <a:r>
              <a:rPr lang="en-US" sz="2400" b="0" i="0" dirty="0">
                <a:solidFill>
                  <a:srgbClr val="030303"/>
                </a:solidFill>
                <a:effectLst/>
                <a:latin typeface="Noto Sans" panose="020B0502040504020204" pitchFamily="34" charset="0"/>
              </a:rPr>
              <a:t>Her husband studied </a:t>
            </a:r>
            <a:r>
              <a:rPr lang="en-US" sz="2400" dirty="0">
                <a:solidFill>
                  <a:srgbClr val="030303"/>
                </a:solidFill>
                <a:latin typeface="Noto Sans" panose="020B0502040504020204" pitchFamily="34" charset="0"/>
              </a:rPr>
              <a:t>ITI and then got a job at BSP. After </a:t>
            </a:r>
            <a:r>
              <a:rPr lang="en-US" sz="2400">
                <a:solidFill>
                  <a:srgbClr val="030303"/>
                </a:solidFill>
                <a:latin typeface="Noto Sans" panose="020B0502040504020204" pitchFamily="34" charset="0"/>
              </a:rPr>
              <a:t>this her </a:t>
            </a:r>
            <a:r>
              <a:rPr lang="en-US" sz="2400" dirty="0">
                <a:solidFill>
                  <a:srgbClr val="030303"/>
                </a:solidFill>
                <a:latin typeface="Noto Sans" panose="020B0502040504020204" pitchFamily="34" charset="0"/>
              </a:rPr>
              <a:t>financial conditions improved.</a:t>
            </a:r>
          </a:p>
          <a:p>
            <a:pPr algn="just"/>
            <a:r>
              <a:rPr lang="en-US" sz="2400" b="0" i="0" dirty="0">
                <a:solidFill>
                  <a:srgbClr val="030303"/>
                </a:solidFill>
                <a:effectLst/>
                <a:latin typeface="Noto Sans" panose="020B0502040504020204" pitchFamily="34" charset="0"/>
              </a:rPr>
              <a:t>The Government of India has selected her for the Padma Shri award for her good work in the field of Pandwani.</a:t>
            </a:r>
            <a:endParaRPr lang="en-IN" sz="2400" dirty="0"/>
          </a:p>
        </p:txBody>
      </p:sp>
    </p:spTree>
    <p:extLst>
      <p:ext uri="{BB962C8B-B14F-4D97-AF65-F5344CB8AC3E}">
        <p14:creationId xmlns:p14="http://schemas.microsoft.com/office/powerpoint/2010/main" val="2760341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3012-2D1F-9A5B-A601-28C513C08B7C}"/>
              </a:ext>
            </a:extLst>
          </p:cNvPr>
          <p:cNvSpPr>
            <a:spLocks noGrp="1"/>
          </p:cNvSpPr>
          <p:nvPr>
            <p:ph type="title"/>
          </p:nvPr>
        </p:nvSpPr>
        <p:spPr/>
        <p:txBody>
          <a:bodyPr/>
          <a:lstStyle/>
          <a:p>
            <a:r>
              <a:rPr lang="en-IN" dirty="0"/>
              <a:t>Career</a:t>
            </a:r>
          </a:p>
        </p:txBody>
      </p:sp>
      <p:sp>
        <p:nvSpPr>
          <p:cNvPr id="3" name="Content Placeholder 2">
            <a:extLst>
              <a:ext uri="{FF2B5EF4-FFF2-40B4-BE49-F238E27FC236}">
                <a16:creationId xmlns:a16="http://schemas.microsoft.com/office/drawing/2014/main" id="{2EBF43E8-2586-A7DF-8068-4A2597C39AA7}"/>
              </a:ext>
            </a:extLst>
          </p:cNvPr>
          <p:cNvSpPr>
            <a:spLocks noGrp="1"/>
          </p:cNvSpPr>
          <p:nvPr>
            <p:ph idx="1"/>
          </p:nvPr>
        </p:nvSpPr>
        <p:spPr>
          <a:xfrm>
            <a:off x="581192" y="2180496"/>
            <a:ext cx="11029615" cy="4297306"/>
          </a:xfrm>
        </p:spPr>
        <p:txBody>
          <a:bodyPr>
            <a:normAutofit fontScale="92500"/>
          </a:bodyPr>
          <a:lstStyle/>
          <a:p>
            <a:pPr algn="just"/>
            <a:r>
              <a:rPr lang="en-US" sz="2800" b="0" i="0" dirty="0">
                <a:effectLst/>
                <a:latin typeface="Times New Roman" panose="02020603050405020304" pitchFamily="18" charset="0"/>
                <a:cs typeface="Times New Roman" panose="02020603050405020304" pitchFamily="18" charset="0"/>
              </a:rPr>
              <a:t>Usha </a:t>
            </a:r>
            <a:r>
              <a:rPr lang="en-US" sz="2800" b="0" i="0" dirty="0" err="1">
                <a:effectLst/>
                <a:latin typeface="Times New Roman" panose="02020603050405020304" pitchFamily="18" charset="0"/>
                <a:cs typeface="Times New Roman" panose="02020603050405020304" pitchFamily="18" charset="0"/>
              </a:rPr>
              <a:t>Barle</a:t>
            </a:r>
            <a:r>
              <a:rPr lang="en-US" sz="2800" b="0" i="0" dirty="0">
                <a:effectLst/>
                <a:latin typeface="Times New Roman" panose="02020603050405020304" pitchFamily="18" charset="0"/>
                <a:cs typeface="Times New Roman" panose="02020603050405020304" pitchFamily="18" charset="0"/>
              </a:rPr>
              <a:t> says that from the age of 7, she started getting interested in Pandwani singing. For this, his guru first became his uncle.</a:t>
            </a:r>
          </a:p>
          <a:p>
            <a:pPr algn="just"/>
            <a:r>
              <a:rPr lang="en-US" sz="2800" b="0" i="0" dirty="0">
                <a:effectLst/>
                <a:latin typeface="Times New Roman" panose="02020603050405020304" pitchFamily="18" charset="0"/>
                <a:cs typeface="Times New Roman" panose="02020603050405020304" pitchFamily="18" charset="0"/>
              </a:rPr>
              <a:t>Usha </a:t>
            </a:r>
            <a:r>
              <a:rPr lang="en-US" sz="2800" b="0" i="0" dirty="0" err="1">
                <a:effectLst/>
                <a:latin typeface="Times New Roman" panose="02020603050405020304" pitchFamily="18" charset="0"/>
                <a:cs typeface="Times New Roman" panose="02020603050405020304" pitchFamily="18" charset="0"/>
              </a:rPr>
              <a:t>Barle</a:t>
            </a:r>
            <a:r>
              <a:rPr lang="en-US" sz="2800" b="0" i="0" dirty="0">
                <a:effectLst/>
                <a:latin typeface="Times New Roman" panose="02020603050405020304" pitchFamily="18" charset="0"/>
                <a:cs typeface="Times New Roman" panose="02020603050405020304" pitchFamily="18" charset="0"/>
              </a:rPr>
              <a:t> told that her uncle encouraged her and her uncle had said that one day you will brighten the name of your village as well as your state and country, today her dream has been fulfilled.</a:t>
            </a:r>
          </a:p>
          <a:p>
            <a:pPr algn="just"/>
            <a:r>
              <a:rPr lang="en-US" sz="2800" b="0" i="0" dirty="0">
                <a:effectLst/>
                <a:latin typeface="Times New Roman" panose="02020603050405020304" pitchFamily="18" charset="0"/>
                <a:cs typeface="Times New Roman" panose="02020603050405020304" pitchFamily="18" charset="0"/>
              </a:rPr>
              <a:t> She says that the state government should open a school for the education of Pandwani, in which the interested children of Pandwani can be educated.</a:t>
            </a:r>
          </a:p>
          <a:p>
            <a:pPr algn="just"/>
            <a:r>
              <a:rPr lang="en-US" sz="2800" b="0" i="0" dirty="0">
                <a:effectLst/>
                <a:latin typeface="Times New Roman" panose="02020603050405020304" pitchFamily="18" charset="0"/>
                <a:cs typeface="Times New Roman" panose="02020603050405020304" pitchFamily="18" charset="0"/>
              </a:rPr>
              <a:t>So far, Usha has performed her Pandwani genre in more than 45 countries along with India.</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70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69963-500E-AE4C-5AFD-78D27F53A3BD}"/>
              </a:ext>
            </a:extLst>
          </p:cNvPr>
          <p:cNvSpPr>
            <a:spLocks noGrp="1"/>
          </p:cNvSpPr>
          <p:nvPr>
            <p:ph type="title"/>
          </p:nvPr>
        </p:nvSpPr>
        <p:spPr/>
        <p:txBody>
          <a:bodyPr/>
          <a:lstStyle/>
          <a:p>
            <a:r>
              <a:rPr lang="en-IN" dirty="0"/>
              <a:t>Awards</a:t>
            </a:r>
          </a:p>
        </p:txBody>
      </p:sp>
      <p:graphicFrame>
        <p:nvGraphicFramePr>
          <p:cNvPr id="4" name="Content Placeholder 3">
            <a:extLst>
              <a:ext uri="{FF2B5EF4-FFF2-40B4-BE49-F238E27FC236}">
                <a16:creationId xmlns:a16="http://schemas.microsoft.com/office/drawing/2014/main" id="{266AC2A9-35C7-E7CD-4272-9CBD27783DEC}"/>
              </a:ext>
            </a:extLst>
          </p:cNvPr>
          <p:cNvGraphicFramePr>
            <a:graphicFrameLocks noGrp="1"/>
          </p:cNvGraphicFramePr>
          <p:nvPr>
            <p:ph idx="1"/>
            <p:extLst>
              <p:ext uri="{D42A27DB-BD31-4B8C-83A1-F6EECF244321}">
                <p14:modId xmlns:p14="http://schemas.microsoft.com/office/powerpoint/2010/main" val="3909794094"/>
              </p:ext>
            </p:extLst>
          </p:nvPr>
        </p:nvGraphicFramePr>
        <p:xfrm>
          <a:off x="581025" y="2181225"/>
          <a:ext cx="11029950" cy="42580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1304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365E-3473-01B2-1B45-D1AAC0F65364}"/>
              </a:ext>
            </a:extLst>
          </p:cNvPr>
          <p:cNvSpPr>
            <a:spLocks noGrp="1"/>
          </p:cNvSpPr>
          <p:nvPr>
            <p:ph type="title"/>
          </p:nvPr>
        </p:nvSpPr>
        <p:spPr/>
        <p:txBody>
          <a:bodyPr/>
          <a:lstStyle/>
          <a:p>
            <a:r>
              <a:rPr lang="en-IN" dirty="0"/>
              <a:t>Her other Achievements</a:t>
            </a:r>
          </a:p>
        </p:txBody>
      </p:sp>
      <p:sp>
        <p:nvSpPr>
          <p:cNvPr id="3" name="Content Placeholder 2">
            <a:extLst>
              <a:ext uri="{FF2B5EF4-FFF2-40B4-BE49-F238E27FC236}">
                <a16:creationId xmlns:a16="http://schemas.microsoft.com/office/drawing/2014/main" id="{BCBB92AD-805F-C9AC-91D8-33C695E1BEE6}"/>
              </a:ext>
            </a:extLst>
          </p:cNvPr>
          <p:cNvSpPr>
            <a:spLocks noGrp="1"/>
          </p:cNvSpPr>
          <p:nvPr>
            <p:ph idx="1"/>
          </p:nvPr>
        </p:nvSpPr>
        <p:spPr>
          <a:xfrm>
            <a:off x="581192" y="2180496"/>
            <a:ext cx="11029615" cy="4326182"/>
          </a:xfrm>
        </p:spPr>
        <p:txBody>
          <a:bodyPr>
            <a:normAutofit fontScale="92500"/>
          </a:bodyPr>
          <a:lstStyle/>
          <a:p>
            <a:pPr algn="just"/>
            <a:r>
              <a:rPr lang="en-US" sz="2400" b="0" i="0" dirty="0">
                <a:solidFill>
                  <a:srgbClr val="030303"/>
                </a:solidFill>
                <a:effectLst/>
                <a:latin typeface="Times New Roman" panose="02020603050405020304" pitchFamily="18" charset="0"/>
                <a:cs typeface="Times New Roman" panose="02020603050405020304" pitchFamily="18" charset="0"/>
              </a:rPr>
              <a:t>Earlier in 2006, he got the first place in New Delhi for presenting a program on Republic Day. </a:t>
            </a:r>
          </a:p>
          <a:p>
            <a:pPr algn="just"/>
            <a:r>
              <a:rPr lang="en-US" sz="2400" b="0" i="0" dirty="0">
                <a:solidFill>
                  <a:srgbClr val="030303"/>
                </a:solidFill>
                <a:effectLst/>
                <a:latin typeface="Times New Roman" panose="02020603050405020304" pitchFamily="18" charset="0"/>
                <a:cs typeface="Times New Roman" panose="02020603050405020304" pitchFamily="18" charset="0"/>
              </a:rPr>
              <a:t>Awarded in Andaman and Nicobar Islands. </a:t>
            </a:r>
          </a:p>
          <a:p>
            <a:pPr algn="just"/>
            <a:r>
              <a:rPr lang="en-US" sz="2400" b="0" i="0" dirty="0">
                <a:solidFill>
                  <a:srgbClr val="030303"/>
                </a:solidFill>
                <a:effectLst/>
                <a:latin typeface="Times New Roman" panose="02020603050405020304" pitchFamily="18" charset="0"/>
                <a:cs typeface="Times New Roman" panose="02020603050405020304" pitchFamily="18" charset="0"/>
              </a:rPr>
              <a:t>The Chhattisgarh government </a:t>
            </a:r>
            <a:r>
              <a:rPr lang="en-US" sz="2400" b="0" i="0" dirty="0" err="1">
                <a:solidFill>
                  <a:srgbClr val="030303"/>
                </a:solidFill>
                <a:effectLst/>
                <a:latin typeface="Times New Roman" panose="02020603050405020304" pitchFamily="18" charset="0"/>
                <a:cs typeface="Times New Roman" panose="02020603050405020304" pitchFamily="18" charset="0"/>
              </a:rPr>
              <a:t>honoured</a:t>
            </a:r>
            <a:r>
              <a:rPr lang="en-US" sz="2400" b="0" i="0" dirty="0">
                <a:solidFill>
                  <a:srgbClr val="030303"/>
                </a:solidFill>
                <a:effectLst/>
                <a:latin typeface="Times New Roman" panose="02020603050405020304" pitchFamily="18" charset="0"/>
                <a:cs typeface="Times New Roman" panose="02020603050405020304" pitchFamily="18" charset="0"/>
              </a:rPr>
              <a:t> her in 2007.</a:t>
            </a:r>
          </a:p>
          <a:p>
            <a:pPr algn="just"/>
            <a:r>
              <a:rPr lang="en-US" sz="2400" b="0" i="0" dirty="0" err="1">
                <a:solidFill>
                  <a:srgbClr val="030303"/>
                </a:solidFill>
                <a:effectLst/>
                <a:latin typeface="Times New Roman" panose="02020603050405020304" pitchFamily="18" charset="0"/>
                <a:cs typeface="Times New Roman" panose="02020603050405020304" pitchFamily="18" charset="0"/>
              </a:rPr>
              <a:t>Bhilai</a:t>
            </a:r>
            <a:r>
              <a:rPr lang="en-US" sz="2400" b="0" i="0" dirty="0">
                <a:solidFill>
                  <a:srgbClr val="030303"/>
                </a:solidFill>
                <a:effectLst/>
                <a:latin typeface="Times New Roman" panose="02020603050405020304" pitchFamily="18" charset="0"/>
                <a:cs typeface="Times New Roman" panose="02020603050405020304" pitchFamily="18" charset="0"/>
              </a:rPr>
              <a:t> Steel Plant </a:t>
            </a:r>
            <a:r>
              <a:rPr lang="en-US" sz="2400" b="0" i="0" dirty="0" err="1">
                <a:solidFill>
                  <a:srgbClr val="030303"/>
                </a:solidFill>
                <a:effectLst/>
                <a:latin typeface="Times New Roman" panose="02020603050405020304" pitchFamily="18" charset="0"/>
                <a:cs typeface="Times New Roman" panose="02020603050405020304" pitchFamily="18" charset="0"/>
              </a:rPr>
              <a:t>honoured</a:t>
            </a:r>
            <a:r>
              <a:rPr lang="en-US" sz="2400" b="0" i="0" dirty="0">
                <a:solidFill>
                  <a:srgbClr val="030303"/>
                </a:solidFill>
                <a:effectLst/>
                <a:latin typeface="Times New Roman" panose="02020603050405020304" pitchFamily="18" charset="0"/>
                <a:cs typeface="Times New Roman" panose="02020603050405020304" pitchFamily="18" charset="0"/>
              </a:rPr>
              <a:t> with Dau </a:t>
            </a:r>
            <a:r>
              <a:rPr lang="en-US" sz="2400" b="0" i="0" dirty="0" err="1">
                <a:solidFill>
                  <a:srgbClr val="030303"/>
                </a:solidFill>
                <a:effectLst/>
                <a:latin typeface="Times New Roman" panose="02020603050405020304" pitchFamily="18" charset="0"/>
                <a:cs typeface="Times New Roman" panose="02020603050405020304" pitchFamily="18" charset="0"/>
              </a:rPr>
              <a:t>Mahasing</a:t>
            </a:r>
            <a:r>
              <a:rPr lang="en-US" sz="2400" b="0" i="0" dirty="0">
                <a:solidFill>
                  <a:srgbClr val="030303"/>
                </a:solidFill>
                <a:effectLst/>
                <a:latin typeface="Times New Roman" panose="02020603050405020304" pitchFamily="18" charset="0"/>
                <a:cs typeface="Times New Roman" panose="02020603050405020304" pitchFamily="18" charset="0"/>
              </a:rPr>
              <a:t/>
            </a:r>
            <a:r>
              <a:rPr lang="en-US" sz="2400" b="0" i="0" dirty="0" err="1">
                <a:solidFill>
                  <a:srgbClr val="030303"/>
                </a:solidFill>
                <a:effectLst/>
                <a:latin typeface="Times New Roman" panose="02020603050405020304" pitchFamily="18" charset="0"/>
                <a:cs typeface="Times New Roman" panose="02020603050405020304" pitchFamily="18" charset="0"/>
              </a:rPr>
              <a:t>Chandrakar</a:t>
            </a:r>
            <a:r>
              <a:rPr lang="en-US" sz="2400" b="0" i="0" dirty="0">
                <a:solidFill>
                  <a:srgbClr val="030303"/>
                </a:solidFill>
                <a:effectLst/>
                <a:latin typeface="Times New Roman" panose="02020603050405020304" pitchFamily="18" charset="0"/>
                <a:cs typeface="Times New Roman" panose="02020603050405020304" pitchFamily="18" charset="0"/>
              </a:rPr>
              <a:t> Samman.</a:t>
            </a:r>
          </a:p>
          <a:p>
            <a:pPr algn="just"/>
            <a:r>
              <a:rPr lang="en-US" sz="2400" b="0" i="0" dirty="0">
                <a:solidFill>
                  <a:srgbClr val="030303"/>
                </a:solidFill>
                <a:effectLst/>
                <a:latin typeface="Times New Roman" panose="02020603050405020304" pitchFamily="18" charset="0"/>
                <a:cs typeface="Times New Roman" panose="02020603050405020304" pitchFamily="18" charset="0"/>
              </a:rPr>
              <a:t>Guru Vijay Kumar awarded the gold medal 6 times in </a:t>
            </a:r>
            <a:r>
              <a:rPr lang="en-US" sz="2400" b="0" i="0" dirty="0" err="1">
                <a:solidFill>
                  <a:srgbClr val="030303"/>
                </a:solidFill>
                <a:effectLst/>
                <a:latin typeface="Times New Roman" panose="02020603050405020304" pitchFamily="18" charset="0"/>
                <a:cs typeface="Times New Roman" panose="02020603050405020304" pitchFamily="18" charset="0"/>
              </a:rPr>
              <a:t>Girodpuridham</a:t>
            </a:r>
            <a:r>
              <a:rPr lang="en-US" sz="2400" b="0" i="0" dirty="0">
                <a:solidFill>
                  <a:srgbClr val="030303"/>
                </a:solidFill>
                <a:effectLst/>
                <a:latin typeface="Times New Roman" panose="02020603050405020304" pitchFamily="18" charset="0"/>
                <a:cs typeface="Times New Roman" panose="02020603050405020304" pitchFamily="18" charset="0"/>
              </a:rPr>
              <a:t>. </a:t>
            </a:r>
          </a:p>
          <a:p>
            <a:pPr algn="just"/>
            <a:r>
              <a:rPr lang="en-US" sz="2400" dirty="0">
                <a:solidFill>
                  <a:srgbClr val="030303"/>
                </a:solidFill>
                <a:latin typeface="Times New Roman" panose="02020603050405020304" pitchFamily="18" charset="0"/>
                <a:cs typeface="Times New Roman" panose="02020603050405020304" pitchFamily="18" charset="0"/>
              </a:rPr>
              <a:t>Sh</a:t>
            </a:r>
            <a:r>
              <a:rPr lang="en-US" sz="2400" b="0" i="0" dirty="0">
                <a:solidFill>
                  <a:srgbClr val="030303"/>
                </a:solidFill>
                <a:effectLst/>
                <a:latin typeface="Times New Roman" panose="02020603050405020304" pitchFamily="18" charset="0"/>
                <a:cs typeface="Times New Roman" panose="02020603050405020304" pitchFamily="18" charset="0"/>
              </a:rPr>
              <a:t>e was also </a:t>
            </a:r>
            <a:r>
              <a:rPr lang="en-US" sz="2400" b="0" i="0" dirty="0" err="1">
                <a:solidFill>
                  <a:srgbClr val="030303"/>
                </a:solidFill>
                <a:effectLst/>
                <a:latin typeface="Times New Roman" panose="02020603050405020304" pitchFamily="18" charset="0"/>
                <a:cs typeface="Times New Roman" panose="02020603050405020304" pitchFamily="18" charset="0"/>
              </a:rPr>
              <a:t>honoured</a:t>
            </a:r>
            <a:r>
              <a:rPr lang="en-US" sz="2400" b="0" i="0" dirty="0">
                <a:solidFill>
                  <a:srgbClr val="030303"/>
                </a:solidFill>
                <a:effectLst/>
                <a:latin typeface="Times New Roman" panose="02020603050405020304" pitchFamily="18" charset="0"/>
                <a:cs typeface="Times New Roman" panose="02020603050405020304" pitchFamily="18" charset="0"/>
              </a:rPr>
              <a:t> with the </a:t>
            </a:r>
            <a:r>
              <a:rPr lang="en-US" sz="2400" b="0" i="0" dirty="0" err="1">
                <a:solidFill>
                  <a:srgbClr val="030303"/>
                </a:solidFill>
                <a:effectLst/>
                <a:latin typeface="Times New Roman" panose="02020603050405020304" pitchFamily="18" charset="0"/>
                <a:cs typeface="Times New Roman" panose="02020603050405020304" pitchFamily="18" charset="0"/>
              </a:rPr>
              <a:t>Minimata</a:t>
            </a:r>
            <a:r>
              <a:rPr lang="en-US" sz="2400" b="0" i="0" dirty="0">
                <a:solidFill>
                  <a:srgbClr val="030303"/>
                </a:solidFill>
                <a:effectLst/>
                <a:latin typeface="Times New Roman" panose="02020603050405020304" pitchFamily="18" charset="0"/>
                <a:cs typeface="Times New Roman" panose="02020603050405020304" pitchFamily="18" charset="0"/>
              </a:rPr>
              <a:t> Award. </a:t>
            </a:r>
          </a:p>
          <a:p>
            <a:pPr algn="just"/>
            <a:r>
              <a:rPr lang="en-US" sz="2400" b="0" i="0" dirty="0">
                <a:solidFill>
                  <a:srgbClr val="030303"/>
                </a:solidFill>
                <a:effectLst/>
                <a:latin typeface="Times New Roman" panose="02020603050405020304" pitchFamily="18" charset="0"/>
                <a:cs typeface="Times New Roman" panose="02020603050405020304" pitchFamily="18" charset="0"/>
              </a:rPr>
              <a:t>In the Chhattisgarh Folk Art Festival, Bhuiyan Samman, Chakradhar Samman (</a:t>
            </a:r>
            <a:r>
              <a:rPr lang="en-US" sz="2400" b="0" i="0" dirty="0" err="1">
                <a:solidFill>
                  <a:srgbClr val="030303"/>
                </a:solidFill>
                <a:effectLst/>
                <a:latin typeface="Times New Roman" panose="02020603050405020304" pitchFamily="18" charset="0"/>
                <a:cs typeface="Times New Roman" panose="02020603050405020304" pitchFamily="18" charset="0"/>
              </a:rPr>
              <a:t>Raigarh</a:t>
            </a:r>
            <a:r>
              <a:rPr lang="en-US" sz="2400" b="0" i="0" dirty="0">
                <a:solidFill>
                  <a:srgbClr val="030303"/>
                </a:solidFill>
                <a:effectLst/>
                <a:latin typeface="Times New Roman" panose="02020603050405020304" pitchFamily="18" charset="0"/>
                <a:cs typeface="Times New Roman" panose="02020603050405020304" pitchFamily="18" charset="0"/>
              </a:rPr>
              <a:t>), Malwa Samman (Kanpur) were honored by Mayawati. </a:t>
            </a:r>
          </a:p>
          <a:p>
            <a:pPr algn="just"/>
            <a:r>
              <a:rPr lang="en-US" sz="2400" b="0" i="0" dirty="0">
                <a:solidFill>
                  <a:srgbClr val="030303"/>
                </a:solidFill>
                <a:effectLst/>
                <a:latin typeface="Times New Roman" panose="02020603050405020304" pitchFamily="18" charset="0"/>
                <a:cs typeface="Times New Roman" panose="02020603050405020304" pitchFamily="18" charset="0"/>
              </a:rPr>
              <a:t>In this way, more than 2000 honors have been honored.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8518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9510701-7E01-E156-881E-4093CB53D3BA}"/>
              </a:ext>
            </a:extLst>
          </p:cNvPr>
          <p:cNvSpPr txBox="1">
            <a:spLocks noGrp="1"/>
          </p:cNvSpPr>
          <p:nvPr>
            <p:ph type="title"/>
          </p:nvPr>
        </p:nvSpPr>
        <p:spPr>
          <a:xfrm>
            <a:off x="1610929" y="5691537"/>
            <a:ext cx="11029950" cy="566738"/>
          </a:xfrm>
          <a:prstGeom prst="rect">
            <a:avLst/>
          </a:prstGeom>
          <a:noFill/>
        </p:spPr>
        <p:txBody>
          <a:bodyPr wrap="square">
            <a:spAutoFit/>
          </a:bodyPr>
          <a:lstStyle/>
          <a:p>
            <a:r>
              <a:rPr lang="en-IN" sz="4000" dirty="0">
                <a:solidFill>
                  <a:schemeClr val="tx1"/>
                </a:solidFill>
                <a:latin typeface="Times New Roman" panose="02020603050405020304" pitchFamily="18" charset="0"/>
                <a:cs typeface="Times New Roman" panose="02020603050405020304" pitchFamily="18" charset="0"/>
              </a:rPr>
              <a:t>Thank You For Listening To Me</a:t>
            </a:r>
          </a:p>
        </p:txBody>
      </p:sp>
      <p:pic>
        <p:nvPicPr>
          <p:cNvPr id="16" name="Picture Placeholder 15">
            <a:extLst>
              <a:ext uri="{FF2B5EF4-FFF2-40B4-BE49-F238E27FC236}">
                <a16:creationId xmlns:a16="http://schemas.microsoft.com/office/drawing/2014/main" id="{0201220E-25E4-0DB7-5E90-7DC8CF34FEA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9264" b="19264"/>
          <a:stretch>
            <a:fillRect/>
          </a:stretch>
        </p:blipFill>
        <p:spPr>
          <a:xfrm>
            <a:off x="563320" y="984736"/>
            <a:ext cx="11290859" cy="3885648"/>
          </a:xfrm>
        </p:spPr>
      </p:pic>
    </p:spTree>
    <p:extLst>
      <p:ext uri="{BB962C8B-B14F-4D97-AF65-F5344CB8AC3E}">
        <p14:creationId xmlns:p14="http://schemas.microsoft.com/office/powerpoint/2010/main" val="220041557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75</TotalTime>
  <Words>725</Words>
  <Application>Microsoft Office PowerPoint</Application>
  <PresentationFormat>Widescreen</PresentationFormat>
  <Paragraphs>54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Gill Sans MT</vt:lpstr>
      <vt:lpstr>Noto Sans</vt:lpstr>
      <vt:lpstr>Times New Roman</vt:lpstr>
      <vt:lpstr>Wingdings 2</vt:lpstr>
      <vt:lpstr>Dividend</vt:lpstr>
      <vt:lpstr>Famous Person In Chhattisgarh                   Mrs Usha Barle</vt:lpstr>
      <vt:lpstr>PowerPoint Presentation</vt:lpstr>
      <vt:lpstr>About Usha Barle</vt:lpstr>
      <vt:lpstr>About Pandwani</vt:lpstr>
      <vt:lpstr>Early life</vt:lpstr>
      <vt:lpstr>Struggles</vt:lpstr>
      <vt:lpstr>Career</vt:lpstr>
      <vt:lpstr>Awards</vt:lpstr>
      <vt:lpstr>Her other Achievements</vt:lpstr>
      <vt:lpstr>Thank You For Listening To 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Madhurima Rawat</dc:creator>
  <cp:lastModifiedBy>Madhurima Rawat</cp:lastModifiedBy>
  <cp:revision>75</cp:revision>
  <dcterms:created xsi:type="dcterms:W3CDTF">2023-04-19T16:34:38Z</dcterms:created>
  <dcterms:modified xsi:type="dcterms:W3CDTF">2023-04-20T15:38:17Z</dcterms:modified>
</cp:coreProperties>
</file>