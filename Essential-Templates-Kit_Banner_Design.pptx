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8992C-C915-F459-71FB-53D2AC14B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13A980-AE72-2C0E-99CA-B8D0171143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5F48B-FFB7-E803-B6BE-20A9256AB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BBBE-02C3-4A87-B626-9117E31A839D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7DDB7-2CE5-EE1B-96E3-B708F3590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9C2D6-A24B-2257-CF11-25340FFDA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A671-DD5A-4A37-BC11-4A75970A4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497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091A7-EF2A-A16D-5488-A77963DE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41BAE-E9EE-DCC2-6C14-B2812ED84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5981A-D415-8686-54FA-E7F6CC7F1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BBBE-02C3-4A87-B626-9117E31A839D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1FBEC-54A3-CF81-DD28-6013F3E6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00939-C58A-15B4-8922-2A33CC49D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A671-DD5A-4A37-BC11-4A75970A4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357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0415C-1C46-44DD-4D3E-590DF55B7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D09AD-7F53-0F07-5A6F-B9EF0F7F4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4B6FD-155D-C781-F80B-230A2E874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BBBE-02C3-4A87-B626-9117E31A839D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C5B63-5F74-7A64-B738-C43455CF2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E012D-8AFC-D03A-166B-9F5F19B31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A671-DD5A-4A37-BC11-4A75970A4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30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54820-E97E-0456-E79F-1B8C71FA9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DAB0D-CE1E-1DA5-E400-8560F93547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ADF896-7BAA-D633-2236-4D762ACF8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4157B-C95C-8BB6-72F9-B6903019E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BBBE-02C3-4A87-B626-9117E31A839D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CBCB8-4DD4-581D-03BE-FA3D65F8D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93161-0ADD-383B-E687-0FB6838D7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A671-DD5A-4A37-BC11-4A75970A4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761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AC7DC-498F-9D20-9D95-4866A4DF6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6B444-5D7E-04D8-2105-5DC735FFA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30D9C-E391-D9F5-4B84-E3A27A110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610711-C1B7-0359-4FC3-BBD5D29BD1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8AA141-2C66-363F-8EBC-102B80D628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BFCB1F-065A-6DF6-D4DC-9874CB39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BBBE-02C3-4A87-B626-9117E31A839D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9E6D9B-1A88-208F-2AF6-C1263318B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5B5D77-55A1-5DAB-9AD2-7C85920FF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A671-DD5A-4A37-BC11-4A75970A4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940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4BA36-C6FC-D942-52EB-4B93C2C02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1A8D92-532E-0573-A51C-776BAD630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BBBE-02C3-4A87-B626-9117E31A839D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99D91-5496-22D3-AF87-BCB09495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80C5E-50F6-66FE-B4B5-F03BC1290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A671-DD5A-4A37-BC11-4A75970A4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845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FAA389-4136-ED09-5071-4026E2334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BBBE-02C3-4A87-B626-9117E31A839D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C313C1-848A-2765-C69A-4FA9BA1AA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7FD07-1BE8-8D14-7406-CFFDF4EA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A671-DD5A-4A37-BC11-4A75970A4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882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ED04C-5FA5-9219-3F07-45141AE9F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77712-5AC1-2787-B947-75C1A8ABB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1F2464-3AAE-17AD-13A7-6C64B0076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1DBED-9296-782C-E1A2-FB403A0B8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BBBE-02C3-4A87-B626-9117E31A839D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7C9D3-694A-884D-D66A-C9F462055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ED5D0-D77C-5048-F496-18F500A4E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A671-DD5A-4A37-BC11-4A75970A4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267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B08D9-B966-78CB-2E66-D22C67D9A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4994BE-2CAA-7703-4D6C-FB79A47016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308E03-184E-8589-2460-2CF27BFEC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F427B-D11C-E5A2-B15C-9606C42DA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BBBE-02C3-4A87-B626-9117E31A839D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490B8-9AAB-38CD-61A0-2A6FBED33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6D2C6-C572-4247-1FDE-838661D6A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A671-DD5A-4A37-BC11-4A75970A4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800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D8FB-5ED8-8099-A82C-7A496EFA0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8C4FB5-9A5A-CF35-4D9F-5B58EFCA5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964DA-096F-B5A9-DA86-9FD2BCC28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BBBE-02C3-4A87-B626-9117E31A839D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6AE55-8AAB-2C47-D8C2-7AE5DE302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6A344-CF08-5A87-0F74-1AA93F1CA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A671-DD5A-4A37-BC11-4A75970A4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601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60A329-7F99-3701-D23A-025A20B1A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FAE45F-AC98-1C29-0558-BD9D4C5A8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5F10C-999B-063A-309D-EFA1AD8ED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0BBBE-02C3-4A87-B626-9117E31A839D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4AAE6-9239-F7B9-F55F-5519D86B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C52D8-A21F-B75E-BA14-D47507A21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4A671-DD5A-4A37-BC11-4A75970A4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100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B2A566-2361-694A-BFC4-33925ABC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E942D-E330-33D0-7E64-3B85C0A98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82079-DD94-43FD-BC27-FEEF732B8B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0BBBE-02C3-4A87-B626-9117E31A839D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E8562-8C34-DB8E-B81C-695A02F958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F8E22-60F0-5EE2-BFE0-8ED1A72F7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4A671-DD5A-4A37-BC11-4A75970A40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214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6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F9B256-157B-7F7B-938C-E6EA6FA4CF58}"/>
              </a:ext>
            </a:extLst>
          </p:cNvPr>
          <p:cNvSpPr txBox="1"/>
          <p:nvPr/>
        </p:nvSpPr>
        <p:spPr>
          <a:xfrm>
            <a:off x="-678096" y="246580"/>
            <a:ext cx="957551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6600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Essential Templates Kit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0298E8-4D2A-DD13-2036-391087160C68}"/>
              </a:ext>
            </a:extLst>
          </p:cNvPr>
          <p:cNvSpPr txBox="1"/>
          <p:nvPr/>
        </p:nvSpPr>
        <p:spPr>
          <a:xfrm>
            <a:off x="-597615" y="1395573"/>
            <a:ext cx="10203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ptos Display" panose="020B0004020202020204" pitchFamily="34" charset="0"/>
              </a:rPr>
              <a:t>• Clean • Modern • Ready-to-Use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EFCDC8-73F9-859D-BEC9-E70CD4BFD81B}"/>
              </a:ext>
            </a:extLst>
          </p:cNvPr>
          <p:cNvSpPr txBox="1"/>
          <p:nvPr/>
        </p:nvSpPr>
        <p:spPr>
          <a:xfrm>
            <a:off x="2155859" y="6203878"/>
            <a:ext cx="95755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32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By Madhurima Rawat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7B8571-3007-3913-6156-D143D0CC8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3" y="2612205"/>
            <a:ext cx="4048018" cy="15738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C0B1A0-8AA2-8870-184E-427634AE32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93577" y="2552073"/>
            <a:ext cx="3649038" cy="13937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4F5B96-BAD9-F6DA-84BC-40568994C4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8432" y="4866648"/>
            <a:ext cx="4048018" cy="13150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393632B-BF04-C2B8-0E86-8FE62D88BB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65577" y="4665324"/>
            <a:ext cx="1824539" cy="15738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Graphic 16" descr="Puzzle pieces">
            <a:extLst>
              <a:ext uri="{FF2B5EF4-FFF2-40B4-BE49-F238E27FC236}">
                <a16:creationId xmlns:a16="http://schemas.microsoft.com/office/drawing/2014/main" id="{2869522C-FFF7-5080-9073-93CBC95C7D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99142" y="3382767"/>
            <a:ext cx="914400" cy="914400"/>
          </a:xfrm>
          <a:prstGeom prst="rect">
            <a:avLst/>
          </a:prstGeom>
        </p:spPr>
      </p:pic>
      <p:pic>
        <p:nvPicPr>
          <p:cNvPr id="18" name="Graphic 17" descr="Head with gears">
            <a:extLst>
              <a:ext uri="{FF2B5EF4-FFF2-40B4-BE49-F238E27FC236}">
                <a16:creationId xmlns:a16="http://schemas.microsoft.com/office/drawing/2014/main" id="{BFFC25DA-E513-EE9C-5138-9CB6A882A02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989924" y="3863939"/>
            <a:ext cx="914400" cy="914400"/>
          </a:xfrm>
          <a:prstGeom prst="rect">
            <a:avLst/>
          </a:prstGeom>
        </p:spPr>
      </p:pic>
      <p:pic>
        <p:nvPicPr>
          <p:cNvPr id="19" name="Graphic 18" descr="Succulent">
            <a:extLst>
              <a:ext uri="{FF2B5EF4-FFF2-40B4-BE49-F238E27FC236}">
                <a16:creationId xmlns:a16="http://schemas.microsoft.com/office/drawing/2014/main" id="{8A9F6A3C-60FD-0E14-1F7F-E91EE297BA9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0412859" y="5074578"/>
            <a:ext cx="914400" cy="9144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385F6F6-DE92-771B-6343-5A1B7DB4753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11163" y="4756935"/>
            <a:ext cx="2705511" cy="10967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00262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Madhurima Rawat</dc:creator>
  <cp:lastModifiedBy>Madhurima Rawat</cp:lastModifiedBy>
  <cp:revision>17</cp:revision>
  <dcterms:created xsi:type="dcterms:W3CDTF">2026-03-23T16:09:47Z</dcterms:created>
  <dcterms:modified xsi:type="dcterms:W3CDTF">2026-03-23T16:30:10Z</dcterms:modified>
</cp:coreProperties>
</file>