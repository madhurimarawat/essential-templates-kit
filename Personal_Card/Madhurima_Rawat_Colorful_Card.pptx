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3203575" cy="1836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8" userDrawn="1">
          <p15:clr>
            <a:srgbClr val="A4A3A4"/>
          </p15:clr>
        </p15:guide>
        <p15:guide id="2" pos="10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94660"/>
  </p:normalViewPr>
  <p:slideViewPr>
    <p:cSldViewPr snapToGrid="0">
      <p:cViewPr varScale="1">
        <p:scale>
          <a:sx n="220" d="100"/>
          <a:sy n="220" d="100"/>
        </p:scale>
        <p:origin x="1016" y="108"/>
      </p:cViewPr>
      <p:guideLst>
        <p:guide orient="horz" pos="578"/>
        <p:guide pos="10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447" y="300596"/>
            <a:ext cx="2402681" cy="639457"/>
          </a:xfrm>
        </p:spPr>
        <p:txBody>
          <a:bodyPr anchor="b"/>
          <a:lstStyle>
            <a:lvl1pPr algn="ctr">
              <a:defRPr sz="157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447" y="964713"/>
            <a:ext cx="2402681" cy="443453"/>
          </a:xfrm>
        </p:spPr>
        <p:txBody>
          <a:bodyPr/>
          <a:lstStyle>
            <a:lvl1pPr marL="0" indent="0" algn="ctr">
              <a:buNone/>
              <a:defRPr sz="631"/>
            </a:lvl1pPr>
            <a:lvl2pPr marL="120152" indent="0" algn="ctr">
              <a:buNone/>
              <a:defRPr sz="526"/>
            </a:lvl2pPr>
            <a:lvl3pPr marL="240304" indent="0" algn="ctr">
              <a:buNone/>
              <a:defRPr sz="473"/>
            </a:lvl3pPr>
            <a:lvl4pPr marL="360456" indent="0" algn="ctr">
              <a:buNone/>
              <a:defRPr sz="420"/>
            </a:lvl4pPr>
            <a:lvl5pPr marL="480609" indent="0" algn="ctr">
              <a:buNone/>
              <a:defRPr sz="420"/>
            </a:lvl5pPr>
            <a:lvl6pPr marL="600761" indent="0" algn="ctr">
              <a:buNone/>
              <a:defRPr sz="420"/>
            </a:lvl6pPr>
            <a:lvl7pPr marL="720913" indent="0" algn="ctr">
              <a:buNone/>
              <a:defRPr sz="420"/>
            </a:lvl7pPr>
            <a:lvl8pPr marL="841065" indent="0" algn="ctr">
              <a:buNone/>
              <a:defRPr sz="420"/>
            </a:lvl8pPr>
            <a:lvl9pPr marL="961217" indent="0" algn="ctr">
              <a:buNone/>
              <a:defRPr sz="42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01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551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577" y="457909"/>
            <a:ext cx="2763083" cy="764032"/>
          </a:xfrm>
        </p:spPr>
        <p:txBody>
          <a:bodyPr anchor="b"/>
          <a:lstStyle>
            <a:lvl1pPr>
              <a:defRPr sz="157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577" y="1229169"/>
            <a:ext cx="2763083" cy="401786"/>
          </a:xfrm>
        </p:spPr>
        <p:txBody>
          <a:bodyPr/>
          <a:lstStyle>
            <a:lvl1pPr marL="0" indent="0">
              <a:buNone/>
              <a:defRPr sz="631">
                <a:solidFill>
                  <a:schemeClr val="tx1">
                    <a:tint val="75000"/>
                  </a:schemeClr>
                </a:solidFill>
              </a:defRPr>
            </a:lvl1pPr>
            <a:lvl2pPr marL="120152" indent="0">
              <a:buNone/>
              <a:defRPr sz="526">
                <a:solidFill>
                  <a:schemeClr val="tx1">
                    <a:tint val="75000"/>
                  </a:schemeClr>
                </a:solidFill>
              </a:defRPr>
            </a:lvl2pPr>
            <a:lvl3pPr marL="240304" indent="0">
              <a:buNone/>
              <a:defRPr sz="473">
                <a:solidFill>
                  <a:schemeClr val="tx1">
                    <a:tint val="75000"/>
                  </a:schemeClr>
                </a:solidFill>
              </a:defRPr>
            </a:lvl3pPr>
            <a:lvl4pPr marL="360456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609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761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913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106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1217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70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246" y="488947"/>
            <a:ext cx="1361519" cy="11653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1810" y="488947"/>
            <a:ext cx="1361519" cy="11653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474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63" y="97789"/>
            <a:ext cx="2763083" cy="35501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663" y="450256"/>
            <a:ext cx="1355262" cy="220664"/>
          </a:xfrm>
        </p:spPr>
        <p:txBody>
          <a:bodyPr anchor="b"/>
          <a:lstStyle>
            <a:lvl1pPr marL="0" indent="0">
              <a:buNone/>
              <a:defRPr sz="631" b="1"/>
            </a:lvl1pPr>
            <a:lvl2pPr marL="120152" indent="0">
              <a:buNone/>
              <a:defRPr sz="526" b="1"/>
            </a:lvl2pPr>
            <a:lvl3pPr marL="240304" indent="0">
              <a:buNone/>
              <a:defRPr sz="473" b="1"/>
            </a:lvl3pPr>
            <a:lvl4pPr marL="360456" indent="0">
              <a:buNone/>
              <a:defRPr sz="420" b="1"/>
            </a:lvl4pPr>
            <a:lvl5pPr marL="480609" indent="0">
              <a:buNone/>
              <a:defRPr sz="420" b="1"/>
            </a:lvl5pPr>
            <a:lvl6pPr marL="600761" indent="0">
              <a:buNone/>
              <a:defRPr sz="420" b="1"/>
            </a:lvl6pPr>
            <a:lvl7pPr marL="720913" indent="0">
              <a:buNone/>
              <a:defRPr sz="420" b="1"/>
            </a:lvl7pPr>
            <a:lvl8pPr marL="841065" indent="0">
              <a:buNone/>
              <a:defRPr sz="420" b="1"/>
            </a:lvl8pPr>
            <a:lvl9pPr marL="961217" indent="0">
              <a:buNone/>
              <a:defRPr sz="4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663" y="670919"/>
            <a:ext cx="1355262" cy="9868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1810" y="450256"/>
            <a:ext cx="1361937" cy="220664"/>
          </a:xfrm>
        </p:spPr>
        <p:txBody>
          <a:bodyPr anchor="b"/>
          <a:lstStyle>
            <a:lvl1pPr marL="0" indent="0">
              <a:buNone/>
              <a:defRPr sz="631" b="1"/>
            </a:lvl1pPr>
            <a:lvl2pPr marL="120152" indent="0">
              <a:buNone/>
              <a:defRPr sz="526" b="1"/>
            </a:lvl2pPr>
            <a:lvl3pPr marL="240304" indent="0">
              <a:buNone/>
              <a:defRPr sz="473" b="1"/>
            </a:lvl3pPr>
            <a:lvl4pPr marL="360456" indent="0">
              <a:buNone/>
              <a:defRPr sz="420" b="1"/>
            </a:lvl4pPr>
            <a:lvl5pPr marL="480609" indent="0">
              <a:buNone/>
              <a:defRPr sz="420" b="1"/>
            </a:lvl5pPr>
            <a:lvl6pPr marL="600761" indent="0">
              <a:buNone/>
              <a:defRPr sz="420" b="1"/>
            </a:lvl6pPr>
            <a:lvl7pPr marL="720913" indent="0">
              <a:buNone/>
              <a:defRPr sz="420" b="1"/>
            </a:lvl7pPr>
            <a:lvl8pPr marL="841065" indent="0">
              <a:buNone/>
              <a:defRPr sz="420" b="1"/>
            </a:lvl8pPr>
            <a:lvl9pPr marL="961217" indent="0">
              <a:buNone/>
              <a:defRPr sz="4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1810" y="670919"/>
            <a:ext cx="1361937" cy="9868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852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602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420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63" y="122449"/>
            <a:ext cx="1033236" cy="428572"/>
          </a:xfrm>
        </p:spPr>
        <p:txBody>
          <a:bodyPr anchor="b"/>
          <a:lstStyle>
            <a:lvl1pPr>
              <a:defRPr sz="84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1937" y="264457"/>
            <a:ext cx="1621810" cy="1305274"/>
          </a:xfrm>
        </p:spPr>
        <p:txBody>
          <a:bodyPr/>
          <a:lstStyle>
            <a:lvl1pPr>
              <a:defRPr sz="841"/>
            </a:lvl1pPr>
            <a:lvl2pPr>
              <a:defRPr sz="736"/>
            </a:lvl2pPr>
            <a:lvl3pPr>
              <a:defRPr sz="631"/>
            </a:lvl3pPr>
            <a:lvl4pPr>
              <a:defRPr sz="526"/>
            </a:lvl4pPr>
            <a:lvl5pPr>
              <a:defRPr sz="526"/>
            </a:lvl5pPr>
            <a:lvl6pPr>
              <a:defRPr sz="526"/>
            </a:lvl6pPr>
            <a:lvl7pPr>
              <a:defRPr sz="526"/>
            </a:lvl7pPr>
            <a:lvl8pPr>
              <a:defRPr sz="526"/>
            </a:lvl8pPr>
            <a:lvl9pPr>
              <a:defRPr sz="52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663" y="551022"/>
            <a:ext cx="1033236" cy="1020835"/>
          </a:xfrm>
        </p:spPr>
        <p:txBody>
          <a:bodyPr/>
          <a:lstStyle>
            <a:lvl1pPr marL="0" indent="0">
              <a:buNone/>
              <a:defRPr sz="420"/>
            </a:lvl1pPr>
            <a:lvl2pPr marL="120152" indent="0">
              <a:buNone/>
              <a:defRPr sz="368"/>
            </a:lvl2pPr>
            <a:lvl3pPr marL="240304" indent="0">
              <a:buNone/>
              <a:defRPr sz="315"/>
            </a:lvl3pPr>
            <a:lvl4pPr marL="360456" indent="0">
              <a:buNone/>
              <a:defRPr sz="263"/>
            </a:lvl4pPr>
            <a:lvl5pPr marL="480609" indent="0">
              <a:buNone/>
              <a:defRPr sz="263"/>
            </a:lvl5pPr>
            <a:lvl6pPr marL="600761" indent="0">
              <a:buNone/>
              <a:defRPr sz="263"/>
            </a:lvl6pPr>
            <a:lvl7pPr marL="720913" indent="0">
              <a:buNone/>
              <a:defRPr sz="263"/>
            </a:lvl7pPr>
            <a:lvl8pPr marL="841065" indent="0">
              <a:buNone/>
              <a:defRPr sz="263"/>
            </a:lvl8pPr>
            <a:lvl9pPr marL="961217" indent="0">
              <a:buNone/>
              <a:defRPr sz="2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608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63" y="122449"/>
            <a:ext cx="1033236" cy="428572"/>
          </a:xfrm>
        </p:spPr>
        <p:txBody>
          <a:bodyPr anchor="b"/>
          <a:lstStyle>
            <a:lvl1pPr>
              <a:defRPr sz="84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1937" y="264457"/>
            <a:ext cx="1621810" cy="1305274"/>
          </a:xfrm>
        </p:spPr>
        <p:txBody>
          <a:bodyPr anchor="t"/>
          <a:lstStyle>
            <a:lvl1pPr marL="0" indent="0">
              <a:buNone/>
              <a:defRPr sz="841"/>
            </a:lvl1pPr>
            <a:lvl2pPr marL="120152" indent="0">
              <a:buNone/>
              <a:defRPr sz="736"/>
            </a:lvl2pPr>
            <a:lvl3pPr marL="240304" indent="0">
              <a:buNone/>
              <a:defRPr sz="631"/>
            </a:lvl3pPr>
            <a:lvl4pPr marL="360456" indent="0">
              <a:buNone/>
              <a:defRPr sz="526"/>
            </a:lvl4pPr>
            <a:lvl5pPr marL="480609" indent="0">
              <a:buNone/>
              <a:defRPr sz="526"/>
            </a:lvl5pPr>
            <a:lvl6pPr marL="600761" indent="0">
              <a:buNone/>
              <a:defRPr sz="526"/>
            </a:lvl6pPr>
            <a:lvl7pPr marL="720913" indent="0">
              <a:buNone/>
              <a:defRPr sz="526"/>
            </a:lvl7pPr>
            <a:lvl8pPr marL="841065" indent="0">
              <a:buNone/>
              <a:defRPr sz="526"/>
            </a:lvl8pPr>
            <a:lvl9pPr marL="961217" indent="0">
              <a:buNone/>
              <a:defRPr sz="526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663" y="551022"/>
            <a:ext cx="1033236" cy="1020835"/>
          </a:xfrm>
        </p:spPr>
        <p:txBody>
          <a:bodyPr/>
          <a:lstStyle>
            <a:lvl1pPr marL="0" indent="0">
              <a:buNone/>
              <a:defRPr sz="420"/>
            </a:lvl1pPr>
            <a:lvl2pPr marL="120152" indent="0">
              <a:buNone/>
              <a:defRPr sz="368"/>
            </a:lvl2pPr>
            <a:lvl3pPr marL="240304" indent="0">
              <a:buNone/>
              <a:defRPr sz="315"/>
            </a:lvl3pPr>
            <a:lvl4pPr marL="360456" indent="0">
              <a:buNone/>
              <a:defRPr sz="263"/>
            </a:lvl4pPr>
            <a:lvl5pPr marL="480609" indent="0">
              <a:buNone/>
              <a:defRPr sz="263"/>
            </a:lvl5pPr>
            <a:lvl6pPr marL="600761" indent="0">
              <a:buNone/>
              <a:defRPr sz="263"/>
            </a:lvl6pPr>
            <a:lvl7pPr marL="720913" indent="0">
              <a:buNone/>
              <a:defRPr sz="263"/>
            </a:lvl7pPr>
            <a:lvl8pPr marL="841065" indent="0">
              <a:buNone/>
              <a:defRPr sz="263"/>
            </a:lvl8pPr>
            <a:lvl9pPr marL="961217" indent="0">
              <a:buNone/>
              <a:defRPr sz="2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600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222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2558" y="97789"/>
            <a:ext cx="690771" cy="155655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246" y="97789"/>
            <a:ext cx="2032268" cy="15565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182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246" y="97789"/>
            <a:ext cx="2763083" cy="355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246" y="488947"/>
            <a:ext cx="2763083" cy="11653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246" y="1702384"/>
            <a:ext cx="720804" cy="97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1184" y="1702384"/>
            <a:ext cx="1081207" cy="97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2525" y="1702384"/>
            <a:ext cx="720804" cy="97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73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40304" rtl="0" eaLnBrk="1" latinLnBrk="0" hangingPunct="1">
        <a:lnSpc>
          <a:spcPct val="90000"/>
        </a:lnSpc>
        <a:spcBef>
          <a:spcPct val="0"/>
        </a:spcBef>
        <a:buNone/>
        <a:defRPr sz="11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76" indent="-60076" algn="l" defTabSz="240304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6" kern="1200">
          <a:solidFill>
            <a:schemeClr val="tx1"/>
          </a:solidFill>
          <a:latin typeface="+mn-lt"/>
          <a:ea typeface="+mn-ea"/>
          <a:cs typeface="+mn-cs"/>
        </a:defRPr>
      </a:lvl1pPr>
      <a:lvl2pPr marL="180228" indent="-60076" algn="l" defTabSz="240304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1" kern="1200">
          <a:solidFill>
            <a:schemeClr val="tx1"/>
          </a:solidFill>
          <a:latin typeface="+mn-lt"/>
          <a:ea typeface="+mn-ea"/>
          <a:cs typeface="+mn-cs"/>
        </a:defRPr>
      </a:lvl2pPr>
      <a:lvl3pPr marL="300380" indent="-60076" algn="l" defTabSz="240304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6" kern="1200">
          <a:solidFill>
            <a:schemeClr val="tx1"/>
          </a:solidFill>
          <a:latin typeface="+mn-lt"/>
          <a:ea typeface="+mn-ea"/>
          <a:cs typeface="+mn-cs"/>
        </a:defRPr>
      </a:lvl3pPr>
      <a:lvl4pPr marL="420533" indent="-60076" algn="l" defTabSz="240304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4pPr>
      <a:lvl5pPr marL="540685" indent="-60076" algn="l" defTabSz="240304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5pPr>
      <a:lvl6pPr marL="660837" indent="-60076" algn="l" defTabSz="240304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6pPr>
      <a:lvl7pPr marL="780989" indent="-60076" algn="l" defTabSz="240304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7pPr>
      <a:lvl8pPr marL="901141" indent="-60076" algn="l" defTabSz="240304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8pPr>
      <a:lvl9pPr marL="1021293" indent="-60076" algn="l" defTabSz="240304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1pPr>
      <a:lvl2pPr marL="120152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2pPr>
      <a:lvl3pPr marL="240304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3pPr>
      <a:lvl4pPr marL="360456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4pPr>
      <a:lvl5pPr marL="480609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5pPr>
      <a:lvl6pPr marL="600761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6pPr>
      <a:lvl7pPr marL="720913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7pPr>
      <a:lvl8pPr marL="841065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8pPr>
      <a:lvl9pPr marL="961217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4EEB0-D1FF-5CAA-79AE-708D8A1D3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021" y="0"/>
            <a:ext cx="2402681" cy="367106"/>
          </a:xfrm>
        </p:spPr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B050">
                      <a:alpha val="43000"/>
                    </a:srgb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Madhurima Rawat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E96D6-660A-FB23-0EBC-7AF70DC9E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896" y="527767"/>
            <a:ext cx="3032567" cy="320077"/>
          </a:xfrm>
        </p:spPr>
        <p:txBody>
          <a:bodyPr>
            <a:normAutofit/>
          </a:bodyPr>
          <a:lstStyle/>
          <a:p>
            <a:r>
              <a:rPr lang="en-US" sz="800" i="1" dirty="0"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Project-Focused Professional | GitHub | Resource Development</a:t>
            </a:r>
            <a:endParaRPr lang="en-IN" sz="800" i="1" dirty="0">
              <a:effectLst>
                <a:outerShdw blurRad="38100" dist="38100" dir="5700000" algn="tl">
                  <a:schemeClr val="accent6">
                    <a:lumMod val="40000"/>
                    <a:lumOff val="60000"/>
                    <a:alpha val="43000"/>
                  </a:schemeClr>
                </a:outerShdw>
              </a:effectLst>
              <a:latin typeface="Constantia" panose="02030602050306030303" pitchFamily="18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E1957E-94BB-AF8E-9501-ECE7EF4F28CD}"/>
              </a:ext>
            </a:extLst>
          </p:cNvPr>
          <p:cNvCxnSpPr>
            <a:cxnSpLocks/>
          </p:cNvCxnSpPr>
          <p:nvPr/>
        </p:nvCxnSpPr>
        <p:spPr>
          <a:xfrm>
            <a:off x="290519" y="401958"/>
            <a:ext cx="269690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Graphic 8" descr="World">
            <a:extLst>
              <a:ext uri="{FF2B5EF4-FFF2-40B4-BE49-F238E27FC236}">
                <a16:creationId xmlns:a16="http://schemas.microsoft.com/office/drawing/2014/main" id="{95232162-AA42-5A04-BFD4-AC4643214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42705" y="1201861"/>
            <a:ext cx="173621" cy="173621"/>
          </a:xfrm>
          <a:prstGeom prst="rect">
            <a:avLst/>
          </a:prstGeom>
        </p:spPr>
      </p:pic>
      <p:pic>
        <p:nvPicPr>
          <p:cNvPr id="10" name="Graphic 9" descr="Email">
            <a:extLst>
              <a:ext uri="{FF2B5EF4-FFF2-40B4-BE49-F238E27FC236}">
                <a16:creationId xmlns:a16="http://schemas.microsoft.com/office/drawing/2014/main" id="{DD120F9F-8AAC-4A2A-AD79-5EE042AAB6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46562" y="862940"/>
            <a:ext cx="153705" cy="153705"/>
          </a:xfrm>
          <a:prstGeom prst="rect">
            <a:avLst/>
          </a:prstGeom>
        </p:spPr>
      </p:pic>
      <p:pic>
        <p:nvPicPr>
          <p:cNvPr id="11" name="Graphic 10" descr="Employee badge">
            <a:extLst>
              <a:ext uri="{FF2B5EF4-FFF2-40B4-BE49-F238E27FC236}">
                <a16:creationId xmlns:a16="http://schemas.microsoft.com/office/drawing/2014/main" id="{9B624A11-7758-1DCC-8A4D-70F323E574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54995" y="1551008"/>
            <a:ext cx="162002" cy="1620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2A4F55-1373-4D4C-C4AD-59D661AB4FE6}"/>
              </a:ext>
            </a:extLst>
          </p:cNvPr>
          <p:cNvSpPr txBox="1"/>
          <p:nvPr/>
        </p:nvSpPr>
        <p:spPr>
          <a:xfrm>
            <a:off x="767103" y="833660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rawatmadhurima4@gmail.com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248E67-4742-E5DD-CFCC-833B6AB89768}"/>
              </a:ext>
            </a:extLst>
          </p:cNvPr>
          <p:cNvSpPr txBox="1"/>
          <p:nvPr/>
        </p:nvSpPr>
        <p:spPr>
          <a:xfrm>
            <a:off x="772726" y="1180969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https://madhurimarawat.github.io/Portfolio-Website/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99171F-36EB-75EC-5612-EF0D080C649C}"/>
              </a:ext>
            </a:extLst>
          </p:cNvPr>
          <p:cNvSpPr txBox="1"/>
          <p:nvPr/>
        </p:nvSpPr>
        <p:spPr>
          <a:xfrm>
            <a:off x="776469" y="1540397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https://www.linkedin.com/in/madhurima-rawat</a:t>
            </a:r>
          </a:p>
        </p:txBody>
      </p:sp>
    </p:spTree>
    <p:extLst>
      <p:ext uri="{BB962C8B-B14F-4D97-AF65-F5344CB8AC3E}">
        <p14:creationId xmlns:p14="http://schemas.microsoft.com/office/powerpoint/2010/main" val="1165541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35D27-DD1B-1D47-36AF-35EFD960C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D7A3D6F-DC32-07E1-C752-D04D46846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40622" y="31040"/>
            <a:ext cx="2451221" cy="1046766"/>
          </a:xfrm>
        </p:spPr>
        <p:txBody>
          <a:bodyPr>
            <a:noAutofit/>
          </a:bodyPr>
          <a:lstStyle/>
          <a:p>
            <a:r>
              <a:rPr lang="en-IN" sz="48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M</a:t>
            </a:r>
            <a:r>
              <a:rPr lang="en-IN" sz="14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 </a:t>
            </a:r>
            <a:r>
              <a:rPr lang="en-IN" sz="48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56200-5ACA-DF87-7B33-C33DDF34A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11661" y="1313108"/>
            <a:ext cx="3032567" cy="320077"/>
          </a:xfrm>
        </p:spPr>
        <p:txBody>
          <a:bodyPr>
            <a:normAutofit/>
          </a:bodyPr>
          <a:lstStyle/>
          <a:p>
            <a:r>
              <a:rPr lang="en-IN" sz="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Learning With Purpose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102A32D-D0D2-C04C-27AE-83D4E1877766}"/>
              </a:ext>
            </a:extLst>
          </p:cNvPr>
          <p:cNvSpPr txBox="1">
            <a:spLocks/>
          </p:cNvSpPr>
          <p:nvPr/>
        </p:nvSpPr>
        <p:spPr>
          <a:xfrm>
            <a:off x="-698128" y="1052125"/>
            <a:ext cx="3032567" cy="320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240304" rtl="0" eaLnBrk="1" latinLnBrk="0" hangingPunct="1">
              <a:lnSpc>
                <a:spcPct val="90000"/>
              </a:lnSpc>
              <a:spcBef>
                <a:spcPts val="263"/>
              </a:spcBef>
              <a:buFont typeface="Arial" panose="020B0604020202020204" pitchFamily="34" charset="0"/>
              <a:buNone/>
              <a:defRPr sz="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0152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5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0304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456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0609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0761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913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41065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61217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i="1" dirty="0"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Madhurima Rawat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45CC90-46AB-370C-7D48-E33188F1D462}"/>
              </a:ext>
            </a:extLst>
          </p:cNvPr>
          <p:cNvCxnSpPr>
            <a:cxnSpLocks/>
          </p:cNvCxnSpPr>
          <p:nvPr/>
        </p:nvCxnSpPr>
        <p:spPr>
          <a:xfrm>
            <a:off x="1665838" y="395335"/>
            <a:ext cx="0" cy="107736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Subtitle 2">
            <a:extLst>
              <a:ext uri="{FF2B5EF4-FFF2-40B4-BE49-F238E27FC236}">
                <a16:creationId xmlns:a16="http://schemas.microsoft.com/office/drawing/2014/main" id="{31DE8584-8D9D-DCEF-F873-AEF6E1FA0047}"/>
              </a:ext>
            </a:extLst>
          </p:cNvPr>
          <p:cNvSpPr txBox="1">
            <a:spLocks/>
          </p:cNvSpPr>
          <p:nvPr/>
        </p:nvSpPr>
        <p:spPr>
          <a:xfrm>
            <a:off x="923863" y="1320976"/>
            <a:ext cx="3032567" cy="320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240304" rtl="0" eaLnBrk="1" latinLnBrk="0" hangingPunct="1">
              <a:lnSpc>
                <a:spcPct val="90000"/>
              </a:lnSpc>
              <a:spcBef>
                <a:spcPts val="263"/>
              </a:spcBef>
              <a:buFont typeface="Arial" panose="020B0604020202020204" pitchFamily="34" charset="0"/>
              <a:buNone/>
              <a:defRPr sz="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0152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5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0304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456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0609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0761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913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41065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61217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Open to Conversations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5DA530-390B-DCB8-6114-8F608FBBC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4" y="401720"/>
            <a:ext cx="835021" cy="83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809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6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1802A-34EA-C737-A6FB-D090AAC5F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01C7B-A1E3-C6D9-8CA0-432124270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021" y="0"/>
            <a:ext cx="2402681" cy="367106"/>
          </a:xfrm>
        </p:spPr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B050">
                      <a:alpha val="43000"/>
                    </a:srgb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Madhurima Rawat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6F9C7D-5FF8-3640-5E79-78FDFA405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896" y="527767"/>
            <a:ext cx="3032567" cy="320077"/>
          </a:xfrm>
        </p:spPr>
        <p:txBody>
          <a:bodyPr>
            <a:normAutofit/>
          </a:bodyPr>
          <a:lstStyle/>
          <a:p>
            <a:r>
              <a:rPr lang="en-US" sz="800" i="1" dirty="0"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Project-Focused Professional | GitHub | Resource Development</a:t>
            </a:r>
            <a:endParaRPr lang="en-IN" sz="800" i="1" dirty="0">
              <a:effectLst>
                <a:outerShdw blurRad="38100" dist="38100" dir="5700000" algn="tl">
                  <a:schemeClr val="accent6">
                    <a:lumMod val="40000"/>
                    <a:lumOff val="60000"/>
                    <a:alpha val="43000"/>
                  </a:schemeClr>
                </a:outerShdw>
              </a:effectLst>
              <a:latin typeface="Constantia" panose="02030602050306030303" pitchFamily="18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A6A9F2-B465-DD56-BD62-FA15C30E252B}"/>
              </a:ext>
            </a:extLst>
          </p:cNvPr>
          <p:cNvCxnSpPr>
            <a:cxnSpLocks/>
          </p:cNvCxnSpPr>
          <p:nvPr/>
        </p:nvCxnSpPr>
        <p:spPr>
          <a:xfrm>
            <a:off x="290519" y="401958"/>
            <a:ext cx="269690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Graphic 8" descr="World">
            <a:extLst>
              <a:ext uri="{FF2B5EF4-FFF2-40B4-BE49-F238E27FC236}">
                <a16:creationId xmlns:a16="http://schemas.microsoft.com/office/drawing/2014/main" id="{6FAB8D00-010E-ADA5-3C3E-718652532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42705" y="1201861"/>
            <a:ext cx="173621" cy="173621"/>
          </a:xfrm>
          <a:prstGeom prst="rect">
            <a:avLst/>
          </a:prstGeom>
        </p:spPr>
      </p:pic>
      <p:pic>
        <p:nvPicPr>
          <p:cNvPr id="10" name="Graphic 9" descr="Email">
            <a:extLst>
              <a:ext uri="{FF2B5EF4-FFF2-40B4-BE49-F238E27FC236}">
                <a16:creationId xmlns:a16="http://schemas.microsoft.com/office/drawing/2014/main" id="{805B7CDF-C562-C091-A4EF-845BBC4417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46562" y="862940"/>
            <a:ext cx="153705" cy="153705"/>
          </a:xfrm>
          <a:prstGeom prst="rect">
            <a:avLst/>
          </a:prstGeom>
        </p:spPr>
      </p:pic>
      <p:pic>
        <p:nvPicPr>
          <p:cNvPr id="11" name="Graphic 10" descr="Employee badge">
            <a:extLst>
              <a:ext uri="{FF2B5EF4-FFF2-40B4-BE49-F238E27FC236}">
                <a16:creationId xmlns:a16="http://schemas.microsoft.com/office/drawing/2014/main" id="{47C5759F-6B02-7496-6D40-464CB1AEDB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54995" y="1551008"/>
            <a:ext cx="162002" cy="1620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EA7605-A36B-CE96-6FFA-D8675E63413D}"/>
              </a:ext>
            </a:extLst>
          </p:cNvPr>
          <p:cNvSpPr txBox="1"/>
          <p:nvPr/>
        </p:nvSpPr>
        <p:spPr>
          <a:xfrm>
            <a:off x="767103" y="833660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rawatmadhurima4@gmail.com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D529B9-D4BC-3E6E-81FA-84DD43679134}"/>
              </a:ext>
            </a:extLst>
          </p:cNvPr>
          <p:cNvSpPr txBox="1"/>
          <p:nvPr/>
        </p:nvSpPr>
        <p:spPr>
          <a:xfrm>
            <a:off x="772726" y="1180969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https://madhurimarawat.github.io/Portfolio-Website/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F35920-EA99-5A2E-C055-22136B7ED5CF}"/>
              </a:ext>
            </a:extLst>
          </p:cNvPr>
          <p:cNvSpPr txBox="1"/>
          <p:nvPr/>
        </p:nvSpPr>
        <p:spPr>
          <a:xfrm>
            <a:off x="776469" y="1540397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https://www.linkedin.com/in/madhurima-rawat</a:t>
            </a:r>
          </a:p>
        </p:txBody>
      </p:sp>
    </p:spTree>
    <p:extLst>
      <p:ext uri="{BB962C8B-B14F-4D97-AF65-F5344CB8AC3E}">
        <p14:creationId xmlns:p14="http://schemas.microsoft.com/office/powerpoint/2010/main" val="911748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6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3A332-6352-C9AA-6FF6-338554175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53DBE2F-A796-DE15-9C66-5EF11C577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40622" y="31040"/>
            <a:ext cx="2451221" cy="1046766"/>
          </a:xfrm>
        </p:spPr>
        <p:txBody>
          <a:bodyPr>
            <a:noAutofit/>
          </a:bodyPr>
          <a:lstStyle/>
          <a:p>
            <a:r>
              <a:rPr lang="en-IN" sz="48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M</a:t>
            </a:r>
            <a:r>
              <a:rPr lang="en-IN" sz="14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 </a:t>
            </a:r>
            <a:r>
              <a:rPr lang="en-IN" sz="48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5BDC0-6594-BCF1-F72B-1B4F404F7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11661" y="1313108"/>
            <a:ext cx="3032567" cy="320077"/>
          </a:xfrm>
        </p:spPr>
        <p:txBody>
          <a:bodyPr>
            <a:normAutofit/>
          </a:bodyPr>
          <a:lstStyle/>
          <a:p>
            <a:r>
              <a:rPr lang="en-IN" sz="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Learning With Purpose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E77D32D-9BFF-ADAD-FFAC-60D571086803}"/>
              </a:ext>
            </a:extLst>
          </p:cNvPr>
          <p:cNvSpPr txBox="1">
            <a:spLocks/>
          </p:cNvSpPr>
          <p:nvPr/>
        </p:nvSpPr>
        <p:spPr>
          <a:xfrm>
            <a:off x="-698128" y="1052125"/>
            <a:ext cx="3032567" cy="320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240304" rtl="0" eaLnBrk="1" latinLnBrk="0" hangingPunct="1">
              <a:lnSpc>
                <a:spcPct val="90000"/>
              </a:lnSpc>
              <a:spcBef>
                <a:spcPts val="263"/>
              </a:spcBef>
              <a:buFont typeface="Arial" panose="020B0604020202020204" pitchFamily="34" charset="0"/>
              <a:buNone/>
              <a:defRPr sz="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0152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5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0304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456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0609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0761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913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41065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61217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i="1" dirty="0"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Madhurima Rawat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E9EE5B-1B63-2EF7-9A7A-C521C7D03FBF}"/>
              </a:ext>
            </a:extLst>
          </p:cNvPr>
          <p:cNvCxnSpPr>
            <a:cxnSpLocks/>
          </p:cNvCxnSpPr>
          <p:nvPr/>
        </p:nvCxnSpPr>
        <p:spPr>
          <a:xfrm>
            <a:off x="1665838" y="395335"/>
            <a:ext cx="0" cy="107736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Subtitle 2">
            <a:extLst>
              <a:ext uri="{FF2B5EF4-FFF2-40B4-BE49-F238E27FC236}">
                <a16:creationId xmlns:a16="http://schemas.microsoft.com/office/drawing/2014/main" id="{9756F529-2080-D211-03C2-90C3E231C2C5}"/>
              </a:ext>
            </a:extLst>
          </p:cNvPr>
          <p:cNvSpPr txBox="1">
            <a:spLocks/>
          </p:cNvSpPr>
          <p:nvPr/>
        </p:nvSpPr>
        <p:spPr>
          <a:xfrm>
            <a:off x="923863" y="1320976"/>
            <a:ext cx="3032567" cy="320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240304" rtl="0" eaLnBrk="1" latinLnBrk="0" hangingPunct="1">
              <a:lnSpc>
                <a:spcPct val="90000"/>
              </a:lnSpc>
              <a:spcBef>
                <a:spcPts val="263"/>
              </a:spcBef>
              <a:buFont typeface="Arial" panose="020B0604020202020204" pitchFamily="34" charset="0"/>
              <a:buNone/>
              <a:defRPr sz="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0152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5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0304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456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0609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0761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913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41065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61217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Open to Conversations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9D20E8C-3562-885D-B785-87EB754B4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4" y="401720"/>
            <a:ext cx="835021" cy="83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99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09E155-DD46-088F-EE03-FE9EE950B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E4F9C-6C2C-3922-4513-F6EC4E5B6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021" y="0"/>
            <a:ext cx="2402681" cy="367106"/>
          </a:xfrm>
        </p:spPr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B050">
                      <a:alpha val="43000"/>
                    </a:srgb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Madhurima Rawat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F9CA96-D278-E122-28ED-C50042270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896" y="527767"/>
            <a:ext cx="3032567" cy="320077"/>
          </a:xfrm>
        </p:spPr>
        <p:txBody>
          <a:bodyPr>
            <a:normAutofit/>
          </a:bodyPr>
          <a:lstStyle/>
          <a:p>
            <a:r>
              <a:rPr lang="en-US" sz="800" i="1" dirty="0"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Project-Focused Professional | GitHub | Resource Development</a:t>
            </a:r>
            <a:endParaRPr lang="en-IN" sz="800" i="1" dirty="0">
              <a:effectLst>
                <a:outerShdw blurRad="38100" dist="38100" dir="5700000" algn="tl">
                  <a:schemeClr val="accent6">
                    <a:lumMod val="40000"/>
                    <a:lumOff val="60000"/>
                    <a:alpha val="43000"/>
                  </a:schemeClr>
                </a:outerShdw>
              </a:effectLst>
              <a:latin typeface="Constantia" panose="02030602050306030303" pitchFamily="18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2E190E-FE13-51D0-911E-1672C1E7D71B}"/>
              </a:ext>
            </a:extLst>
          </p:cNvPr>
          <p:cNvCxnSpPr>
            <a:cxnSpLocks/>
          </p:cNvCxnSpPr>
          <p:nvPr/>
        </p:nvCxnSpPr>
        <p:spPr>
          <a:xfrm>
            <a:off x="290519" y="401958"/>
            <a:ext cx="269690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Graphic 8" descr="World">
            <a:extLst>
              <a:ext uri="{FF2B5EF4-FFF2-40B4-BE49-F238E27FC236}">
                <a16:creationId xmlns:a16="http://schemas.microsoft.com/office/drawing/2014/main" id="{9B9AAB9D-612E-83ED-10AF-2ECBDBFC5A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42705" y="1201861"/>
            <a:ext cx="173621" cy="173621"/>
          </a:xfrm>
          <a:prstGeom prst="rect">
            <a:avLst/>
          </a:prstGeom>
        </p:spPr>
      </p:pic>
      <p:pic>
        <p:nvPicPr>
          <p:cNvPr id="10" name="Graphic 9" descr="Email">
            <a:extLst>
              <a:ext uri="{FF2B5EF4-FFF2-40B4-BE49-F238E27FC236}">
                <a16:creationId xmlns:a16="http://schemas.microsoft.com/office/drawing/2014/main" id="{2CF1CAE2-306B-AC26-F0F2-26A7BAD127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46562" y="862940"/>
            <a:ext cx="153705" cy="153705"/>
          </a:xfrm>
          <a:prstGeom prst="rect">
            <a:avLst/>
          </a:prstGeom>
        </p:spPr>
      </p:pic>
      <p:pic>
        <p:nvPicPr>
          <p:cNvPr id="11" name="Graphic 10" descr="Employee badge">
            <a:extLst>
              <a:ext uri="{FF2B5EF4-FFF2-40B4-BE49-F238E27FC236}">
                <a16:creationId xmlns:a16="http://schemas.microsoft.com/office/drawing/2014/main" id="{D977F135-F41A-CB7B-2BED-6BA87A9C06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54995" y="1551008"/>
            <a:ext cx="162002" cy="1620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C1D70CD-8239-9F2D-B418-15E6E1951955}"/>
              </a:ext>
            </a:extLst>
          </p:cNvPr>
          <p:cNvSpPr txBox="1"/>
          <p:nvPr/>
        </p:nvSpPr>
        <p:spPr>
          <a:xfrm>
            <a:off x="767103" y="833660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rawatmadhurima4@gmail.com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F4BADD-9A99-24C3-EBD2-78211E053A23}"/>
              </a:ext>
            </a:extLst>
          </p:cNvPr>
          <p:cNvSpPr txBox="1"/>
          <p:nvPr/>
        </p:nvSpPr>
        <p:spPr>
          <a:xfrm>
            <a:off x="772726" y="1180969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https://madhurimarawat.github.io/Portfolio-Website/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46E95A-8993-8CB2-6CEA-4BC61E2001FB}"/>
              </a:ext>
            </a:extLst>
          </p:cNvPr>
          <p:cNvSpPr txBox="1"/>
          <p:nvPr/>
        </p:nvSpPr>
        <p:spPr>
          <a:xfrm>
            <a:off x="776469" y="1540397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https://www.linkedin.com/in/madhurima-rawat</a:t>
            </a:r>
          </a:p>
        </p:txBody>
      </p:sp>
    </p:spTree>
    <p:extLst>
      <p:ext uri="{BB962C8B-B14F-4D97-AF65-F5344CB8AC3E}">
        <p14:creationId xmlns:p14="http://schemas.microsoft.com/office/powerpoint/2010/main" val="1544680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E8717C-5FC6-4038-A143-8DBC0A7C1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DFBC116-34CC-55D8-A2AA-9CCCA9286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40622" y="31040"/>
            <a:ext cx="2451221" cy="1046766"/>
          </a:xfrm>
        </p:spPr>
        <p:txBody>
          <a:bodyPr>
            <a:noAutofit/>
          </a:bodyPr>
          <a:lstStyle/>
          <a:p>
            <a:r>
              <a:rPr lang="en-IN" sz="48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M</a:t>
            </a:r>
            <a:r>
              <a:rPr lang="en-IN" sz="14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 </a:t>
            </a:r>
            <a:r>
              <a:rPr lang="en-IN" sz="48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7765D-8054-DDF4-AD33-BA8879E41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11661" y="1313108"/>
            <a:ext cx="3032567" cy="320077"/>
          </a:xfrm>
        </p:spPr>
        <p:txBody>
          <a:bodyPr>
            <a:normAutofit/>
          </a:bodyPr>
          <a:lstStyle/>
          <a:p>
            <a:r>
              <a:rPr lang="en-IN" sz="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Learning With Purpose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732DCF4-82F2-B7AC-179E-0BAF42391E81}"/>
              </a:ext>
            </a:extLst>
          </p:cNvPr>
          <p:cNvSpPr txBox="1">
            <a:spLocks/>
          </p:cNvSpPr>
          <p:nvPr/>
        </p:nvSpPr>
        <p:spPr>
          <a:xfrm>
            <a:off x="-698128" y="1052125"/>
            <a:ext cx="3032567" cy="320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240304" rtl="0" eaLnBrk="1" latinLnBrk="0" hangingPunct="1">
              <a:lnSpc>
                <a:spcPct val="90000"/>
              </a:lnSpc>
              <a:spcBef>
                <a:spcPts val="263"/>
              </a:spcBef>
              <a:buFont typeface="Arial" panose="020B0604020202020204" pitchFamily="34" charset="0"/>
              <a:buNone/>
              <a:defRPr sz="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0152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5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0304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456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0609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0761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913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41065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61217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i="1" dirty="0"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Madhurima Rawat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9F131B-0586-5E0A-4529-D06B006AD6E6}"/>
              </a:ext>
            </a:extLst>
          </p:cNvPr>
          <p:cNvCxnSpPr>
            <a:cxnSpLocks/>
          </p:cNvCxnSpPr>
          <p:nvPr/>
        </p:nvCxnSpPr>
        <p:spPr>
          <a:xfrm>
            <a:off x="1665838" y="395335"/>
            <a:ext cx="0" cy="107736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Subtitle 2">
            <a:extLst>
              <a:ext uri="{FF2B5EF4-FFF2-40B4-BE49-F238E27FC236}">
                <a16:creationId xmlns:a16="http://schemas.microsoft.com/office/drawing/2014/main" id="{5D1EF33A-D892-F230-2EEB-B22CFBD3210A}"/>
              </a:ext>
            </a:extLst>
          </p:cNvPr>
          <p:cNvSpPr txBox="1">
            <a:spLocks/>
          </p:cNvSpPr>
          <p:nvPr/>
        </p:nvSpPr>
        <p:spPr>
          <a:xfrm>
            <a:off x="923863" y="1320976"/>
            <a:ext cx="3032567" cy="320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240304" rtl="0" eaLnBrk="1" latinLnBrk="0" hangingPunct="1">
              <a:lnSpc>
                <a:spcPct val="90000"/>
              </a:lnSpc>
              <a:spcBef>
                <a:spcPts val="263"/>
              </a:spcBef>
              <a:buFont typeface="Arial" panose="020B0604020202020204" pitchFamily="34" charset="0"/>
              <a:buNone/>
              <a:defRPr sz="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0152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5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0304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456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0609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0761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913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41065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61217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Open to Conversations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620ADB-6B6B-9223-34AA-060B4C22F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4" y="401720"/>
            <a:ext cx="835021" cy="83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236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53803-0C77-58DB-E242-097EC162C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DC81A-053B-5411-6CF4-0834E21F5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021" y="0"/>
            <a:ext cx="2402681" cy="367106"/>
          </a:xfrm>
        </p:spPr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B050">
                      <a:alpha val="43000"/>
                    </a:srgb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Madhurima Rawat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10F34-0587-10BF-78A4-CFD668465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896" y="527767"/>
            <a:ext cx="3032567" cy="320077"/>
          </a:xfrm>
        </p:spPr>
        <p:txBody>
          <a:bodyPr>
            <a:normAutofit/>
          </a:bodyPr>
          <a:lstStyle/>
          <a:p>
            <a:r>
              <a:rPr lang="en-US" sz="800" i="1" dirty="0"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Project-Focused Professional | GitHub | Resource Development</a:t>
            </a:r>
            <a:endParaRPr lang="en-IN" sz="800" i="1" dirty="0">
              <a:effectLst>
                <a:outerShdw blurRad="38100" dist="38100" dir="5700000" algn="tl">
                  <a:schemeClr val="accent6">
                    <a:lumMod val="40000"/>
                    <a:lumOff val="60000"/>
                    <a:alpha val="43000"/>
                  </a:schemeClr>
                </a:outerShdw>
              </a:effectLst>
              <a:latin typeface="Constantia" panose="02030602050306030303" pitchFamily="18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69C9E-791C-E53D-C9D2-C872327C263E}"/>
              </a:ext>
            </a:extLst>
          </p:cNvPr>
          <p:cNvCxnSpPr>
            <a:cxnSpLocks/>
          </p:cNvCxnSpPr>
          <p:nvPr/>
        </p:nvCxnSpPr>
        <p:spPr>
          <a:xfrm>
            <a:off x="290519" y="401958"/>
            <a:ext cx="269690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Graphic 8" descr="World">
            <a:extLst>
              <a:ext uri="{FF2B5EF4-FFF2-40B4-BE49-F238E27FC236}">
                <a16:creationId xmlns:a16="http://schemas.microsoft.com/office/drawing/2014/main" id="{FB6203D1-CD9C-B5E9-E847-822799745E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42705" y="1201861"/>
            <a:ext cx="173621" cy="173621"/>
          </a:xfrm>
          <a:prstGeom prst="rect">
            <a:avLst/>
          </a:prstGeom>
        </p:spPr>
      </p:pic>
      <p:pic>
        <p:nvPicPr>
          <p:cNvPr id="10" name="Graphic 9" descr="Email">
            <a:extLst>
              <a:ext uri="{FF2B5EF4-FFF2-40B4-BE49-F238E27FC236}">
                <a16:creationId xmlns:a16="http://schemas.microsoft.com/office/drawing/2014/main" id="{BCC37593-1A9A-D2C2-C604-F140034F74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46562" y="862940"/>
            <a:ext cx="153705" cy="153705"/>
          </a:xfrm>
          <a:prstGeom prst="rect">
            <a:avLst/>
          </a:prstGeom>
        </p:spPr>
      </p:pic>
      <p:pic>
        <p:nvPicPr>
          <p:cNvPr id="11" name="Graphic 10" descr="Employee badge">
            <a:extLst>
              <a:ext uri="{FF2B5EF4-FFF2-40B4-BE49-F238E27FC236}">
                <a16:creationId xmlns:a16="http://schemas.microsoft.com/office/drawing/2014/main" id="{EA9AAAA1-B964-95F2-58F7-84F289FBA6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54995" y="1551008"/>
            <a:ext cx="162002" cy="1620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B4713A8-3E8C-6821-D31A-0A7DEF83DF99}"/>
              </a:ext>
            </a:extLst>
          </p:cNvPr>
          <p:cNvSpPr txBox="1"/>
          <p:nvPr/>
        </p:nvSpPr>
        <p:spPr>
          <a:xfrm>
            <a:off x="767103" y="833660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rawatmadhurima4@gmail.com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110EFF-5E89-30EC-C387-CFB900F9C481}"/>
              </a:ext>
            </a:extLst>
          </p:cNvPr>
          <p:cNvSpPr txBox="1"/>
          <p:nvPr/>
        </p:nvSpPr>
        <p:spPr>
          <a:xfrm>
            <a:off x="772726" y="1180969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https://madhurimarawat.github.io/Portfolio-Website/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1F2516-3312-AE90-F4FC-D36F59F14E8D}"/>
              </a:ext>
            </a:extLst>
          </p:cNvPr>
          <p:cNvSpPr txBox="1"/>
          <p:nvPr/>
        </p:nvSpPr>
        <p:spPr>
          <a:xfrm>
            <a:off x="776469" y="1540397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https://www.linkedin.com/in/madhurima-rawat</a:t>
            </a:r>
          </a:p>
        </p:txBody>
      </p:sp>
    </p:spTree>
    <p:extLst>
      <p:ext uri="{BB962C8B-B14F-4D97-AF65-F5344CB8AC3E}">
        <p14:creationId xmlns:p14="http://schemas.microsoft.com/office/powerpoint/2010/main" val="3274640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C52FF9-D1BA-E4EA-AD09-BA799C1AB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2BA58A4-9D01-8107-D4F2-7EC148963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40622" y="31040"/>
            <a:ext cx="2451221" cy="1046766"/>
          </a:xfrm>
        </p:spPr>
        <p:txBody>
          <a:bodyPr>
            <a:noAutofit/>
          </a:bodyPr>
          <a:lstStyle/>
          <a:p>
            <a:r>
              <a:rPr lang="en-IN" sz="48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M</a:t>
            </a:r>
            <a:r>
              <a:rPr lang="en-IN" sz="14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 </a:t>
            </a:r>
            <a:r>
              <a:rPr lang="en-IN" sz="48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94552E-A888-7EA4-3916-F9FAC279BD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11661" y="1313108"/>
            <a:ext cx="3032567" cy="320077"/>
          </a:xfrm>
        </p:spPr>
        <p:txBody>
          <a:bodyPr>
            <a:normAutofit/>
          </a:bodyPr>
          <a:lstStyle/>
          <a:p>
            <a:r>
              <a:rPr lang="en-IN" sz="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Learning With Purpose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44A8A6A-29C5-36C1-265D-BE216D68C0FD}"/>
              </a:ext>
            </a:extLst>
          </p:cNvPr>
          <p:cNvSpPr txBox="1">
            <a:spLocks/>
          </p:cNvSpPr>
          <p:nvPr/>
        </p:nvSpPr>
        <p:spPr>
          <a:xfrm>
            <a:off x="-698128" y="1052125"/>
            <a:ext cx="3032567" cy="320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240304" rtl="0" eaLnBrk="1" latinLnBrk="0" hangingPunct="1">
              <a:lnSpc>
                <a:spcPct val="90000"/>
              </a:lnSpc>
              <a:spcBef>
                <a:spcPts val="263"/>
              </a:spcBef>
              <a:buFont typeface="Arial" panose="020B0604020202020204" pitchFamily="34" charset="0"/>
              <a:buNone/>
              <a:defRPr sz="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0152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5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0304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456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0609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0761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913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41065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61217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i="1" dirty="0"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Madhurima Rawat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3EFA43-2E99-FBC8-7871-5659B7412EEE}"/>
              </a:ext>
            </a:extLst>
          </p:cNvPr>
          <p:cNvCxnSpPr>
            <a:cxnSpLocks/>
          </p:cNvCxnSpPr>
          <p:nvPr/>
        </p:nvCxnSpPr>
        <p:spPr>
          <a:xfrm>
            <a:off x="1665838" y="395335"/>
            <a:ext cx="0" cy="107736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Subtitle 2">
            <a:extLst>
              <a:ext uri="{FF2B5EF4-FFF2-40B4-BE49-F238E27FC236}">
                <a16:creationId xmlns:a16="http://schemas.microsoft.com/office/drawing/2014/main" id="{B1C281C9-278B-79DF-3FCE-A4A608108FED}"/>
              </a:ext>
            </a:extLst>
          </p:cNvPr>
          <p:cNvSpPr txBox="1">
            <a:spLocks/>
          </p:cNvSpPr>
          <p:nvPr/>
        </p:nvSpPr>
        <p:spPr>
          <a:xfrm>
            <a:off x="923863" y="1320976"/>
            <a:ext cx="3032567" cy="320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240304" rtl="0" eaLnBrk="1" latinLnBrk="0" hangingPunct="1">
              <a:lnSpc>
                <a:spcPct val="90000"/>
              </a:lnSpc>
              <a:spcBef>
                <a:spcPts val="263"/>
              </a:spcBef>
              <a:buFont typeface="Arial" panose="020B0604020202020204" pitchFamily="34" charset="0"/>
              <a:buNone/>
              <a:defRPr sz="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0152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5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0304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456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0609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0761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913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41065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61217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Open to Conversations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BC2E46-22D3-953C-D438-98E5402DC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4" y="401720"/>
            <a:ext cx="835021" cy="83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124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9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BADC2-3D97-BBCB-A8DE-C83709E86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A1E54-32DB-AF2A-D62A-EA6878868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021" y="0"/>
            <a:ext cx="2402681" cy="367106"/>
          </a:xfrm>
        </p:spPr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B050">
                      <a:alpha val="43000"/>
                    </a:srgb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Madhurima Rawat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4EAF9-C45A-8A75-ED2B-2BD360F5A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896" y="527767"/>
            <a:ext cx="3032567" cy="320077"/>
          </a:xfrm>
        </p:spPr>
        <p:txBody>
          <a:bodyPr>
            <a:normAutofit/>
          </a:bodyPr>
          <a:lstStyle/>
          <a:p>
            <a:r>
              <a:rPr lang="en-US" sz="800" i="1" dirty="0"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Project-Focused Professional | GitHub | Resource Development</a:t>
            </a:r>
            <a:endParaRPr lang="en-IN" sz="800" i="1" dirty="0">
              <a:effectLst>
                <a:outerShdw blurRad="38100" dist="38100" dir="5700000" algn="tl">
                  <a:schemeClr val="accent6">
                    <a:lumMod val="40000"/>
                    <a:lumOff val="60000"/>
                    <a:alpha val="43000"/>
                  </a:schemeClr>
                </a:outerShdw>
              </a:effectLst>
              <a:latin typeface="Constantia" panose="02030602050306030303" pitchFamily="18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071580-2AED-F775-1FB8-1FFEE927F823}"/>
              </a:ext>
            </a:extLst>
          </p:cNvPr>
          <p:cNvCxnSpPr>
            <a:cxnSpLocks/>
          </p:cNvCxnSpPr>
          <p:nvPr/>
        </p:nvCxnSpPr>
        <p:spPr>
          <a:xfrm>
            <a:off x="290519" y="401958"/>
            <a:ext cx="269690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Graphic 8" descr="World">
            <a:extLst>
              <a:ext uri="{FF2B5EF4-FFF2-40B4-BE49-F238E27FC236}">
                <a16:creationId xmlns:a16="http://schemas.microsoft.com/office/drawing/2014/main" id="{EDF18A3B-4D10-0B8E-AFE4-C8CD9AFEF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42705" y="1201861"/>
            <a:ext cx="173621" cy="173621"/>
          </a:xfrm>
          <a:prstGeom prst="rect">
            <a:avLst/>
          </a:prstGeom>
        </p:spPr>
      </p:pic>
      <p:pic>
        <p:nvPicPr>
          <p:cNvPr id="10" name="Graphic 9" descr="Email">
            <a:extLst>
              <a:ext uri="{FF2B5EF4-FFF2-40B4-BE49-F238E27FC236}">
                <a16:creationId xmlns:a16="http://schemas.microsoft.com/office/drawing/2014/main" id="{D3FA0279-4908-4E24-915D-3164D5F72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46562" y="862940"/>
            <a:ext cx="153705" cy="153705"/>
          </a:xfrm>
          <a:prstGeom prst="rect">
            <a:avLst/>
          </a:prstGeom>
        </p:spPr>
      </p:pic>
      <p:pic>
        <p:nvPicPr>
          <p:cNvPr id="11" name="Graphic 10" descr="Employee badge">
            <a:extLst>
              <a:ext uri="{FF2B5EF4-FFF2-40B4-BE49-F238E27FC236}">
                <a16:creationId xmlns:a16="http://schemas.microsoft.com/office/drawing/2014/main" id="{3731D5F1-F697-2383-46D4-F89A9625A3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54995" y="1551008"/>
            <a:ext cx="162002" cy="1620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9418C3-9572-776D-2EE6-740FAE10AAD8}"/>
              </a:ext>
            </a:extLst>
          </p:cNvPr>
          <p:cNvSpPr txBox="1"/>
          <p:nvPr/>
        </p:nvSpPr>
        <p:spPr>
          <a:xfrm>
            <a:off x="767103" y="833660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rawatmadhurima4@gmail.com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0FEFAB-0C46-0634-7340-09B076219034}"/>
              </a:ext>
            </a:extLst>
          </p:cNvPr>
          <p:cNvSpPr txBox="1"/>
          <p:nvPr/>
        </p:nvSpPr>
        <p:spPr>
          <a:xfrm>
            <a:off x="772726" y="1180969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https://madhurimarawat.github.io/Portfolio-Website/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6C094F-664D-ADBB-A09D-23B3F5674DB4}"/>
              </a:ext>
            </a:extLst>
          </p:cNvPr>
          <p:cNvSpPr txBox="1"/>
          <p:nvPr/>
        </p:nvSpPr>
        <p:spPr>
          <a:xfrm>
            <a:off x="776469" y="1540397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https://www.linkedin.com/in/madhurima-rawat</a:t>
            </a:r>
          </a:p>
        </p:txBody>
      </p:sp>
    </p:spTree>
    <p:extLst>
      <p:ext uri="{BB962C8B-B14F-4D97-AF65-F5344CB8AC3E}">
        <p14:creationId xmlns:p14="http://schemas.microsoft.com/office/powerpoint/2010/main" val="242776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9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1DB7D-B236-E9B1-15C3-E95AB9100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70BC227-A07A-E081-BB1D-6B27E4572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40622" y="31040"/>
            <a:ext cx="2451221" cy="1046766"/>
          </a:xfrm>
        </p:spPr>
        <p:txBody>
          <a:bodyPr>
            <a:noAutofit/>
          </a:bodyPr>
          <a:lstStyle/>
          <a:p>
            <a:r>
              <a:rPr lang="en-IN" sz="48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M</a:t>
            </a:r>
            <a:r>
              <a:rPr lang="en-IN" sz="14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 </a:t>
            </a:r>
            <a:r>
              <a:rPr lang="en-IN" sz="48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CC554F-854C-25DD-D1B6-6BBBE41EB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11661" y="1313108"/>
            <a:ext cx="3032567" cy="320077"/>
          </a:xfrm>
        </p:spPr>
        <p:txBody>
          <a:bodyPr>
            <a:normAutofit/>
          </a:bodyPr>
          <a:lstStyle/>
          <a:p>
            <a:r>
              <a:rPr lang="en-IN" sz="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Learning With Purpose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745636D-0A04-63F6-39FB-76D38FACA9B8}"/>
              </a:ext>
            </a:extLst>
          </p:cNvPr>
          <p:cNvSpPr txBox="1">
            <a:spLocks/>
          </p:cNvSpPr>
          <p:nvPr/>
        </p:nvSpPr>
        <p:spPr>
          <a:xfrm>
            <a:off x="-698128" y="1052125"/>
            <a:ext cx="3032567" cy="320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240304" rtl="0" eaLnBrk="1" latinLnBrk="0" hangingPunct="1">
              <a:lnSpc>
                <a:spcPct val="90000"/>
              </a:lnSpc>
              <a:spcBef>
                <a:spcPts val="263"/>
              </a:spcBef>
              <a:buFont typeface="Arial" panose="020B0604020202020204" pitchFamily="34" charset="0"/>
              <a:buNone/>
              <a:defRPr sz="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0152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5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0304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456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0609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0761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913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41065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61217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i="1" dirty="0"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Madhurima Rawat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8D3FCC-0244-1D96-87EC-3EB1567EAC99}"/>
              </a:ext>
            </a:extLst>
          </p:cNvPr>
          <p:cNvCxnSpPr>
            <a:cxnSpLocks/>
          </p:cNvCxnSpPr>
          <p:nvPr/>
        </p:nvCxnSpPr>
        <p:spPr>
          <a:xfrm>
            <a:off x="1665838" y="395335"/>
            <a:ext cx="0" cy="107736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Subtitle 2">
            <a:extLst>
              <a:ext uri="{FF2B5EF4-FFF2-40B4-BE49-F238E27FC236}">
                <a16:creationId xmlns:a16="http://schemas.microsoft.com/office/drawing/2014/main" id="{8A303843-4DEC-C604-1567-4103F3519472}"/>
              </a:ext>
            </a:extLst>
          </p:cNvPr>
          <p:cNvSpPr txBox="1">
            <a:spLocks/>
          </p:cNvSpPr>
          <p:nvPr/>
        </p:nvSpPr>
        <p:spPr>
          <a:xfrm>
            <a:off x="923863" y="1320976"/>
            <a:ext cx="3032567" cy="320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240304" rtl="0" eaLnBrk="1" latinLnBrk="0" hangingPunct="1">
              <a:lnSpc>
                <a:spcPct val="90000"/>
              </a:lnSpc>
              <a:spcBef>
                <a:spcPts val="263"/>
              </a:spcBef>
              <a:buFont typeface="Arial" panose="020B0604020202020204" pitchFamily="34" charset="0"/>
              <a:buNone/>
              <a:defRPr sz="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0152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5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0304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456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0609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0761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913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41065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61217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Open to Conversations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56BE9F-A188-F69F-31CA-5CB6978BB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4" y="401720"/>
            <a:ext cx="835021" cy="83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015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197</TotalTime>
  <Words>225</Words>
  <Application>Microsoft Office PowerPoint</Application>
  <PresentationFormat>Custom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Constantia</vt:lpstr>
      <vt:lpstr>Office Theme</vt:lpstr>
      <vt:lpstr>Madhurima Rawat</vt:lpstr>
      <vt:lpstr>M R</vt:lpstr>
      <vt:lpstr>Madhurima Rawat</vt:lpstr>
      <vt:lpstr>M R</vt:lpstr>
      <vt:lpstr>Madhurima Rawat</vt:lpstr>
      <vt:lpstr>M R</vt:lpstr>
      <vt:lpstr>Madhurima Rawat</vt:lpstr>
      <vt:lpstr>M R</vt:lpstr>
      <vt:lpstr>Madhurima Rawat</vt:lpstr>
      <vt:lpstr>M 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Madhurima Rawat</dc:creator>
  <cp:lastModifiedBy>Madhurima Rawat</cp:lastModifiedBy>
  <cp:revision>87</cp:revision>
  <dcterms:created xsi:type="dcterms:W3CDTF">2026-03-28T06:25:12Z</dcterms:created>
  <dcterms:modified xsi:type="dcterms:W3CDTF">2026-09-09T13:15:17Z</dcterms:modified>
</cp:coreProperties>
</file>