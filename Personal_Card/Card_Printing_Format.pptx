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27FC-A952-416A-8670-D643A4916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963C9-5FD6-45DC-87C8-CA98C6FA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C74A8-DC41-E903-9980-44A9907C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67948-2394-01F7-7659-C21CFA60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C1BC-8895-A82B-D6C1-76578BE8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370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2AD4-CA55-AEE1-74FC-A3FD9BA0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EB96B-E9D5-DF7C-C4E8-E8207457C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A9665-302A-86E3-7FBA-0BAE7610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275DF-C97B-B840-C6B4-716BF3CDC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06759-67D7-337E-A230-B63E019FC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05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D8BD-0044-31E4-7B7F-723283C6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8D7E5-5214-C92D-F3AF-1871B0D34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1924C-ACB8-E62F-0372-252B5109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D3B78-2D96-66EA-F885-D1BE31F3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A6635-F54B-BD44-DCD3-6BAFF4C9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10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EA1B-B0AB-66EC-704E-DB05F42B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52EDC-703E-5791-9C74-DA664A7E0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9B329-49BE-CA26-0227-1CA865996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56C36-D669-915B-4849-EE4A1D4E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E3736-80FF-6A4A-F79E-F18BC341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7F357-78C7-1984-4506-57F58E89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35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E384-DFC4-D090-0A0F-59088A1E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F3673-1A50-A89C-D7F7-CD61DDA21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E4227-31DC-B858-4EDF-95A1D1708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ADD75-6A35-3BFE-B156-649BB83BE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15792C-D36F-1574-E94C-F22546FB8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F6817-DAE8-C3BF-9031-F911B4A2C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F8753-D3E1-412B-9CDD-E6DB62D3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DCEC1-7135-985F-B55A-B88CF7A8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77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DE7E-37E5-CCAF-2C38-F7D5D830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62A7D-1FCF-BD21-06CF-FB0F198E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2751F-DCE6-676A-A369-85FFE6E0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406A7-CD96-D8E2-77F4-D9B86A6F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6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F31F0A-3E95-8BB6-9DB8-724419DD0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F9768-E1E4-6F02-8E98-36797E4C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4D048-C6F9-B055-E874-6E99E266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7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2630-704A-43C6-31E3-2F8729B1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6757D-033B-CC0E-D827-017E6E16D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97798-250E-7719-58AF-4CC3502C8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4D309-5233-DBFA-33CE-8B5ADE75F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EFA71-4194-F060-A928-2E70CC0C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7F2CB-C2DD-BE46-CC67-79DC56BA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55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64DDC-CFFF-5800-1280-1D3572F6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D79CC-C7FF-2E16-170B-098FCDE6C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C09D9-03D0-8333-11B8-4C2C1EBE2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CFE5D-2D1B-FC07-1476-82D9FDCD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90C67-C77A-014B-ADBA-92B17CEE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8A498-772F-2C11-3DC3-8E9123C9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65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8574-9F00-D8D8-673B-9F7D7138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C1E6B-DC2C-5E74-13DF-40C4D212B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F7325-C5EF-480D-409C-1DFB713D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77D12-27EC-B9BC-0F3E-D72D0FC5B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92125-34C1-B8E2-8B64-81036FC2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9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7D3DD6-64C5-517F-CACD-0F45365986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9ADB-C294-D1D7-4E09-F823BA841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66CF2-2984-8C1F-4F1B-0BB8C6A3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FEE21-FC85-5EE6-7F87-52FB1E762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AF69A-C67A-9F76-0B3D-A79073A8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6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6F2BE-D673-99E5-7CC8-635169B9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A595E-6D04-11C2-AA76-8448CC6D9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8F953-F17E-F168-11EA-24A4B2DC7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03C6-14F9-4930-B6C3-B993DAF19BF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65996-F097-F451-7C38-2D0B47FAA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6D50D-1106-E195-4204-C08989E56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4A0F2-DC62-4CC8-BDDD-6DC445BC6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91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607FA7-FFC6-0A57-0517-F4FADD020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10" y="0"/>
            <a:ext cx="5976838" cy="34315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A8C90B-C82A-CFA2-20ED-3B529C8ED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347663"/>
            <a:ext cx="5981059" cy="3431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89B974-B2F5-41BF-F5C0-57BC6C19B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3053" y="0"/>
            <a:ext cx="5976836" cy="34315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89107A-BB9D-4B45-72E7-97E9C5A317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03542" y="3594308"/>
            <a:ext cx="5688457" cy="326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37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11</cp:revision>
  <dcterms:created xsi:type="dcterms:W3CDTF">2026-03-29T15:20:52Z</dcterms:created>
  <dcterms:modified xsi:type="dcterms:W3CDTF">2026-09-09T13:16:40Z</dcterms:modified>
</cp:coreProperties>
</file>