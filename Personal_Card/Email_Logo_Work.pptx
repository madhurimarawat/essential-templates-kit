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"/>
  </p:notesMasterIdLst>
  <p:sldIdLst>
    <p:sldId id="257" r:id="rId2"/>
    <p:sldId id="258" r:id="rId3"/>
  </p:sldIdLst>
  <p:sldSz cx="1695450" cy="9540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8EF"/>
    <a:srgbClr val="EFE7DC"/>
    <a:srgbClr val="3E2F2F"/>
    <a:srgbClr val="C2A878"/>
    <a:srgbClr val="F8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59" autoAdjust="0"/>
    <p:restoredTop sz="93741" autoAdjust="0"/>
  </p:normalViewPr>
  <p:slideViewPr>
    <p:cSldViewPr snapToGrid="0">
      <p:cViewPr varScale="1">
        <p:scale>
          <a:sx n="395" d="100"/>
          <a:sy n="395" d="100"/>
        </p:scale>
        <p:origin x="1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ED9C1-845B-4280-B5DB-CCB03F13FE6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52249-BE06-4282-8862-6F2420AD1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59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1pPr>
    <a:lvl2pPr marL="91486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2pPr>
    <a:lvl3pPr marL="182971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3pPr>
    <a:lvl4pPr marL="274457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4pPr>
    <a:lvl5pPr marL="365943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5pPr>
    <a:lvl6pPr marL="457429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6pPr>
    <a:lvl7pPr marL="548914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7pPr>
    <a:lvl8pPr marL="640400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8pPr>
    <a:lvl9pPr marL="731886" algn="l" defTabSz="182971" rtl="0" eaLnBrk="1" latinLnBrk="0" hangingPunct="1">
      <a:defRPr sz="2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52249-BE06-4282-8862-6F2420AD119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991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A7E9-73AD-D891-84C4-A7D133359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931" y="156144"/>
            <a:ext cx="1271588" cy="332164"/>
          </a:xfrm>
        </p:spPr>
        <p:txBody>
          <a:bodyPr anchor="b"/>
          <a:lstStyle>
            <a:lvl1pPr algn="ctr">
              <a:defRPr sz="835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1BD15-AA56-C8AB-5C59-AA2883731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931" y="501117"/>
            <a:ext cx="1271588" cy="230350"/>
          </a:xfrm>
        </p:spPr>
        <p:txBody>
          <a:bodyPr/>
          <a:lstStyle>
            <a:lvl1pPr marL="0" indent="0" algn="ctr">
              <a:buNone/>
              <a:defRPr sz="334"/>
            </a:lvl1pPr>
            <a:lvl2pPr marL="63597" indent="0" algn="ctr">
              <a:buNone/>
              <a:defRPr sz="278"/>
            </a:lvl2pPr>
            <a:lvl3pPr marL="127193" indent="0" algn="ctr">
              <a:buNone/>
              <a:defRPr sz="250"/>
            </a:lvl3pPr>
            <a:lvl4pPr marL="190790" indent="0" algn="ctr">
              <a:buNone/>
              <a:defRPr sz="223"/>
            </a:lvl4pPr>
            <a:lvl5pPr marL="254386" indent="0" algn="ctr">
              <a:buNone/>
              <a:defRPr sz="223"/>
            </a:lvl5pPr>
            <a:lvl6pPr marL="317983" indent="0" algn="ctr">
              <a:buNone/>
              <a:defRPr sz="223"/>
            </a:lvl6pPr>
            <a:lvl7pPr marL="381579" indent="0" algn="ctr">
              <a:buNone/>
              <a:defRPr sz="223"/>
            </a:lvl7pPr>
            <a:lvl8pPr marL="445176" indent="0" algn="ctr">
              <a:buNone/>
              <a:defRPr sz="223"/>
            </a:lvl8pPr>
            <a:lvl9pPr marL="508772" indent="0" algn="ctr">
              <a:buNone/>
              <a:defRPr sz="223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93D1-9FD5-8A61-C73F-92E99CBE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66B0-E183-0BA8-48F6-6D9CBB56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2E1B7-9527-362C-99BD-2B5D7DD7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70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D462-B44D-7DAD-3BD8-CCCC69B2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7042-9A29-305A-7DC3-3C2CC5FE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6111A-CC5D-302A-8AD7-0420B31B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1B6D2-4B5A-3645-2EE7-357C9E87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F2C63-7458-CFFD-C4C2-14359D2C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1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320F-0F67-00AB-0EA0-93826260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79" y="237860"/>
            <a:ext cx="1462326" cy="396874"/>
          </a:xfrm>
        </p:spPr>
        <p:txBody>
          <a:bodyPr anchor="b"/>
          <a:lstStyle>
            <a:lvl1pPr>
              <a:defRPr sz="835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4DCBD-12E5-3F32-A50B-FDC3CE26C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79" y="638488"/>
            <a:ext cx="1462326" cy="208707"/>
          </a:xfrm>
        </p:spPr>
        <p:txBody>
          <a:bodyPr/>
          <a:lstStyle>
            <a:lvl1pPr marL="0" indent="0">
              <a:buNone/>
              <a:defRPr sz="334">
                <a:solidFill>
                  <a:schemeClr val="tx1">
                    <a:tint val="75000"/>
                  </a:schemeClr>
                </a:solidFill>
              </a:defRPr>
            </a:lvl1pPr>
            <a:lvl2pPr marL="63597" indent="0">
              <a:buNone/>
              <a:defRPr sz="278">
                <a:solidFill>
                  <a:schemeClr val="tx1">
                    <a:tint val="75000"/>
                  </a:schemeClr>
                </a:solidFill>
              </a:defRPr>
            </a:lvl2pPr>
            <a:lvl3pPr marL="127193" indent="0">
              <a:buNone/>
              <a:defRPr sz="250">
                <a:solidFill>
                  <a:schemeClr val="tx1">
                    <a:tint val="75000"/>
                  </a:schemeClr>
                </a:solidFill>
              </a:defRPr>
            </a:lvl3pPr>
            <a:lvl4pPr marL="190790" indent="0">
              <a:buNone/>
              <a:defRPr sz="223">
                <a:solidFill>
                  <a:schemeClr val="tx1">
                    <a:tint val="75000"/>
                  </a:schemeClr>
                </a:solidFill>
              </a:defRPr>
            </a:lvl4pPr>
            <a:lvl5pPr marL="254386" indent="0">
              <a:buNone/>
              <a:defRPr sz="223">
                <a:solidFill>
                  <a:schemeClr val="tx1">
                    <a:tint val="75000"/>
                  </a:schemeClr>
                </a:solidFill>
              </a:defRPr>
            </a:lvl5pPr>
            <a:lvl6pPr marL="317983" indent="0">
              <a:buNone/>
              <a:defRPr sz="223">
                <a:solidFill>
                  <a:schemeClr val="tx1">
                    <a:tint val="75000"/>
                  </a:schemeClr>
                </a:solidFill>
              </a:defRPr>
            </a:lvl6pPr>
            <a:lvl7pPr marL="381579" indent="0">
              <a:buNone/>
              <a:defRPr sz="223">
                <a:solidFill>
                  <a:schemeClr val="tx1">
                    <a:tint val="75000"/>
                  </a:schemeClr>
                </a:solidFill>
              </a:defRPr>
            </a:lvl7pPr>
            <a:lvl8pPr marL="445176" indent="0">
              <a:buNone/>
              <a:defRPr sz="223">
                <a:solidFill>
                  <a:schemeClr val="tx1">
                    <a:tint val="75000"/>
                  </a:schemeClr>
                </a:solidFill>
              </a:defRPr>
            </a:lvl8pPr>
            <a:lvl9pPr marL="508772" indent="0">
              <a:buNone/>
              <a:defRPr sz="2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8E346-DC24-221A-283A-B00E3E84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0594A-387C-DE2A-D925-A5394AC7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8FCA0-0E29-C671-CD58-8145A797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9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9087-C163-7BFC-26A3-5B416B3E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DDB5-0D3C-0B9E-B147-B9D8FB788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562" y="253982"/>
            <a:ext cx="720566" cy="605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2DA46-C05E-978A-13E0-F52561D01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8322" y="253982"/>
            <a:ext cx="720566" cy="605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2459B-91AA-6CAA-4864-AD8C18F13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FA8EB-59AC-4C4C-EED8-270CCA94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06684-DD31-C110-2880-30F4FA73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08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9719-53AD-05F7-0FF8-513880EC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3" y="50796"/>
            <a:ext cx="1462326" cy="18441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7B75A-8A52-A46E-CB5B-9D38CA48E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83" y="233884"/>
            <a:ext cx="717255" cy="114623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BE99F-7F34-DEE2-39DD-3B9ED1AB1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783" y="348507"/>
            <a:ext cx="717255" cy="5126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12E83-090D-7764-0FF8-3FAF66398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58322" y="233884"/>
            <a:ext cx="720787" cy="114623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5BEB0-24BF-EFE3-F32E-C4A3C1D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322" y="348507"/>
            <a:ext cx="720787" cy="5126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EB710-DD2C-914F-4ED9-5A1C7A1A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EC85A-AD4F-7AB7-C133-881D4C9B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1BCCA-D6B2-827E-C241-0C8E3BA9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63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B640-FF5F-BE83-2C9B-864A3A7C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68B10-7022-5410-3EF9-9BB41DBC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5ECEE-7BE7-87A6-D39B-9293ECFB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95942-8470-C94B-91BB-BBED2275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2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8DD3C-26A4-C570-E4F4-09AE266F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6A98CE-041E-C60C-6B2F-3957DEEA2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2C10D-FDBC-98B0-E24E-33FA8F6A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6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8E46-4BE0-5A91-B409-E9221C92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3" y="63606"/>
            <a:ext cx="546827" cy="222621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674E7-4BC9-1D92-C12B-40267876C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87" y="137371"/>
            <a:ext cx="858322" cy="678021"/>
          </a:xfrm>
        </p:spPr>
        <p:txBody>
          <a:bodyPr/>
          <a:lstStyle>
            <a:lvl1pPr>
              <a:defRPr sz="445"/>
            </a:lvl1pPr>
            <a:lvl2pPr>
              <a:defRPr sz="389"/>
            </a:lvl2pPr>
            <a:lvl3pPr>
              <a:defRPr sz="334"/>
            </a:lvl3pPr>
            <a:lvl4pPr>
              <a:defRPr sz="278"/>
            </a:lvl4pPr>
            <a:lvl5pPr>
              <a:defRPr sz="278"/>
            </a:lvl5pPr>
            <a:lvl6pPr>
              <a:defRPr sz="278"/>
            </a:lvl6pPr>
            <a:lvl7pPr>
              <a:defRPr sz="278"/>
            </a:lvl7pPr>
            <a:lvl8pPr>
              <a:defRPr sz="278"/>
            </a:lvl8pPr>
            <a:lvl9pPr>
              <a:defRPr sz="27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E3FA6-BC32-5AA1-06DA-BB54EA4E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783" y="286226"/>
            <a:ext cx="546827" cy="530270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96C7A-3202-93DC-F9B2-D4D30542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93BA9-943C-1D25-3012-D03248DA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7CF54-B061-A63C-FDA2-DED68E23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99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EBE4-2087-C210-13FA-B5E666923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3" y="63606"/>
            <a:ext cx="546827" cy="222621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5660A-EE80-B9DA-818B-8320FA265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20787" y="137371"/>
            <a:ext cx="858322" cy="678021"/>
          </a:xfrm>
        </p:spPr>
        <p:txBody>
          <a:bodyPr/>
          <a:lstStyle>
            <a:lvl1pPr marL="0" indent="0">
              <a:buNone/>
              <a:defRPr sz="445"/>
            </a:lvl1pPr>
            <a:lvl2pPr marL="63597" indent="0">
              <a:buNone/>
              <a:defRPr sz="389"/>
            </a:lvl2pPr>
            <a:lvl3pPr marL="127193" indent="0">
              <a:buNone/>
              <a:defRPr sz="334"/>
            </a:lvl3pPr>
            <a:lvl4pPr marL="190790" indent="0">
              <a:buNone/>
              <a:defRPr sz="278"/>
            </a:lvl4pPr>
            <a:lvl5pPr marL="254386" indent="0">
              <a:buNone/>
              <a:defRPr sz="278"/>
            </a:lvl5pPr>
            <a:lvl6pPr marL="317983" indent="0">
              <a:buNone/>
              <a:defRPr sz="278"/>
            </a:lvl6pPr>
            <a:lvl7pPr marL="381579" indent="0">
              <a:buNone/>
              <a:defRPr sz="278"/>
            </a:lvl7pPr>
            <a:lvl8pPr marL="445176" indent="0">
              <a:buNone/>
              <a:defRPr sz="278"/>
            </a:lvl8pPr>
            <a:lvl9pPr marL="508772" indent="0">
              <a:buNone/>
              <a:defRPr sz="278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3705A-5CEA-20FE-3E45-AFDEC5C75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783" y="286226"/>
            <a:ext cx="546827" cy="530270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1051A-8F94-7524-9F90-46182BAF1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E29F8-EF53-B97C-3750-98CC7610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D1A7D-17D4-B0F2-D7CC-D4D96182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2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8CCF-ACEC-4048-01D0-43E452FB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FBEC0-6DDF-B1A4-084D-CD7173F27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A6B-3CAE-0D72-4371-733852D97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A2843-12B5-02C4-18E4-63229B5E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9FCED-3EF9-AD0B-9143-F4F955A0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FC0E4-6666-2C31-D041-64D2DC4E4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3307" y="50797"/>
            <a:ext cx="365581" cy="80854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8CDCD-3D6D-097F-0533-58D827134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6562" y="50797"/>
            <a:ext cx="1075551" cy="80854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5108D-0323-1DD2-5D89-D63603F3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26618-9F13-C834-B2E8-382E04DB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31D97-3D57-D06C-3446-D384DACB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06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848AC-8C96-BB53-E39A-129258DD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62" y="50796"/>
            <a:ext cx="1462326" cy="184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68222-400B-DCEB-045E-39B2540CA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562" y="253982"/>
            <a:ext cx="1462326" cy="605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90DB-EB15-6135-B9C6-82D4A80C5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562" y="884298"/>
            <a:ext cx="381476" cy="50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6D877-4F3D-490B-A956-20E8021654C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4F96-599F-33BA-5A79-1CB809FDDC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1618" y="884298"/>
            <a:ext cx="572214" cy="50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2CF8-2D91-CBAE-4A64-2F0CCDE04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7412" y="884298"/>
            <a:ext cx="381476" cy="50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1A69A-4A99-4FFC-8B81-0AEB073B8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91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7193" rtl="0" eaLnBrk="1" latinLnBrk="0" hangingPunct="1">
        <a:lnSpc>
          <a:spcPct val="90000"/>
        </a:lnSpc>
        <a:spcBef>
          <a:spcPct val="0"/>
        </a:spcBef>
        <a:buNone/>
        <a:defRPr sz="6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98" indent="-31798" algn="l" defTabSz="127193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389" kern="1200">
          <a:solidFill>
            <a:schemeClr val="tx1"/>
          </a:solidFill>
          <a:latin typeface="+mn-lt"/>
          <a:ea typeface="+mn-ea"/>
          <a:cs typeface="+mn-cs"/>
        </a:defRPr>
      </a:lvl1pPr>
      <a:lvl2pPr marL="95395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334" kern="1200">
          <a:solidFill>
            <a:schemeClr val="tx1"/>
          </a:solidFill>
          <a:latin typeface="+mn-lt"/>
          <a:ea typeface="+mn-ea"/>
          <a:cs typeface="+mn-cs"/>
        </a:defRPr>
      </a:lvl2pPr>
      <a:lvl3pPr marL="15899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78" kern="1200">
          <a:solidFill>
            <a:schemeClr val="tx1"/>
          </a:solidFill>
          <a:latin typeface="+mn-lt"/>
          <a:ea typeface="+mn-ea"/>
          <a:cs typeface="+mn-cs"/>
        </a:defRPr>
      </a:lvl3pPr>
      <a:lvl4pPr marL="222588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8618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4978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413377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7697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40570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1pPr>
      <a:lvl2pPr marL="63597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2pPr>
      <a:lvl3pPr marL="12719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3pPr>
      <a:lvl4pPr marL="19079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5438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1798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381579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4517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08772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35D27-DD1B-1D47-36AF-35EFD960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5DA530-390B-DCB8-6114-8F608FBBC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90" y="425094"/>
            <a:ext cx="293606" cy="292168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40E8F5C6-F4B6-16D6-BCC4-3838C0D79549}"/>
              </a:ext>
            </a:extLst>
          </p:cNvPr>
          <p:cNvSpPr txBox="1">
            <a:spLocks/>
          </p:cNvSpPr>
          <p:nvPr/>
        </p:nvSpPr>
        <p:spPr>
          <a:xfrm>
            <a:off x="554849" y="187555"/>
            <a:ext cx="561089" cy="284876"/>
          </a:xfrm>
          <a:prstGeom prst="rect">
            <a:avLst/>
          </a:prstGeom>
        </p:spPr>
        <p:txBody>
          <a:bodyPr vert="horz" lIns="81928" tIns="40964" rIns="81928" bIns="40964" rtlCol="0" anchor="b">
            <a:noAutofit/>
          </a:bodyPr>
          <a:lstStyle>
            <a:lvl1pPr algn="ctr" defTabSz="1271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792" dirty="0">
                <a:ln w="3175">
                  <a:solidFill>
                    <a:srgbClr val="3E2F2F"/>
                  </a:solidFill>
                </a:ln>
                <a:solidFill>
                  <a:schemeClr val="tx1">
                    <a:alpha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627" dirty="0">
                <a:ln w="3175">
                  <a:solidFill>
                    <a:srgbClr val="3E2F2F"/>
                  </a:solidFill>
                </a:ln>
                <a:solidFill>
                  <a:schemeClr val="tx1">
                    <a:alpha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1792" dirty="0">
                <a:ln w="3175">
                  <a:solidFill>
                    <a:srgbClr val="3E2F2F"/>
                  </a:solidFill>
                </a:ln>
                <a:solidFill>
                  <a:schemeClr val="tx1">
                    <a:alpha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917809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A379-5B5E-84F0-0702-5F046550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Email Profile Picture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597C-40FF-13AE-DC8A-40E2C4400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5" y="220551"/>
            <a:ext cx="1588931" cy="698679"/>
          </a:xfrm>
        </p:spPr>
        <p:txBody>
          <a:bodyPr>
            <a:noAutofit/>
          </a:bodyPr>
          <a:lstStyle/>
          <a:p>
            <a:pPr algn="just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Design everything centered. Leave equal spacing on the left and right sides.</a:t>
            </a:r>
          </a:p>
          <a:p>
            <a:pPr algn="just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After creating the design, take a high-resolution screenshot and upload it as your Gmail profile picture.</a:t>
            </a:r>
          </a:p>
          <a:p>
            <a:pPr algn="just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Since Gmail slightly blurs images after upload, use a high-quality version so that the QR code remains clear and scannable.</a:t>
            </a:r>
          </a:p>
          <a:p>
            <a:pPr algn="just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Ensure the design aligns with your purpose or profession. For instance, choose a minimal tech-inspired background for a technical profile, or use your best photograph if you are in a creative field like photography.</a:t>
            </a:r>
          </a:p>
        </p:txBody>
      </p:sp>
    </p:spTree>
    <p:extLst>
      <p:ext uri="{BB962C8B-B14F-4D97-AF65-F5344CB8AC3E}">
        <p14:creationId xmlns:p14="http://schemas.microsoft.com/office/powerpoint/2010/main" val="127882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99</Words>
  <Application>Microsoft Office PowerPoint</Application>
  <PresentationFormat>Custom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Constantia</vt:lpstr>
      <vt:lpstr>Office Theme</vt:lpstr>
      <vt:lpstr>PowerPoint Presentation</vt:lpstr>
      <vt:lpstr>Email Profile Picture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19</cp:revision>
  <dcterms:created xsi:type="dcterms:W3CDTF">2026-04-02T08:12:44Z</dcterms:created>
  <dcterms:modified xsi:type="dcterms:W3CDTF">2026-04-20T06:44:58Z</dcterms:modified>
</cp:coreProperties>
</file>