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3203575" cy="1836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8" userDrawn="1">
          <p15:clr>
            <a:srgbClr val="A4A3A4"/>
          </p15:clr>
        </p15:guide>
        <p15:guide id="2" pos="10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4660"/>
  </p:normalViewPr>
  <p:slideViewPr>
    <p:cSldViewPr snapToGrid="0">
      <p:cViewPr varScale="1">
        <p:scale>
          <a:sx n="220" d="100"/>
          <a:sy n="220" d="100"/>
        </p:scale>
        <p:origin x="1016" y="108"/>
      </p:cViewPr>
      <p:guideLst>
        <p:guide orient="horz" pos="578"/>
        <p:guide pos="10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447" y="300596"/>
            <a:ext cx="2402681" cy="639457"/>
          </a:xfrm>
        </p:spPr>
        <p:txBody>
          <a:bodyPr anchor="b"/>
          <a:lstStyle>
            <a:lvl1pPr algn="ctr">
              <a:defRPr sz="157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447" y="964713"/>
            <a:ext cx="2402681" cy="443453"/>
          </a:xfrm>
        </p:spPr>
        <p:txBody>
          <a:bodyPr/>
          <a:lstStyle>
            <a:lvl1pPr marL="0" indent="0" algn="ctr">
              <a:buNone/>
              <a:defRPr sz="631"/>
            </a:lvl1pPr>
            <a:lvl2pPr marL="120152" indent="0" algn="ctr">
              <a:buNone/>
              <a:defRPr sz="526"/>
            </a:lvl2pPr>
            <a:lvl3pPr marL="240304" indent="0" algn="ctr">
              <a:buNone/>
              <a:defRPr sz="473"/>
            </a:lvl3pPr>
            <a:lvl4pPr marL="360456" indent="0" algn="ctr">
              <a:buNone/>
              <a:defRPr sz="420"/>
            </a:lvl4pPr>
            <a:lvl5pPr marL="480609" indent="0" algn="ctr">
              <a:buNone/>
              <a:defRPr sz="420"/>
            </a:lvl5pPr>
            <a:lvl6pPr marL="600761" indent="0" algn="ctr">
              <a:buNone/>
              <a:defRPr sz="420"/>
            </a:lvl6pPr>
            <a:lvl7pPr marL="720913" indent="0" algn="ctr">
              <a:buNone/>
              <a:defRPr sz="420"/>
            </a:lvl7pPr>
            <a:lvl8pPr marL="841065" indent="0" algn="ctr">
              <a:buNone/>
              <a:defRPr sz="420"/>
            </a:lvl8pPr>
            <a:lvl9pPr marL="961217" indent="0" algn="ctr">
              <a:buNone/>
              <a:defRPr sz="42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1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5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577" y="457909"/>
            <a:ext cx="2763083" cy="764032"/>
          </a:xfrm>
        </p:spPr>
        <p:txBody>
          <a:bodyPr anchor="b"/>
          <a:lstStyle>
            <a:lvl1pPr>
              <a:defRPr sz="157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577" y="1229169"/>
            <a:ext cx="2763083" cy="401786"/>
          </a:xfrm>
        </p:spPr>
        <p:txBody>
          <a:bodyPr/>
          <a:lstStyle>
            <a:lvl1pPr marL="0" indent="0">
              <a:buNone/>
              <a:defRPr sz="631">
                <a:solidFill>
                  <a:schemeClr val="tx1">
                    <a:tint val="75000"/>
                  </a:schemeClr>
                </a:solidFill>
              </a:defRPr>
            </a:lvl1pPr>
            <a:lvl2pPr marL="120152" indent="0">
              <a:buNone/>
              <a:defRPr sz="526">
                <a:solidFill>
                  <a:schemeClr val="tx1">
                    <a:tint val="75000"/>
                  </a:schemeClr>
                </a:solidFill>
              </a:defRPr>
            </a:lvl2pPr>
            <a:lvl3pPr marL="240304" indent="0">
              <a:buNone/>
              <a:defRPr sz="473">
                <a:solidFill>
                  <a:schemeClr val="tx1">
                    <a:tint val="75000"/>
                  </a:schemeClr>
                </a:solidFill>
              </a:defRPr>
            </a:lvl3pPr>
            <a:lvl4pPr marL="360456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609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761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913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106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1217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70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246" y="488947"/>
            <a:ext cx="1361519" cy="11653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1810" y="488947"/>
            <a:ext cx="1361519" cy="11653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47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97789"/>
            <a:ext cx="2763083" cy="35501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663" y="450256"/>
            <a:ext cx="1355262" cy="220664"/>
          </a:xfrm>
        </p:spPr>
        <p:txBody>
          <a:bodyPr anchor="b"/>
          <a:lstStyle>
            <a:lvl1pPr marL="0" indent="0">
              <a:buNone/>
              <a:defRPr sz="631" b="1"/>
            </a:lvl1pPr>
            <a:lvl2pPr marL="120152" indent="0">
              <a:buNone/>
              <a:defRPr sz="526" b="1"/>
            </a:lvl2pPr>
            <a:lvl3pPr marL="240304" indent="0">
              <a:buNone/>
              <a:defRPr sz="473" b="1"/>
            </a:lvl3pPr>
            <a:lvl4pPr marL="360456" indent="0">
              <a:buNone/>
              <a:defRPr sz="420" b="1"/>
            </a:lvl4pPr>
            <a:lvl5pPr marL="480609" indent="0">
              <a:buNone/>
              <a:defRPr sz="420" b="1"/>
            </a:lvl5pPr>
            <a:lvl6pPr marL="600761" indent="0">
              <a:buNone/>
              <a:defRPr sz="420" b="1"/>
            </a:lvl6pPr>
            <a:lvl7pPr marL="720913" indent="0">
              <a:buNone/>
              <a:defRPr sz="420" b="1"/>
            </a:lvl7pPr>
            <a:lvl8pPr marL="841065" indent="0">
              <a:buNone/>
              <a:defRPr sz="420" b="1"/>
            </a:lvl8pPr>
            <a:lvl9pPr marL="961217" indent="0">
              <a:buNone/>
              <a:defRPr sz="4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663" y="670919"/>
            <a:ext cx="1355262" cy="9868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1810" y="450256"/>
            <a:ext cx="1361937" cy="220664"/>
          </a:xfrm>
        </p:spPr>
        <p:txBody>
          <a:bodyPr anchor="b"/>
          <a:lstStyle>
            <a:lvl1pPr marL="0" indent="0">
              <a:buNone/>
              <a:defRPr sz="631" b="1"/>
            </a:lvl1pPr>
            <a:lvl2pPr marL="120152" indent="0">
              <a:buNone/>
              <a:defRPr sz="526" b="1"/>
            </a:lvl2pPr>
            <a:lvl3pPr marL="240304" indent="0">
              <a:buNone/>
              <a:defRPr sz="473" b="1"/>
            </a:lvl3pPr>
            <a:lvl4pPr marL="360456" indent="0">
              <a:buNone/>
              <a:defRPr sz="420" b="1"/>
            </a:lvl4pPr>
            <a:lvl5pPr marL="480609" indent="0">
              <a:buNone/>
              <a:defRPr sz="420" b="1"/>
            </a:lvl5pPr>
            <a:lvl6pPr marL="600761" indent="0">
              <a:buNone/>
              <a:defRPr sz="420" b="1"/>
            </a:lvl6pPr>
            <a:lvl7pPr marL="720913" indent="0">
              <a:buNone/>
              <a:defRPr sz="420" b="1"/>
            </a:lvl7pPr>
            <a:lvl8pPr marL="841065" indent="0">
              <a:buNone/>
              <a:defRPr sz="420" b="1"/>
            </a:lvl8pPr>
            <a:lvl9pPr marL="961217" indent="0">
              <a:buNone/>
              <a:defRPr sz="4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1810" y="670919"/>
            <a:ext cx="1361937" cy="9868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852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602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42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122449"/>
            <a:ext cx="1033236" cy="428572"/>
          </a:xfrm>
        </p:spPr>
        <p:txBody>
          <a:bodyPr anchor="b"/>
          <a:lstStyle>
            <a:lvl1pPr>
              <a:defRPr sz="84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1937" y="264457"/>
            <a:ext cx="1621810" cy="1305274"/>
          </a:xfrm>
        </p:spPr>
        <p:txBody>
          <a:bodyPr/>
          <a:lstStyle>
            <a:lvl1pPr>
              <a:defRPr sz="841"/>
            </a:lvl1pPr>
            <a:lvl2pPr>
              <a:defRPr sz="736"/>
            </a:lvl2pPr>
            <a:lvl3pPr>
              <a:defRPr sz="631"/>
            </a:lvl3pPr>
            <a:lvl4pPr>
              <a:defRPr sz="526"/>
            </a:lvl4pPr>
            <a:lvl5pPr>
              <a:defRPr sz="526"/>
            </a:lvl5pPr>
            <a:lvl6pPr>
              <a:defRPr sz="526"/>
            </a:lvl6pPr>
            <a:lvl7pPr>
              <a:defRPr sz="526"/>
            </a:lvl7pPr>
            <a:lvl8pPr>
              <a:defRPr sz="526"/>
            </a:lvl8pPr>
            <a:lvl9pPr>
              <a:defRPr sz="52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663" y="551022"/>
            <a:ext cx="1033236" cy="1020835"/>
          </a:xfrm>
        </p:spPr>
        <p:txBody>
          <a:bodyPr/>
          <a:lstStyle>
            <a:lvl1pPr marL="0" indent="0">
              <a:buNone/>
              <a:defRPr sz="420"/>
            </a:lvl1pPr>
            <a:lvl2pPr marL="120152" indent="0">
              <a:buNone/>
              <a:defRPr sz="368"/>
            </a:lvl2pPr>
            <a:lvl3pPr marL="240304" indent="0">
              <a:buNone/>
              <a:defRPr sz="315"/>
            </a:lvl3pPr>
            <a:lvl4pPr marL="360456" indent="0">
              <a:buNone/>
              <a:defRPr sz="263"/>
            </a:lvl4pPr>
            <a:lvl5pPr marL="480609" indent="0">
              <a:buNone/>
              <a:defRPr sz="263"/>
            </a:lvl5pPr>
            <a:lvl6pPr marL="600761" indent="0">
              <a:buNone/>
              <a:defRPr sz="263"/>
            </a:lvl6pPr>
            <a:lvl7pPr marL="720913" indent="0">
              <a:buNone/>
              <a:defRPr sz="263"/>
            </a:lvl7pPr>
            <a:lvl8pPr marL="841065" indent="0">
              <a:buNone/>
              <a:defRPr sz="263"/>
            </a:lvl8pPr>
            <a:lvl9pPr marL="961217" indent="0">
              <a:buNone/>
              <a:defRPr sz="2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60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122449"/>
            <a:ext cx="1033236" cy="428572"/>
          </a:xfrm>
        </p:spPr>
        <p:txBody>
          <a:bodyPr anchor="b"/>
          <a:lstStyle>
            <a:lvl1pPr>
              <a:defRPr sz="84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1937" y="264457"/>
            <a:ext cx="1621810" cy="1305274"/>
          </a:xfrm>
        </p:spPr>
        <p:txBody>
          <a:bodyPr anchor="t"/>
          <a:lstStyle>
            <a:lvl1pPr marL="0" indent="0">
              <a:buNone/>
              <a:defRPr sz="841"/>
            </a:lvl1pPr>
            <a:lvl2pPr marL="120152" indent="0">
              <a:buNone/>
              <a:defRPr sz="736"/>
            </a:lvl2pPr>
            <a:lvl3pPr marL="240304" indent="0">
              <a:buNone/>
              <a:defRPr sz="631"/>
            </a:lvl3pPr>
            <a:lvl4pPr marL="360456" indent="0">
              <a:buNone/>
              <a:defRPr sz="526"/>
            </a:lvl4pPr>
            <a:lvl5pPr marL="480609" indent="0">
              <a:buNone/>
              <a:defRPr sz="526"/>
            </a:lvl5pPr>
            <a:lvl6pPr marL="600761" indent="0">
              <a:buNone/>
              <a:defRPr sz="526"/>
            </a:lvl6pPr>
            <a:lvl7pPr marL="720913" indent="0">
              <a:buNone/>
              <a:defRPr sz="526"/>
            </a:lvl7pPr>
            <a:lvl8pPr marL="841065" indent="0">
              <a:buNone/>
              <a:defRPr sz="526"/>
            </a:lvl8pPr>
            <a:lvl9pPr marL="961217" indent="0">
              <a:buNone/>
              <a:defRPr sz="52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663" y="551022"/>
            <a:ext cx="1033236" cy="1020835"/>
          </a:xfrm>
        </p:spPr>
        <p:txBody>
          <a:bodyPr/>
          <a:lstStyle>
            <a:lvl1pPr marL="0" indent="0">
              <a:buNone/>
              <a:defRPr sz="420"/>
            </a:lvl1pPr>
            <a:lvl2pPr marL="120152" indent="0">
              <a:buNone/>
              <a:defRPr sz="368"/>
            </a:lvl2pPr>
            <a:lvl3pPr marL="240304" indent="0">
              <a:buNone/>
              <a:defRPr sz="315"/>
            </a:lvl3pPr>
            <a:lvl4pPr marL="360456" indent="0">
              <a:buNone/>
              <a:defRPr sz="263"/>
            </a:lvl4pPr>
            <a:lvl5pPr marL="480609" indent="0">
              <a:buNone/>
              <a:defRPr sz="263"/>
            </a:lvl5pPr>
            <a:lvl6pPr marL="600761" indent="0">
              <a:buNone/>
              <a:defRPr sz="263"/>
            </a:lvl6pPr>
            <a:lvl7pPr marL="720913" indent="0">
              <a:buNone/>
              <a:defRPr sz="263"/>
            </a:lvl7pPr>
            <a:lvl8pPr marL="841065" indent="0">
              <a:buNone/>
              <a:defRPr sz="263"/>
            </a:lvl8pPr>
            <a:lvl9pPr marL="961217" indent="0">
              <a:buNone/>
              <a:defRPr sz="2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60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22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2558" y="97789"/>
            <a:ext cx="690771" cy="155655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246" y="97789"/>
            <a:ext cx="2032268" cy="15565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182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246" y="97789"/>
            <a:ext cx="2763083" cy="355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246" y="488947"/>
            <a:ext cx="2763083" cy="11653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246" y="1702384"/>
            <a:ext cx="720804" cy="97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EC641-70C7-4CF9-9D7C-54454DF8A0F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1184" y="1702384"/>
            <a:ext cx="1081207" cy="97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2525" y="1702384"/>
            <a:ext cx="720804" cy="97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F0011-14B9-4E0A-8C8E-BA0DBE04E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73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0304" rtl="0" eaLnBrk="1" latinLnBrk="0" hangingPunct="1">
        <a:lnSpc>
          <a:spcPct val="90000"/>
        </a:lnSpc>
        <a:spcBef>
          <a:spcPct val="0"/>
        </a:spcBef>
        <a:buNone/>
        <a:defRPr sz="11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76" indent="-60076" algn="l" defTabSz="240304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6" kern="1200">
          <a:solidFill>
            <a:schemeClr val="tx1"/>
          </a:solidFill>
          <a:latin typeface="+mn-lt"/>
          <a:ea typeface="+mn-ea"/>
          <a:cs typeface="+mn-cs"/>
        </a:defRPr>
      </a:lvl1pPr>
      <a:lvl2pPr marL="180228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1" kern="1200">
          <a:solidFill>
            <a:schemeClr val="tx1"/>
          </a:solidFill>
          <a:latin typeface="+mn-lt"/>
          <a:ea typeface="+mn-ea"/>
          <a:cs typeface="+mn-cs"/>
        </a:defRPr>
      </a:lvl2pPr>
      <a:lvl3pPr marL="300380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6" kern="1200">
          <a:solidFill>
            <a:schemeClr val="tx1"/>
          </a:solidFill>
          <a:latin typeface="+mn-lt"/>
          <a:ea typeface="+mn-ea"/>
          <a:cs typeface="+mn-cs"/>
        </a:defRPr>
      </a:lvl3pPr>
      <a:lvl4pPr marL="420533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4pPr>
      <a:lvl5pPr marL="540685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5pPr>
      <a:lvl6pPr marL="660837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6pPr>
      <a:lvl7pPr marL="780989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7pPr>
      <a:lvl8pPr marL="901141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8pPr>
      <a:lvl9pPr marL="1021293" indent="-60076" algn="l" defTabSz="240304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1pPr>
      <a:lvl2pPr marL="120152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2pPr>
      <a:lvl3pPr marL="240304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3pPr>
      <a:lvl4pPr marL="360456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4pPr>
      <a:lvl5pPr marL="480609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5pPr>
      <a:lvl6pPr marL="600761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6pPr>
      <a:lvl7pPr marL="720913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7pPr>
      <a:lvl8pPr marL="841065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8pPr>
      <a:lvl9pPr marL="961217" algn="l" defTabSz="240304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EEB0-D1FF-5CAA-79AE-708D8A1D3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021" y="0"/>
            <a:ext cx="2402681" cy="367106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B050">
                      <a:alpha val="43000"/>
                    </a:srgb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Madhurima Rawat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E96D6-660A-FB23-0EBC-7AF70DC9E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896" y="527767"/>
            <a:ext cx="3032567" cy="320077"/>
          </a:xfrm>
        </p:spPr>
        <p:txBody>
          <a:bodyPr>
            <a:normAutofit/>
          </a:bodyPr>
          <a:lstStyle/>
          <a:p>
            <a:r>
              <a:rPr lang="en-US" sz="800" i="1" dirty="0"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Project-Focused Professional | GitHub | Resource Development</a:t>
            </a:r>
            <a:endParaRPr lang="en-IN" sz="800" i="1" dirty="0">
              <a:effectLst>
                <a:outerShdw blurRad="38100" dist="38100" dir="5700000" algn="tl">
                  <a:schemeClr val="accent6">
                    <a:lumMod val="40000"/>
                    <a:lumOff val="60000"/>
                    <a:alpha val="43000"/>
                  </a:schemeClr>
                </a:outerShdw>
              </a:effectLst>
              <a:latin typeface="Constantia" panose="02030602050306030303" pitchFamily="18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E1957E-94BB-AF8E-9501-ECE7EF4F28CD}"/>
              </a:ext>
            </a:extLst>
          </p:cNvPr>
          <p:cNvCxnSpPr>
            <a:cxnSpLocks/>
          </p:cNvCxnSpPr>
          <p:nvPr/>
        </p:nvCxnSpPr>
        <p:spPr>
          <a:xfrm>
            <a:off x="290519" y="401958"/>
            <a:ext cx="26969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Graphic 8" descr="World">
            <a:extLst>
              <a:ext uri="{FF2B5EF4-FFF2-40B4-BE49-F238E27FC236}">
                <a16:creationId xmlns:a16="http://schemas.microsoft.com/office/drawing/2014/main" id="{95232162-AA42-5A04-BFD4-AC4643214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2705" y="1201861"/>
            <a:ext cx="173621" cy="173621"/>
          </a:xfrm>
          <a:prstGeom prst="rect">
            <a:avLst/>
          </a:prstGeom>
        </p:spPr>
      </p:pic>
      <p:pic>
        <p:nvPicPr>
          <p:cNvPr id="10" name="Graphic 9" descr="Email">
            <a:extLst>
              <a:ext uri="{FF2B5EF4-FFF2-40B4-BE49-F238E27FC236}">
                <a16:creationId xmlns:a16="http://schemas.microsoft.com/office/drawing/2014/main" id="{DD120F9F-8AAC-4A2A-AD79-5EE042AAB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46562" y="862940"/>
            <a:ext cx="153705" cy="153705"/>
          </a:xfrm>
          <a:prstGeom prst="rect">
            <a:avLst/>
          </a:prstGeom>
        </p:spPr>
      </p:pic>
      <p:pic>
        <p:nvPicPr>
          <p:cNvPr id="11" name="Graphic 10" descr="Employee badge">
            <a:extLst>
              <a:ext uri="{FF2B5EF4-FFF2-40B4-BE49-F238E27FC236}">
                <a16:creationId xmlns:a16="http://schemas.microsoft.com/office/drawing/2014/main" id="{9B624A11-7758-1DCC-8A4D-70F323E57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54995" y="1551008"/>
            <a:ext cx="162002" cy="1620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2A4F55-1373-4D4C-C4AD-59D661AB4FE6}"/>
              </a:ext>
            </a:extLst>
          </p:cNvPr>
          <p:cNvSpPr txBox="1"/>
          <p:nvPr/>
        </p:nvSpPr>
        <p:spPr>
          <a:xfrm>
            <a:off x="767103" y="833660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rawatmadhurima4@gmail.com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248E67-4742-E5DD-CFCC-833B6AB89768}"/>
              </a:ext>
            </a:extLst>
          </p:cNvPr>
          <p:cNvSpPr txBox="1"/>
          <p:nvPr/>
        </p:nvSpPr>
        <p:spPr>
          <a:xfrm>
            <a:off x="772726" y="1180969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https://madhurimarawat.github.io/Portfolio-Website/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9171F-36EB-75EC-5612-EF0D080C649C}"/>
              </a:ext>
            </a:extLst>
          </p:cNvPr>
          <p:cNvSpPr txBox="1"/>
          <p:nvPr/>
        </p:nvSpPr>
        <p:spPr>
          <a:xfrm>
            <a:off x="776469" y="1540397"/>
            <a:ext cx="230625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" dirty="0">
                <a:latin typeface="Arial" panose="020B0604020202020204" pitchFamily="34" charset="0"/>
                <a:cs typeface="Arial" panose="020B0604020202020204" pitchFamily="34" charset="0"/>
              </a:rPr>
              <a:t>https://www.linkedin.com/in/madhurima-rawat</a:t>
            </a:r>
          </a:p>
        </p:txBody>
      </p:sp>
    </p:spTree>
    <p:extLst>
      <p:ext uri="{BB962C8B-B14F-4D97-AF65-F5344CB8AC3E}">
        <p14:creationId xmlns:p14="http://schemas.microsoft.com/office/powerpoint/2010/main" val="1165541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5D27-DD1B-1D47-36AF-35EFD960C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D7A3D6F-DC32-07E1-C752-D04D46846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40622" y="31040"/>
            <a:ext cx="2451221" cy="1046766"/>
          </a:xfrm>
        </p:spPr>
        <p:txBody>
          <a:bodyPr>
            <a:noAutofit/>
          </a:bodyPr>
          <a:lstStyle/>
          <a:p>
            <a:r>
              <a:rPr lang="en-IN" sz="48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M</a:t>
            </a:r>
            <a:r>
              <a:rPr lang="en-IN" sz="14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</a:t>
            </a:r>
            <a:r>
              <a:rPr lang="en-IN" sz="4800" dirty="0">
                <a:ln>
                  <a:solidFill>
                    <a:schemeClr val="bg2"/>
                  </a:solidFill>
                </a:ln>
                <a:solidFill>
                  <a:schemeClr val="tx1">
                    <a:alpha val="82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56200-5ACA-DF87-7B33-C33DDF34A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11661" y="1313108"/>
            <a:ext cx="3032567" cy="320077"/>
          </a:xfrm>
        </p:spPr>
        <p:txBody>
          <a:bodyPr>
            <a:normAutofit/>
          </a:bodyPr>
          <a:lstStyle/>
          <a:p>
            <a:r>
              <a:rPr lang="en-IN" sz="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Learning With Purpose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102A32D-D0D2-C04C-27AE-83D4E1877766}"/>
              </a:ext>
            </a:extLst>
          </p:cNvPr>
          <p:cNvSpPr txBox="1">
            <a:spLocks/>
          </p:cNvSpPr>
          <p:nvPr/>
        </p:nvSpPr>
        <p:spPr>
          <a:xfrm>
            <a:off x="-698128" y="1052125"/>
            <a:ext cx="3032567" cy="320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40304" rtl="0" eaLnBrk="1" latinLnBrk="0" hangingPunct="1">
              <a:lnSpc>
                <a:spcPct val="90000"/>
              </a:lnSpc>
              <a:spcBef>
                <a:spcPts val="263"/>
              </a:spcBef>
              <a:buFont typeface="Arial" panose="020B0604020202020204" pitchFamily="34" charset="0"/>
              <a:buNone/>
              <a:defRPr sz="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152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5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0304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456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0609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0761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913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41065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61217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i="1" dirty="0"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Madhurima Rawat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45CC90-46AB-370C-7D48-E33188F1D462}"/>
              </a:ext>
            </a:extLst>
          </p:cNvPr>
          <p:cNvCxnSpPr>
            <a:cxnSpLocks/>
          </p:cNvCxnSpPr>
          <p:nvPr/>
        </p:nvCxnSpPr>
        <p:spPr>
          <a:xfrm>
            <a:off x="1665838" y="395335"/>
            <a:ext cx="0" cy="107736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Subtitle 2">
            <a:extLst>
              <a:ext uri="{FF2B5EF4-FFF2-40B4-BE49-F238E27FC236}">
                <a16:creationId xmlns:a16="http://schemas.microsoft.com/office/drawing/2014/main" id="{31DE8584-8D9D-DCEF-F873-AEF6E1FA0047}"/>
              </a:ext>
            </a:extLst>
          </p:cNvPr>
          <p:cNvSpPr txBox="1">
            <a:spLocks/>
          </p:cNvSpPr>
          <p:nvPr/>
        </p:nvSpPr>
        <p:spPr>
          <a:xfrm>
            <a:off x="923863" y="1320976"/>
            <a:ext cx="3032567" cy="320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40304" rtl="0" eaLnBrk="1" latinLnBrk="0" hangingPunct="1">
              <a:lnSpc>
                <a:spcPct val="90000"/>
              </a:lnSpc>
              <a:spcBef>
                <a:spcPts val="263"/>
              </a:spcBef>
              <a:buFont typeface="Arial" panose="020B0604020202020204" pitchFamily="34" charset="0"/>
              <a:buNone/>
              <a:defRPr sz="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0152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5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0304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456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0609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00761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913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41065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61217" indent="0" algn="ctr" defTabSz="240304" rtl="0" eaLnBrk="1" latinLnBrk="0" hangingPunct="1">
              <a:lnSpc>
                <a:spcPct val="90000"/>
              </a:lnSpc>
              <a:spcBef>
                <a:spcPts val="131"/>
              </a:spcBef>
              <a:buFont typeface="Arial" panose="020B0604020202020204" pitchFamily="34" charset="0"/>
              <a:buNone/>
              <a:defRPr sz="4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5700000" algn="tl">
                    <a:schemeClr val="accent6">
                      <a:lumMod val="40000"/>
                      <a:lumOff val="60000"/>
                      <a:alpha val="43000"/>
                    </a:schemeClr>
                  </a:outerShdw>
                </a:effectLst>
                <a:latin typeface="Constantia" panose="02030602050306030303" pitchFamily="18" charset="0"/>
                <a:cs typeface="Arial" panose="020B0604020202020204" pitchFamily="34" charset="0"/>
              </a:rPr>
              <a:t>Open to Conversations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5DA530-390B-DCB8-6114-8F608FBBC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4" y="401720"/>
            <a:ext cx="835021" cy="83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09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181</TotalTime>
  <Words>45</Words>
  <Application>Microsoft Office PowerPoint</Application>
  <PresentationFormat>Custom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Constantia</vt:lpstr>
      <vt:lpstr>Office Theme</vt:lpstr>
      <vt:lpstr>Madhurima Rawat</vt:lpstr>
      <vt:lpstr>M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69</cp:revision>
  <dcterms:created xsi:type="dcterms:W3CDTF">2026-03-28T06:25:12Z</dcterms:created>
  <dcterms:modified xsi:type="dcterms:W3CDTF">2026-09-09T13:15:02Z</dcterms:modified>
</cp:coreProperties>
</file>