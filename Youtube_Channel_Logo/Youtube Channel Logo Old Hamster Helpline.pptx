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3"/>
            <a:ext cx="914399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2" y="3602038"/>
            <a:ext cx="914399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34" indent="0" algn="ctr">
              <a:buNone/>
              <a:defRPr sz="2000"/>
            </a:lvl2pPr>
            <a:lvl3pPr marL="914466" indent="0" algn="ctr">
              <a:buNone/>
              <a:defRPr sz="1799"/>
            </a:lvl3pPr>
            <a:lvl4pPr marL="1371700" indent="0" algn="ctr">
              <a:buNone/>
              <a:defRPr sz="1601"/>
            </a:lvl4pPr>
            <a:lvl5pPr marL="1828932" indent="0" algn="ctr">
              <a:buNone/>
              <a:defRPr sz="1601"/>
            </a:lvl5pPr>
            <a:lvl6pPr marL="2286166" indent="0" algn="ctr">
              <a:buNone/>
              <a:defRPr sz="1601"/>
            </a:lvl6pPr>
            <a:lvl7pPr marL="2743400" indent="0" algn="ctr">
              <a:buNone/>
              <a:defRPr sz="1601"/>
            </a:lvl7pPr>
            <a:lvl8pPr marL="3200632" indent="0" algn="ctr">
              <a:buNone/>
              <a:defRPr sz="1601"/>
            </a:lvl8pPr>
            <a:lvl9pPr marL="3657866" indent="0" algn="ctr">
              <a:buNone/>
              <a:defRPr sz="1601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3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6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700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4pPr>
            <a:lvl5pPr marL="1828932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5pPr>
            <a:lvl6pPr marL="2286166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6pPr>
            <a:lvl7pPr marL="2743400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7pPr>
            <a:lvl8pPr marL="3200632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8pPr>
            <a:lvl9pPr marL="3657866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2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4" indent="0">
              <a:buNone/>
              <a:defRPr sz="2000" b="1"/>
            </a:lvl2pPr>
            <a:lvl3pPr marL="914466" indent="0">
              <a:buNone/>
              <a:defRPr sz="1799" b="1"/>
            </a:lvl3pPr>
            <a:lvl4pPr marL="1371700" indent="0">
              <a:buNone/>
              <a:defRPr sz="1601" b="1"/>
            </a:lvl4pPr>
            <a:lvl5pPr marL="1828932" indent="0">
              <a:buNone/>
              <a:defRPr sz="1601" b="1"/>
            </a:lvl5pPr>
            <a:lvl6pPr marL="2286166" indent="0">
              <a:buNone/>
              <a:defRPr sz="1601" b="1"/>
            </a:lvl6pPr>
            <a:lvl7pPr marL="2743400" indent="0">
              <a:buNone/>
              <a:defRPr sz="1601" b="1"/>
            </a:lvl7pPr>
            <a:lvl8pPr marL="3200632" indent="0">
              <a:buNone/>
              <a:defRPr sz="1601" b="1"/>
            </a:lvl8pPr>
            <a:lvl9pPr marL="365786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4" indent="0">
              <a:buNone/>
              <a:defRPr sz="2000" b="1"/>
            </a:lvl2pPr>
            <a:lvl3pPr marL="914466" indent="0">
              <a:buNone/>
              <a:defRPr sz="1799" b="1"/>
            </a:lvl3pPr>
            <a:lvl4pPr marL="1371700" indent="0">
              <a:buNone/>
              <a:defRPr sz="1601" b="1"/>
            </a:lvl4pPr>
            <a:lvl5pPr marL="1828932" indent="0">
              <a:buNone/>
              <a:defRPr sz="1601" b="1"/>
            </a:lvl5pPr>
            <a:lvl6pPr marL="2286166" indent="0">
              <a:buNone/>
              <a:defRPr sz="1601" b="1"/>
            </a:lvl6pPr>
            <a:lvl7pPr marL="2743400" indent="0">
              <a:buNone/>
              <a:defRPr sz="1601" b="1"/>
            </a:lvl7pPr>
            <a:lvl8pPr marL="3200632" indent="0">
              <a:buNone/>
              <a:defRPr sz="1601" b="1"/>
            </a:lvl8pPr>
            <a:lvl9pPr marL="365786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7" y="987427"/>
            <a:ext cx="6172201" cy="4873625"/>
          </a:xfrm>
        </p:spPr>
        <p:txBody>
          <a:bodyPr/>
          <a:lstStyle>
            <a:lvl1pPr>
              <a:defRPr sz="3201"/>
            </a:lvl1pPr>
            <a:lvl2pPr>
              <a:defRPr sz="2799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34" indent="0">
              <a:buNone/>
              <a:defRPr sz="1400"/>
            </a:lvl2pPr>
            <a:lvl3pPr marL="914466" indent="0">
              <a:buNone/>
              <a:defRPr sz="1201"/>
            </a:lvl3pPr>
            <a:lvl4pPr marL="1371700" indent="0">
              <a:buNone/>
              <a:defRPr sz="1000"/>
            </a:lvl4pPr>
            <a:lvl5pPr marL="1828932" indent="0">
              <a:buNone/>
              <a:defRPr sz="1000"/>
            </a:lvl5pPr>
            <a:lvl6pPr marL="2286166" indent="0">
              <a:buNone/>
              <a:defRPr sz="1000"/>
            </a:lvl6pPr>
            <a:lvl7pPr marL="2743400" indent="0">
              <a:buNone/>
              <a:defRPr sz="1000"/>
            </a:lvl7pPr>
            <a:lvl8pPr marL="3200632" indent="0">
              <a:buNone/>
              <a:defRPr sz="1000"/>
            </a:lvl8pPr>
            <a:lvl9pPr marL="365786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7" y="987427"/>
            <a:ext cx="6172201" cy="4873625"/>
          </a:xfrm>
        </p:spPr>
        <p:txBody>
          <a:bodyPr/>
          <a:lstStyle>
            <a:lvl1pPr marL="0" indent="0">
              <a:buNone/>
              <a:defRPr sz="3201"/>
            </a:lvl1pPr>
            <a:lvl2pPr marL="457234" indent="0">
              <a:buNone/>
              <a:defRPr sz="2799"/>
            </a:lvl2pPr>
            <a:lvl3pPr marL="914466" indent="0">
              <a:buNone/>
              <a:defRPr sz="2400"/>
            </a:lvl3pPr>
            <a:lvl4pPr marL="1371700" indent="0">
              <a:buNone/>
              <a:defRPr sz="2000"/>
            </a:lvl4pPr>
            <a:lvl5pPr marL="1828932" indent="0">
              <a:buNone/>
              <a:defRPr sz="2000"/>
            </a:lvl5pPr>
            <a:lvl6pPr marL="2286166" indent="0">
              <a:buNone/>
              <a:defRPr sz="2000"/>
            </a:lvl6pPr>
            <a:lvl7pPr marL="2743400" indent="0">
              <a:buNone/>
              <a:defRPr sz="2000"/>
            </a:lvl7pPr>
            <a:lvl8pPr marL="3200632" indent="0">
              <a:buNone/>
              <a:defRPr sz="2000"/>
            </a:lvl8pPr>
            <a:lvl9pPr marL="3657866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34" indent="0">
              <a:buNone/>
              <a:defRPr sz="1400"/>
            </a:lvl2pPr>
            <a:lvl3pPr marL="914466" indent="0">
              <a:buNone/>
              <a:defRPr sz="1201"/>
            </a:lvl3pPr>
            <a:lvl4pPr marL="1371700" indent="0">
              <a:buNone/>
              <a:defRPr sz="1000"/>
            </a:lvl4pPr>
            <a:lvl5pPr marL="1828932" indent="0">
              <a:buNone/>
              <a:defRPr sz="1000"/>
            </a:lvl5pPr>
            <a:lvl6pPr marL="2286166" indent="0">
              <a:buNone/>
              <a:defRPr sz="1000"/>
            </a:lvl6pPr>
            <a:lvl7pPr marL="2743400" indent="0">
              <a:buNone/>
              <a:defRPr sz="1000"/>
            </a:lvl7pPr>
            <a:lvl8pPr marL="3200632" indent="0">
              <a:buNone/>
              <a:defRPr sz="1000"/>
            </a:lvl8pPr>
            <a:lvl9pPr marL="365786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3"/>
            <a:ext cx="914399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2" y="3602038"/>
            <a:ext cx="914399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34" indent="0" algn="ctr">
              <a:buNone/>
              <a:defRPr sz="2000"/>
            </a:lvl2pPr>
            <a:lvl3pPr marL="914466" indent="0" algn="ctr">
              <a:buNone/>
              <a:defRPr sz="1799"/>
            </a:lvl3pPr>
            <a:lvl4pPr marL="1371700" indent="0" algn="ctr">
              <a:buNone/>
              <a:defRPr sz="1601"/>
            </a:lvl4pPr>
            <a:lvl5pPr marL="1828932" indent="0" algn="ctr">
              <a:buNone/>
              <a:defRPr sz="1601"/>
            </a:lvl5pPr>
            <a:lvl6pPr marL="2286166" indent="0" algn="ctr">
              <a:buNone/>
              <a:defRPr sz="1601"/>
            </a:lvl6pPr>
            <a:lvl7pPr marL="2743400" indent="0" algn="ctr">
              <a:buNone/>
              <a:defRPr sz="1601"/>
            </a:lvl7pPr>
            <a:lvl8pPr marL="3200632" indent="0" algn="ctr">
              <a:buNone/>
              <a:defRPr sz="1601"/>
            </a:lvl8pPr>
            <a:lvl9pPr marL="3657866" indent="0" algn="ctr">
              <a:buNone/>
              <a:defRPr sz="1601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3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6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700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4pPr>
            <a:lvl5pPr marL="1828932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5pPr>
            <a:lvl6pPr marL="2286166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6pPr>
            <a:lvl7pPr marL="2743400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7pPr>
            <a:lvl8pPr marL="3200632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8pPr>
            <a:lvl9pPr marL="3657866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2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4" indent="0">
              <a:buNone/>
              <a:defRPr sz="2000" b="1"/>
            </a:lvl2pPr>
            <a:lvl3pPr marL="914466" indent="0">
              <a:buNone/>
              <a:defRPr sz="1799" b="1"/>
            </a:lvl3pPr>
            <a:lvl4pPr marL="1371700" indent="0">
              <a:buNone/>
              <a:defRPr sz="1601" b="1"/>
            </a:lvl4pPr>
            <a:lvl5pPr marL="1828932" indent="0">
              <a:buNone/>
              <a:defRPr sz="1601" b="1"/>
            </a:lvl5pPr>
            <a:lvl6pPr marL="2286166" indent="0">
              <a:buNone/>
              <a:defRPr sz="1601" b="1"/>
            </a:lvl6pPr>
            <a:lvl7pPr marL="2743400" indent="0">
              <a:buNone/>
              <a:defRPr sz="1601" b="1"/>
            </a:lvl7pPr>
            <a:lvl8pPr marL="3200632" indent="0">
              <a:buNone/>
              <a:defRPr sz="1601" b="1"/>
            </a:lvl8pPr>
            <a:lvl9pPr marL="365786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4" indent="0">
              <a:buNone/>
              <a:defRPr sz="2000" b="1"/>
            </a:lvl2pPr>
            <a:lvl3pPr marL="914466" indent="0">
              <a:buNone/>
              <a:defRPr sz="1799" b="1"/>
            </a:lvl3pPr>
            <a:lvl4pPr marL="1371700" indent="0">
              <a:buNone/>
              <a:defRPr sz="1601" b="1"/>
            </a:lvl4pPr>
            <a:lvl5pPr marL="1828932" indent="0">
              <a:buNone/>
              <a:defRPr sz="1601" b="1"/>
            </a:lvl5pPr>
            <a:lvl6pPr marL="2286166" indent="0">
              <a:buNone/>
              <a:defRPr sz="1601" b="1"/>
            </a:lvl6pPr>
            <a:lvl7pPr marL="2743400" indent="0">
              <a:buNone/>
              <a:defRPr sz="1601" b="1"/>
            </a:lvl7pPr>
            <a:lvl8pPr marL="3200632" indent="0">
              <a:buNone/>
              <a:defRPr sz="1601" b="1"/>
            </a:lvl8pPr>
            <a:lvl9pPr marL="3657866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7" y="987427"/>
            <a:ext cx="6172201" cy="4873625"/>
          </a:xfrm>
        </p:spPr>
        <p:txBody>
          <a:bodyPr/>
          <a:lstStyle>
            <a:lvl1pPr>
              <a:defRPr sz="3201"/>
            </a:lvl1pPr>
            <a:lvl2pPr>
              <a:defRPr sz="2799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34" indent="0">
              <a:buNone/>
              <a:defRPr sz="1400"/>
            </a:lvl2pPr>
            <a:lvl3pPr marL="914466" indent="0">
              <a:buNone/>
              <a:defRPr sz="1201"/>
            </a:lvl3pPr>
            <a:lvl4pPr marL="1371700" indent="0">
              <a:buNone/>
              <a:defRPr sz="1000"/>
            </a:lvl4pPr>
            <a:lvl5pPr marL="1828932" indent="0">
              <a:buNone/>
              <a:defRPr sz="1000"/>
            </a:lvl5pPr>
            <a:lvl6pPr marL="2286166" indent="0">
              <a:buNone/>
              <a:defRPr sz="1000"/>
            </a:lvl6pPr>
            <a:lvl7pPr marL="2743400" indent="0">
              <a:buNone/>
              <a:defRPr sz="1000"/>
            </a:lvl7pPr>
            <a:lvl8pPr marL="3200632" indent="0">
              <a:buNone/>
              <a:defRPr sz="1000"/>
            </a:lvl8pPr>
            <a:lvl9pPr marL="365786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7" y="987427"/>
            <a:ext cx="6172201" cy="4873625"/>
          </a:xfrm>
        </p:spPr>
        <p:txBody>
          <a:bodyPr/>
          <a:lstStyle>
            <a:lvl1pPr marL="0" indent="0">
              <a:buNone/>
              <a:defRPr sz="3201"/>
            </a:lvl1pPr>
            <a:lvl2pPr marL="457234" indent="0">
              <a:buNone/>
              <a:defRPr sz="2799"/>
            </a:lvl2pPr>
            <a:lvl3pPr marL="914466" indent="0">
              <a:buNone/>
              <a:defRPr sz="2400"/>
            </a:lvl3pPr>
            <a:lvl4pPr marL="1371700" indent="0">
              <a:buNone/>
              <a:defRPr sz="2000"/>
            </a:lvl4pPr>
            <a:lvl5pPr marL="1828932" indent="0">
              <a:buNone/>
              <a:defRPr sz="2000"/>
            </a:lvl5pPr>
            <a:lvl6pPr marL="2286166" indent="0">
              <a:buNone/>
              <a:defRPr sz="2000"/>
            </a:lvl6pPr>
            <a:lvl7pPr marL="2743400" indent="0">
              <a:buNone/>
              <a:defRPr sz="2000"/>
            </a:lvl7pPr>
            <a:lvl8pPr marL="3200632" indent="0">
              <a:buNone/>
              <a:defRPr sz="2000"/>
            </a:lvl8pPr>
            <a:lvl9pPr marL="3657866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34" indent="0">
              <a:buNone/>
              <a:defRPr sz="1400"/>
            </a:lvl2pPr>
            <a:lvl3pPr marL="914466" indent="0">
              <a:buNone/>
              <a:defRPr sz="1201"/>
            </a:lvl3pPr>
            <a:lvl4pPr marL="1371700" indent="0">
              <a:buNone/>
              <a:defRPr sz="1000"/>
            </a:lvl4pPr>
            <a:lvl5pPr marL="1828932" indent="0">
              <a:buNone/>
              <a:defRPr sz="1000"/>
            </a:lvl5pPr>
            <a:lvl6pPr marL="2286166" indent="0">
              <a:buNone/>
              <a:defRPr sz="1000"/>
            </a:lvl6pPr>
            <a:lvl7pPr marL="2743400" indent="0">
              <a:buNone/>
              <a:defRPr sz="1000"/>
            </a:lvl7pPr>
            <a:lvl8pPr marL="3200632" indent="0">
              <a:buNone/>
              <a:defRPr sz="1000"/>
            </a:lvl8pPr>
            <a:lvl9pPr marL="365786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199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6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7" indent="-228617" algn="l" defTabSz="91446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849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83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17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549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783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5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9249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6483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234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466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700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932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6166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400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632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866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199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AEB67-4A13-4BA5-8118-8760DB3FD8F6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4E888-2BC6-4CF0-A164-1CC3C1869CA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6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7" indent="-228617" algn="l" defTabSz="91446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849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83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17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549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783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5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9249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6483" indent="-228617" algn="l" defTabSz="914466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234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466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700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932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6166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400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632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866" algn="l" defTabSz="9144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75373" y="1160307"/>
            <a:ext cx="6832654" cy="7694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1" rIns="91440" bIns="45721">
            <a:spAutoFit/>
          </a:bodyPr>
          <a:lstStyle/>
          <a:p>
            <a:pPr algn="ctr"/>
            <a:r>
              <a:rPr lang="en-IN" sz="4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2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lgerian" panose="04020705040A02060702" pitchFamily="82" charset="0"/>
              </a:rPr>
              <a:t>HAMSTER HELPLINE</a:t>
            </a:r>
            <a:endParaRPr lang="en-IN" sz="44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accent2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0227" y="2102960"/>
            <a:ext cx="3491565" cy="349156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75373" y="1160307"/>
            <a:ext cx="6832654" cy="7694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1" rIns="91440" bIns="45721">
            <a:spAutoFit/>
          </a:bodyPr>
          <a:lstStyle/>
          <a:p>
            <a:pPr algn="ctr"/>
            <a:r>
              <a:rPr lang="en-IN" sz="4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2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lgerian" panose="04020705040A02060702" pitchFamily="82" charset="0"/>
              </a:rPr>
              <a:t>HAMSTER HELPLINE</a:t>
            </a:r>
            <a:endParaRPr lang="en-IN" sz="44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accent2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50227" y="2102960"/>
            <a:ext cx="3491565" cy="349156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Algerian</vt:lpstr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Madhurima Rawat</dc:creator>
  <cp:lastModifiedBy>Madhurima Rawat</cp:lastModifiedBy>
  <cp:revision>18</cp:revision>
  <dcterms:created xsi:type="dcterms:W3CDTF">2025-03-13T08:04:00Z</dcterms:created>
  <dcterms:modified xsi:type="dcterms:W3CDTF">2025-04-29T15:48:41Z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D0D21017F02E449E99095A435B4F7FC7_12</vt:lpwstr>
  </property>
  <property fmtid="{D5CDD505-2E9C-101B-9397-08002B2CF9AE}" pid="3" name="KSOProductBuildVer">
    <vt:lpwstr>1033-12.2.0.20326</vt:lpwstr>
  </property>
</Properties>
</file>