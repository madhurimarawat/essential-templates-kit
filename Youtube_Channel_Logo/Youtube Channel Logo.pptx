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1F3F54-4FDE-41E1-AF3B-44B923CC1BA2}" type="doc">
      <dgm:prSet loTypeId="urn:microsoft.com/office/officeart/2005/8/layout/matrix3" loCatId="matrix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5508637B-A6ED-4362-BDDB-5534150FFC91}">
      <dgm:prSet/>
      <dgm:spPr/>
      <dgm:t>
        <a:bodyPr/>
        <a:lstStyle/>
        <a:p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r>
            <a:rPr lang="en-US" b="1" dirty="0">
              <a:solidFill>
                <a:schemeClr val="tx1">
                  <a:lumMod val="75000"/>
                  <a:lumOff val="25000"/>
                </a:schemeClr>
              </a:solidFill>
            </a:rPr>
            <a:t>Debugging </a:t>
          </a:r>
          <a:endParaRPr lang="en-IN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DCC62450-D2FD-4CA0-81F3-DD96434BF7A8}" type="parTrans" cxnId="{2309C28A-A89B-4E65-B9D1-889B08679328}">
      <dgm:prSet/>
      <dgm:spPr/>
      <dgm:t>
        <a:bodyPr/>
        <a:lstStyle/>
        <a:p>
          <a:endParaRPr lang="en-IN"/>
        </a:p>
      </dgm:t>
    </dgm:pt>
    <dgm:pt modelId="{776CD3A3-0CA1-4547-BDBB-6E1FBD79A97F}" type="sibTrans" cxnId="{2309C28A-A89B-4E65-B9D1-889B08679328}">
      <dgm:prSet/>
      <dgm:spPr/>
      <dgm:t>
        <a:bodyPr/>
        <a:lstStyle/>
        <a:p>
          <a:endParaRPr lang="en-IN"/>
        </a:p>
      </dgm:t>
    </dgm:pt>
    <dgm:pt modelId="{0610FE69-0F93-4A69-A127-E6B6C38F52E0}">
      <dgm:prSet/>
      <dgm:spPr/>
      <dgm:t>
        <a:bodyPr/>
        <a:lstStyle/>
        <a:p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r>
            <a:rPr lang="en-US" b="1" dirty="0">
              <a:solidFill>
                <a:schemeClr val="tx1">
                  <a:lumMod val="75000"/>
                  <a:lumOff val="25000"/>
                </a:schemeClr>
              </a:solidFill>
            </a:rPr>
            <a:t>Quizzes </a:t>
          </a:r>
          <a:endParaRPr lang="en-IN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C67DAACA-F36E-4AA3-A6DD-5A68D0BD3911}" type="parTrans" cxnId="{A5F57C45-EAFE-4352-94A5-E497A7044254}">
      <dgm:prSet/>
      <dgm:spPr/>
      <dgm:t>
        <a:bodyPr/>
        <a:lstStyle/>
        <a:p>
          <a:endParaRPr lang="en-IN"/>
        </a:p>
      </dgm:t>
    </dgm:pt>
    <dgm:pt modelId="{AD9E2FD5-DC34-46A7-8944-0BBB466B41F7}" type="sibTrans" cxnId="{A5F57C45-EAFE-4352-94A5-E497A7044254}">
      <dgm:prSet/>
      <dgm:spPr/>
      <dgm:t>
        <a:bodyPr/>
        <a:lstStyle/>
        <a:p>
          <a:endParaRPr lang="en-IN"/>
        </a:p>
      </dgm:t>
    </dgm:pt>
    <dgm:pt modelId="{5FDF31B0-1B26-4916-82BC-2E28C6663DA0}">
      <dgm:prSet/>
      <dgm:spPr/>
      <dgm:t>
        <a:bodyPr/>
        <a:lstStyle/>
        <a:p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r>
            <a:rPr lang="en-US" b="1" dirty="0">
              <a:solidFill>
                <a:schemeClr val="tx1">
                  <a:lumMod val="75000"/>
                  <a:lumOff val="25000"/>
                </a:schemeClr>
              </a:solidFill>
            </a:rPr>
            <a:t>Tutorials  </a:t>
          </a:r>
          <a:endParaRPr lang="en-IN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B000D4FB-6B58-4A39-A76E-A282C5C08186}" type="parTrans" cxnId="{206DB343-DCE1-4BD2-AB86-EB6A67F681BF}">
      <dgm:prSet/>
      <dgm:spPr/>
      <dgm:t>
        <a:bodyPr/>
        <a:lstStyle/>
        <a:p>
          <a:endParaRPr lang="en-IN"/>
        </a:p>
      </dgm:t>
    </dgm:pt>
    <dgm:pt modelId="{21FDF55C-BA0E-44E5-A774-B319893BE664}" type="sibTrans" cxnId="{206DB343-DCE1-4BD2-AB86-EB6A67F681BF}">
      <dgm:prSet/>
      <dgm:spPr/>
      <dgm:t>
        <a:bodyPr/>
        <a:lstStyle/>
        <a:p>
          <a:endParaRPr lang="en-IN"/>
        </a:p>
      </dgm:t>
    </dgm:pt>
    <dgm:pt modelId="{9DBF42A9-C5A2-4647-BBFE-5DD0AE113E3B}">
      <dgm:prSet/>
      <dgm:spPr/>
      <dgm:t>
        <a:bodyPr/>
        <a:lstStyle/>
        <a:p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r>
            <a:rPr lang="en-US" b="1" dirty="0">
              <a:solidFill>
                <a:schemeClr val="tx1">
                  <a:lumMod val="75000"/>
                  <a:lumOff val="25000"/>
                </a:schemeClr>
              </a:solidFill>
            </a:rPr>
            <a:t>Projects</a:t>
          </a:r>
          <a:endParaRPr lang="en-IN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D3F18681-90A2-4511-BD00-DFE9B609FBE1}" type="parTrans" cxnId="{288F7157-1CA8-4D6F-A186-E6E68512BF9A}">
      <dgm:prSet/>
      <dgm:spPr/>
      <dgm:t>
        <a:bodyPr/>
        <a:lstStyle/>
        <a:p>
          <a:endParaRPr lang="en-IN"/>
        </a:p>
      </dgm:t>
    </dgm:pt>
    <dgm:pt modelId="{678A9EC4-A691-4E4C-9F9F-1EE9FA9FACFE}" type="sibTrans" cxnId="{288F7157-1CA8-4D6F-A186-E6E68512BF9A}">
      <dgm:prSet/>
      <dgm:spPr/>
      <dgm:t>
        <a:bodyPr/>
        <a:lstStyle/>
        <a:p>
          <a:endParaRPr lang="en-IN"/>
        </a:p>
      </dgm:t>
    </dgm:pt>
    <dgm:pt modelId="{233606AA-DE0F-4FA0-8464-B11FD579F7CA}" type="pres">
      <dgm:prSet presAssocID="{331F3F54-4FDE-41E1-AF3B-44B923CC1BA2}" presName="matrix" presStyleCnt="0">
        <dgm:presLayoutVars>
          <dgm:chMax val="1"/>
          <dgm:dir/>
          <dgm:resizeHandles val="exact"/>
        </dgm:presLayoutVars>
      </dgm:prSet>
      <dgm:spPr/>
    </dgm:pt>
    <dgm:pt modelId="{63662E74-8944-4DEB-BAFA-E8F5DCE2AFFD}" type="pres">
      <dgm:prSet presAssocID="{331F3F54-4FDE-41E1-AF3B-44B923CC1BA2}" presName="diamond" presStyleLbl="bgShp" presStyleIdx="0" presStyleCnt="1"/>
      <dgm:spPr/>
    </dgm:pt>
    <dgm:pt modelId="{B0CC9588-DD26-440C-9CF4-4E6048952E11}" type="pres">
      <dgm:prSet presAssocID="{331F3F54-4FDE-41E1-AF3B-44B923CC1BA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4383CCF-DCD7-41B3-8D79-A0CD18C310A0}" type="pres">
      <dgm:prSet presAssocID="{331F3F54-4FDE-41E1-AF3B-44B923CC1BA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998709B-CC95-44CB-9D7D-BD81C05363AC}" type="pres">
      <dgm:prSet presAssocID="{331F3F54-4FDE-41E1-AF3B-44B923CC1BA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A40C29C-71EC-419B-894E-DAEF698CB915}" type="pres">
      <dgm:prSet presAssocID="{331F3F54-4FDE-41E1-AF3B-44B923CC1BA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06DB343-DCE1-4BD2-AB86-EB6A67F681BF}" srcId="{331F3F54-4FDE-41E1-AF3B-44B923CC1BA2}" destId="{5FDF31B0-1B26-4916-82BC-2E28C6663DA0}" srcOrd="2" destOrd="0" parTransId="{B000D4FB-6B58-4A39-A76E-A282C5C08186}" sibTransId="{21FDF55C-BA0E-44E5-A774-B319893BE664}"/>
    <dgm:cxn modelId="{A5F57C45-EAFE-4352-94A5-E497A7044254}" srcId="{331F3F54-4FDE-41E1-AF3B-44B923CC1BA2}" destId="{0610FE69-0F93-4A69-A127-E6B6C38F52E0}" srcOrd="1" destOrd="0" parTransId="{C67DAACA-F36E-4AA3-A6DD-5A68D0BD3911}" sibTransId="{AD9E2FD5-DC34-46A7-8944-0BBB466B41F7}"/>
    <dgm:cxn modelId="{04FA066D-8962-4D63-A7D4-2E6698BA1B9A}" type="presOf" srcId="{5508637B-A6ED-4362-BDDB-5534150FFC91}" destId="{B0CC9588-DD26-440C-9CF4-4E6048952E11}" srcOrd="0" destOrd="0" presId="urn:microsoft.com/office/officeart/2005/8/layout/matrix3"/>
    <dgm:cxn modelId="{3FB85F50-52DF-4EF1-B346-62AF1FAF68A5}" type="presOf" srcId="{0610FE69-0F93-4A69-A127-E6B6C38F52E0}" destId="{94383CCF-DCD7-41B3-8D79-A0CD18C310A0}" srcOrd="0" destOrd="0" presId="urn:microsoft.com/office/officeart/2005/8/layout/matrix3"/>
    <dgm:cxn modelId="{288F7157-1CA8-4D6F-A186-E6E68512BF9A}" srcId="{331F3F54-4FDE-41E1-AF3B-44B923CC1BA2}" destId="{9DBF42A9-C5A2-4647-BBFE-5DD0AE113E3B}" srcOrd="3" destOrd="0" parTransId="{D3F18681-90A2-4511-BD00-DFE9B609FBE1}" sibTransId="{678A9EC4-A691-4E4C-9F9F-1EE9FA9FACFE}"/>
    <dgm:cxn modelId="{B2AC6581-6284-4960-A91A-527171E811CA}" type="presOf" srcId="{5FDF31B0-1B26-4916-82BC-2E28C6663DA0}" destId="{3998709B-CC95-44CB-9D7D-BD81C05363AC}" srcOrd="0" destOrd="0" presId="urn:microsoft.com/office/officeart/2005/8/layout/matrix3"/>
    <dgm:cxn modelId="{2309C28A-A89B-4E65-B9D1-889B08679328}" srcId="{331F3F54-4FDE-41E1-AF3B-44B923CC1BA2}" destId="{5508637B-A6ED-4362-BDDB-5534150FFC91}" srcOrd="0" destOrd="0" parTransId="{DCC62450-D2FD-4CA0-81F3-DD96434BF7A8}" sibTransId="{776CD3A3-0CA1-4547-BDBB-6E1FBD79A97F}"/>
    <dgm:cxn modelId="{671DDCA2-FE06-4142-B7F4-03DD90BA23BB}" type="presOf" srcId="{331F3F54-4FDE-41E1-AF3B-44B923CC1BA2}" destId="{233606AA-DE0F-4FA0-8464-B11FD579F7CA}" srcOrd="0" destOrd="0" presId="urn:microsoft.com/office/officeart/2005/8/layout/matrix3"/>
    <dgm:cxn modelId="{845D42CA-1B8F-4BB1-A73F-F25A4EA0EAA1}" type="presOf" srcId="{9DBF42A9-C5A2-4647-BBFE-5DD0AE113E3B}" destId="{6A40C29C-71EC-419B-894E-DAEF698CB915}" srcOrd="0" destOrd="0" presId="urn:microsoft.com/office/officeart/2005/8/layout/matrix3"/>
    <dgm:cxn modelId="{35868810-A43E-42AF-AA6E-FB0BEE4C534C}" type="presParOf" srcId="{233606AA-DE0F-4FA0-8464-B11FD579F7CA}" destId="{63662E74-8944-4DEB-BAFA-E8F5DCE2AFFD}" srcOrd="0" destOrd="0" presId="urn:microsoft.com/office/officeart/2005/8/layout/matrix3"/>
    <dgm:cxn modelId="{4BF9F0E8-D77A-4AF2-910B-8D691DD4680C}" type="presParOf" srcId="{233606AA-DE0F-4FA0-8464-B11FD579F7CA}" destId="{B0CC9588-DD26-440C-9CF4-4E6048952E11}" srcOrd="1" destOrd="0" presId="urn:microsoft.com/office/officeart/2005/8/layout/matrix3"/>
    <dgm:cxn modelId="{EE82CC07-98D8-4481-82EA-25A3D38F10EB}" type="presParOf" srcId="{233606AA-DE0F-4FA0-8464-B11FD579F7CA}" destId="{94383CCF-DCD7-41B3-8D79-A0CD18C310A0}" srcOrd="2" destOrd="0" presId="urn:microsoft.com/office/officeart/2005/8/layout/matrix3"/>
    <dgm:cxn modelId="{B4822B5A-4FD2-411F-A049-F7DB07A34CA2}" type="presParOf" srcId="{233606AA-DE0F-4FA0-8464-B11FD579F7CA}" destId="{3998709B-CC95-44CB-9D7D-BD81C05363AC}" srcOrd="3" destOrd="0" presId="urn:microsoft.com/office/officeart/2005/8/layout/matrix3"/>
    <dgm:cxn modelId="{A30A255D-A8DF-4CAA-84A1-0651098FCD40}" type="presParOf" srcId="{233606AA-DE0F-4FA0-8464-B11FD579F7CA}" destId="{6A40C29C-71EC-419B-894E-DAEF698CB91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662E74-8944-4DEB-BAFA-E8F5DCE2AFFD}">
      <dsp:nvSpPr>
        <dsp:cNvPr id="0" name=""/>
        <dsp:cNvSpPr/>
      </dsp:nvSpPr>
      <dsp:spPr>
        <a:xfrm>
          <a:off x="3097505" y="0"/>
          <a:ext cx="5017273" cy="5017273"/>
        </a:xfrm>
        <a:prstGeom prst="diamond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CC9588-DD26-440C-9CF4-4E6048952E11}">
      <dsp:nvSpPr>
        <dsp:cNvPr id="0" name=""/>
        <dsp:cNvSpPr/>
      </dsp:nvSpPr>
      <dsp:spPr>
        <a:xfrm>
          <a:off x="3574146" y="476640"/>
          <a:ext cx="1956736" cy="195673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Debugging </a:t>
          </a:r>
          <a:endParaRPr lang="en-IN" sz="27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3669666" y="572160"/>
        <a:ext cx="1765696" cy="1765696"/>
      </dsp:txXfrm>
    </dsp:sp>
    <dsp:sp modelId="{94383CCF-DCD7-41B3-8D79-A0CD18C310A0}">
      <dsp:nvSpPr>
        <dsp:cNvPr id="0" name=""/>
        <dsp:cNvSpPr/>
      </dsp:nvSpPr>
      <dsp:spPr>
        <a:xfrm>
          <a:off x="5681401" y="476640"/>
          <a:ext cx="1956736" cy="1956736"/>
        </a:xfrm>
        <a:prstGeom prst="roundRect">
          <a:avLst/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Quizzes </a:t>
          </a:r>
          <a:endParaRPr lang="en-IN" sz="27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5776921" y="572160"/>
        <a:ext cx="1765696" cy="1765696"/>
      </dsp:txXfrm>
    </dsp:sp>
    <dsp:sp modelId="{3998709B-CC95-44CB-9D7D-BD81C05363AC}">
      <dsp:nvSpPr>
        <dsp:cNvPr id="0" name=""/>
        <dsp:cNvSpPr/>
      </dsp:nvSpPr>
      <dsp:spPr>
        <a:xfrm>
          <a:off x="3574146" y="2583895"/>
          <a:ext cx="1956736" cy="1956736"/>
        </a:xfrm>
        <a:prstGeom prst="roundRect">
          <a:avLst/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Tutorials  </a:t>
          </a:r>
          <a:endParaRPr lang="en-IN" sz="27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3669666" y="2679415"/>
        <a:ext cx="1765696" cy="1765696"/>
      </dsp:txXfrm>
    </dsp:sp>
    <dsp:sp modelId="{6A40C29C-71EC-419B-894E-DAEF698CB915}">
      <dsp:nvSpPr>
        <dsp:cNvPr id="0" name=""/>
        <dsp:cNvSpPr/>
      </dsp:nvSpPr>
      <dsp:spPr>
        <a:xfrm>
          <a:off x="5681401" y="2583895"/>
          <a:ext cx="1956736" cy="1956736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Projects</a:t>
          </a:r>
          <a:endParaRPr lang="en-IN" sz="27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5776921" y="2679415"/>
        <a:ext cx="1765696" cy="17656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1A42-B1CA-ED35-CF04-0D373812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2" y="1122363"/>
            <a:ext cx="914399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0EADA0-4F1E-F8C1-CE3A-DB2073C46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2" y="3602038"/>
            <a:ext cx="914399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34" indent="0" algn="ctr">
              <a:buNone/>
              <a:defRPr sz="2000"/>
            </a:lvl2pPr>
            <a:lvl3pPr marL="914466" indent="0" algn="ctr">
              <a:buNone/>
              <a:defRPr sz="1799"/>
            </a:lvl3pPr>
            <a:lvl4pPr marL="1371700" indent="0" algn="ctr">
              <a:buNone/>
              <a:defRPr sz="1601"/>
            </a:lvl4pPr>
            <a:lvl5pPr marL="1828932" indent="0" algn="ctr">
              <a:buNone/>
              <a:defRPr sz="1601"/>
            </a:lvl5pPr>
            <a:lvl6pPr marL="2286166" indent="0" algn="ctr">
              <a:buNone/>
              <a:defRPr sz="1601"/>
            </a:lvl6pPr>
            <a:lvl7pPr marL="2743400" indent="0" algn="ctr">
              <a:buNone/>
              <a:defRPr sz="1601"/>
            </a:lvl7pPr>
            <a:lvl8pPr marL="3200632" indent="0" algn="ctr">
              <a:buNone/>
              <a:defRPr sz="1601"/>
            </a:lvl8pPr>
            <a:lvl9pPr marL="3657866" indent="0" algn="ctr">
              <a:buNone/>
              <a:defRPr sz="1601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C1EA5-3B05-E2D0-405E-77D05CD7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C5B8A-64D6-A0FE-2C9D-2C7226EA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E8629-7977-A17F-00AD-2D1C94D0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810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F2E50-6999-A93F-8DE6-FFC9F64A4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D9F67-3C77-04C5-3E0A-1A897D07C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C5968-2BFC-BAF7-6711-EAFC1CED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48CEC-7DAA-1392-CEB1-ED139FC3C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9A14C-DD1F-3213-B59F-0FE8BDD4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28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C0AE-A215-4DB4-0E3A-8986FF102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42DFE-30A3-EB5C-B5BE-EB9562331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3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6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700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4pPr>
            <a:lvl5pPr marL="1828932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5pPr>
            <a:lvl6pPr marL="2286166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6pPr>
            <a:lvl7pPr marL="2743400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7pPr>
            <a:lvl8pPr marL="3200632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8pPr>
            <a:lvl9pPr marL="3657866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98288-2764-B80D-5155-FF3E0841C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01B17-C6A9-B2BA-F21D-CE766E463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10221-35DF-CA16-073F-2992B6FE9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00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7FE5-ACD6-0C2E-E191-0540C6D35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6E65-FCFD-E654-C05C-4DDA8AA49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D9E08-6421-9DB5-4B3F-EE342B5FC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2D7D-8234-0C2F-4AAC-04C63666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01036-D300-0A9C-18AD-278F6D02C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CB364-FDE9-3F29-0599-94A9A74B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668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5971-6FE1-315C-E85A-9B2E47900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D5741-531F-F000-83E3-6F66E8A91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4" indent="0">
              <a:buNone/>
              <a:defRPr sz="2000" b="1"/>
            </a:lvl2pPr>
            <a:lvl3pPr marL="914466" indent="0">
              <a:buNone/>
              <a:defRPr sz="1799" b="1"/>
            </a:lvl3pPr>
            <a:lvl4pPr marL="1371700" indent="0">
              <a:buNone/>
              <a:defRPr sz="1601" b="1"/>
            </a:lvl4pPr>
            <a:lvl5pPr marL="1828932" indent="0">
              <a:buNone/>
              <a:defRPr sz="1601" b="1"/>
            </a:lvl5pPr>
            <a:lvl6pPr marL="2286166" indent="0">
              <a:buNone/>
              <a:defRPr sz="1601" b="1"/>
            </a:lvl6pPr>
            <a:lvl7pPr marL="2743400" indent="0">
              <a:buNone/>
              <a:defRPr sz="1601" b="1"/>
            </a:lvl7pPr>
            <a:lvl8pPr marL="3200632" indent="0">
              <a:buNone/>
              <a:defRPr sz="1601" b="1"/>
            </a:lvl8pPr>
            <a:lvl9pPr marL="365786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01C32-F8CE-BA63-DB51-FC7166366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2CEFA-25C3-44EC-2CA9-13CBFBB06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4" indent="0">
              <a:buNone/>
              <a:defRPr sz="2000" b="1"/>
            </a:lvl2pPr>
            <a:lvl3pPr marL="914466" indent="0">
              <a:buNone/>
              <a:defRPr sz="1799" b="1"/>
            </a:lvl3pPr>
            <a:lvl4pPr marL="1371700" indent="0">
              <a:buNone/>
              <a:defRPr sz="1601" b="1"/>
            </a:lvl4pPr>
            <a:lvl5pPr marL="1828932" indent="0">
              <a:buNone/>
              <a:defRPr sz="1601" b="1"/>
            </a:lvl5pPr>
            <a:lvl6pPr marL="2286166" indent="0">
              <a:buNone/>
              <a:defRPr sz="1601" b="1"/>
            </a:lvl6pPr>
            <a:lvl7pPr marL="2743400" indent="0">
              <a:buNone/>
              <a:defRPr sz="1601" b="1"/>
            </a:lvl7pPr>
            <a:lvl8pPr marL="3200632" indent="0">
              <a:buNone/>
              <a:defRPr sz="1601" b="1"/>
            </a:lvl8pPr>
            <a:lvl9pPr marL="365786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6A4AF7-EE84-4E11-DBA8-ECDCF8966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680CFA-3559-E3EB-76F7-FECADE5EA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47391-8E47-1009-0330-21CF7191A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19F5D-1EA1-A9BA-61A9-29E18E06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55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BF4A9-9C6F-BECE-F625-F0E5945E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81E8E-2352-BC55-60C8-E8B46BE1B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FFF5E-99CB-0822-3F71-28F33ED1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CE1A98-8A7F-FA6C-80A5-8BD991C8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48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4D683F-7E68-6D45-A219-E3687268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2B896-2433-A776-01E3-68D50EA4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22612-95AE-25EE-788E-11833FF7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875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6528-DFDF-2CD9-0FCF-95FB8397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C9468-23DB-2921-247E-D93F4D8CF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7"/>
            <a:ext cx="6172201" cy="4873625"/>
          </a:xfrm>
        </p:spPr>
        <p:txBody>
          <a:bodyPr/>
          <a:lstStyle>
            <a:lvl1pPr>
              <a:defRPr sz="3201"/>
            </a:lvl1pPr>
            <a:lvl2pPr>
              <a:defRPr sz="2799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00CA3-33B2-2F07-DD8B-8DF544BA0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34" indent="0">
              <a:buNone/>
              <a:defRPr sz="1400"/>
            </a:lvl2pPr>
            <a:lvl3pPr marL="914466" indent="0">
              <a:buNone/>
              <a:defRPr sz="1201"/>
            </a:lvl3pPr>
            <a:lvl4pPr marL="1371700" indent="0">
              <a:buNone/>
              <a:defRPr sz="1000"/>
            </a:lvl4pPr>
            <a:lvl5pPr marL="1828932" indent="0">
              <a:buNone/>
              <a:defRPr sz="1000"/>
            </a:lvl5pPr>
            <a:lvl6pPr marL="2286166" indent="0">
              <a:buNone/>
              <a:defRPr sz="1000"/>
            </a:lvl6pPr>
            <a:lvl7pPr marL="2743400" indent="0">
              <a:buNone/>
              <a:defRPr sz="1000"/>
            </a:lvl7pPr>
            <a:lvl8pPr marL="3200632" indent="0">
              <a:buNone/>
              <a:defRPr sz="1000"/>
            </a:lvl8pPr>
            <a:lvl9pPr marL="365786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888B5-6CBD-C6ED-AEE6-33321167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31CE9-6F12-20E5-A885-5CA0C0A8D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3BE81-4D2B-02E7-BD92-A6B7ED96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311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A74D1-7F60-AAE3-1AD7-1AE7210A9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B26B7-1095-48C3-0A33-C72875ABE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7"/>
            <a:ext cx="6172201" cy="4873625"/>
          </a:xfrm>
        </p:spPr>
        <p:txBody>
          <a:bodyPr/>
          <a:lstStyle>
            <a:lvl1pPr marL="0" indent="0">
              <a:buNone/>
              <a:defRPr sz="3201"/>
            </a:lvl1pPr>
            <a:lvl2pPr marL="457234" indent="0">
              <a:buNone/>
              <a:defRPr sz="2799"/>
            </a:lvl2pPr>
            <a:lvl3pPr marL="914466" indent="0">
              <a:buNone/>
              <a:defRPr sz="2400"/>
            </a:lvl3pPr>
            <a:lvl4pPr marL="1371700" indent="0">
              <a:buNone/>
              <a:defRPr sz="2000"/>
            </a:lvl4pPr>
            <a:lvl5pPr marL="1828932" indent="0">
              <a:buNone/>
              <a:defRPr sz="2000"/>
            </a:lvl5pPr>
            <a:lvl6pPr marL="2286166" indent="0">
              <a:buNone/>
              <a:defRPr sz="2000"/>
            </a:lvl6pPr>
            <a:lvl7pPr marL="2743400" indent="0">
              <a:buNone/>
              <a:defRPr sz="2000"/>
            </a:lvl7pPr>
            <a:lvl8pPr marL="3200632" indent="0">
              <a:buNone/>
              <a:defRPr sz="2000"/>
            </a:lvl8pPr>
            <a:lvl9pPr marL="3657866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EB124-DFB5-D158-49A5-016F5CEC6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34" indent="0">
              <a:buNone/>
              <a:defRPr sz="1400"/>
            </a:lvl2pPr>
            <a:lvl3pPr marL="914466" indent="0">
              <a:buNone/>
              <a:defRPr sz="1201"/>
            </a:lvl3pPr>
            <a:lvl4pPr marL="1371700" indent="0">
              <a:buNone/>
              <a:defRPr sz="1000"/>
            </a:lvl4pPr>
            <a:lvl5pPr marL="1828932" indent="0">
              <a:buNone/>
              <a:defRPr sz="1000"/>
            </a:lvl5pPr>
            <a:lvl6pPr marL="2286166" indent="0">
              <a:buNone/>
              <a:defRPr sz="1000"/>
            </a:lvl6pPr>
            <a:lvl7pPr marL="2743400" indent="0">
              <a:buNone/>
              <a:defRPr sz="1000"/>
            </a:lvl7pPr>
            <a:lvl8pPr marL="3200632" indent="0">
              <a:buNone/>
              <a:defRPr sz="1000"/>
            </a:lvl8pPr>
            <a:lvl9pPr marL="365786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BC14D-F591-F9F8-A51E-5A9B88E9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351C4-340A-8704-BF9C-86A431CE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54737-9482-E901-C7A4-97FE7C36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486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2435-E287-5E08-83D0-35CA5F3F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1B09D-E34F-0D8E-8143-4ED30A9BC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A4395-BDB5-82CA-571C-0B8A46CA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C7338-AA3A-DD2A-BF0B-B51DB922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CDE6F-6D6F-99CF-9A6D-9E5CAFCD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850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35512-3AB7-BEDF-5658-26001E033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F65C2-7A19-DE07-5E62-E77482242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6851F-65E0-6ED8-F47E-B4ABEE150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4DB-037E-1172-66DE-753F2DFD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19470-15CC-E8D5-3668-24A26C7F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492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D182E-1DB1-4B28-B1CA-19D0CEF06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738D6-923F-4515-7DA5-9E40B9AD2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B97A-F4CE-E52A-09A3-A0F8304D4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47059-B1DD-40AF-B05C-82A7ABFB7355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83E31-7886-B962-6706-419417B51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E9E6F-9368-14B0-BAF8-B104FA266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705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6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7" indent="-228617" algn="l" defTabSz="91446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849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83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17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549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783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5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9249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6483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234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466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700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932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6166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400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632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866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12" Type="http://schemas.openxmlformats.org/officeDocument/2006/relationships/image" Target="../media/image6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Relationship Id="rId1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5EC"/>
            </a:gs>
            <a:gs pos="74000">
              <a:srgbClr val="D4FC79"/>
            </a:gs>
            <a:gs pos="83000">
              <a:srgbClr val="96E6A1"/>
            </a:gs>
            <a:gs pos="100000">
              <a:srgbClr val="B5FFFC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F3C81-341C-EBBD-7287-AFC7F2CA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739781C-2B95-56A2-B7BC-1C1D8AD67D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1769087"/>
              </p:ext>
            </p:extLst>
          </p:nvPr>
        </p:nvGraphicFramePr>
        <p:xfrm>
          <a:off x="544286" y="1236507"/>
          <a:ext cx="11212285" cy="5017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raphic 4" descr="Bug under magnifying glass">
            <a:extLst>
              <a:ext uri="{FF2B5EF4-FFF2-40B4-BE49-F238E27FC236}">
                <a16:creationId xmlns:a16="http://schemas.microsoft.com/office/drawing/2014/main" id="{4FDDDDC3-FBCA-951B-F3AF-2C4F00CD16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04658" y="1872343"/>
            <a:ext cx="914400" cy="914400"/>
          </a:xfrm>
          <a:prstGeom prst="rect">
            <a:avLst/>
          </a:prstGeom>
        </p:spPr>
      </p:pic>
      <p:pic>
        <p:nvPicPr>
          <p:cNvPr id="9" name="Graphic 8" descr="Help">
            <a:extLst>
              <a:ext uri="{FF2B5EF4-FFF2-40B4-BE49-F238E27FC236}">
                <a16:creationId xmlns:a16="http://schemas.microsoft.com/office/drawing/2014/main" id="{31508F19-CF8F-ABE9-162B-C212D7A2B3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27372" y="1915886"/>
            <a:ext cx="827314" cy="827314"/>
          </a:xfrm>
          <a:prstGeom prst="rect">
            <a:avLst/>
          </a:prstGeom>
        </p:spPr>
      </p:pic>
      <p:pic>
        <p:nvPicPr>
          <p:cNvPr id="15" name="Graphic 14" descr="Classroom">
            <a:extLst>
              <a:ext uri="{FF2B5EF4-FFF2-40B4-BE49-F238E27FC236}">
                <a16:creationId xmlns:a16="http://schemas.microsoft.com/office/drawing/2014/main" id="{D147ABD5-4DD6-AE7B-3ED9-CCFD267BCC3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9972" y="3907971"/>
            <a:ext cx="914400" cy="914400"/>
          </a:xfrm>
          <a:prstGeom prst="rect">
            <a:avLst/>
          </a:prstGeom>
        </p:spPr>
      </p:pic>
      <p:pic>
        <p:nvPicPr>
          <p:cNvPr id="17" name="Graphic 16" descr="Puzzle pieces">
            <a:extLst>
              <a:ext uri="{FF2B5EF4-FFF2-40B4-BE49-F238E27FC236}">
                <a16:creationId xmlns:a16="http://schemas.microsoft.com/office/drawing/2014/main" id="{DDCBE4AF-E2A8-AC4B-DF31-1F0734C1D7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49143" y="395151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4585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2_Office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Madhurima Rawat</dc:creator>
  <cp:lastModifiedBy>Madhurima Rawat</cp:lastModifiedBy>
  <cp:revision>18</cp:revision>
  <dcterms:created xsi:type="dcterms:W3CDTF">2025-03-13T08:04:00Z</dcterms:created>
  <dcterms:modified xsi:type="dcterms:W3CDTF">2025-04-29T15:48:58Z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D0D21017F02E449E99095A435B4F7FC7_12</vt:lpwstr>
  </property>
  <property fmtid="{D5CDD505-2E9C-101B-9397-08002B2CF9AE}" pid="3" name="KSOProductBuildVer">
    <vt:lpwstr>1033-12.2.0.20326</vt:lpwstr>
  </property>
</Properties>
</file>