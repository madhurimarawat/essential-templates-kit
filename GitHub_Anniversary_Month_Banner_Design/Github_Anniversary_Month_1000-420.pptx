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3" r:id="rId2"/>
  </p:sldIdLst>
  <p:sldSz cx="9525000" cy="3998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9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B2FF"/>
    <a:srgbClr val="FF4DA6"/>
    <a:srgbClr val="B0005A"/>
    <a:srgbClr val="FFB3D9"/>
    <a:srgbClr val="D11A7A"/>
    <a:srgbClr val="FFE6F0"/>
    <a:srgbClr val="FF80BF"/>
    <a:srgbClr val="6EB6FF"/>
    <a:srgbClr val="1565C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8" y="164"/>
      </p:cViewPr>
      <p:guideLst>
        <p:guide orient="horz" pos="1259"/>
        <p:guide pos="30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5" y="654452"/>
            <a:ext cx="7143750" cy="1392214"/>
          </a:xfrm>
        </p:spPr>
        <p:txBody>
          <a:bodyPr anchor="b"/>
          <a:lstStyle>
            <a:lvl1pPr algn="ctr"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625" y="2100355"/>
            <a:ext cx="7143750" cy="96547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93" indent="0" algn="ctr">
              <a:buNone/>
              <a:defRPr sz="1166"/>
            </a:lvl2pPr>
            <a:lvl3pPr marL="533187" indent="0" algn="ctr">
              <a:buNone/>
              <a:defRPr sz="1050"/>
            </a:lvl3pPr>
            <a:lvl4pPr marL="799780" indent="0" algn="ctr">
              <a:buNone/>
              <a:defRPr sz="933"/>
            </a:lvl4pPr>
            <a:lvl5pPr marL="1066373" indent="0" algn="ctr">
              <a:buNone/>
              <a:defRPr sz="933"/>
            </a:lvl5pPr>
            <a:lvl6pPr marL="1332967" indent="0" algn="ctr">
              <a:buNone/>
              <a:defRPr sz="933"/>
            </a:lvl6pPr>
            <a:lvl7pPr marL="1599560" indent="0" algn="ctr">
              <a:buNone/>
              <a:defRPr sz="933"/>
            </a:lvl7pPr>
            <a:lvl8pPr marL="1866153" indent="0" algn="ctr">
              <a:buNone/>
              <a:defRPr sz="933"/>
            </a:lvl8pPr>
            <a:lvl9pPr marL="2132747" indent="0" algn="ctr">
              <a:buNone/>
              <a:defRPr sz="9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8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83" y="996952"/>
            <a:ext cx="8215313" cy="1663436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883" y="2676125"/>
            <a:ext cx="8215313" cy="874762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1pPr>
            <a:lvl2pPr marL="26659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18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79978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37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9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56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61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7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6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844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2031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7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4" y="212906"/>
            <a:ext cx="8215313" cy="772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085" y="980289"/>
            <a:ext cx="4029521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085" y="1460714"/>
            <a:ext cx="4029521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22031" y="980289"/>
            <a:ext cx="4049366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22031" y="1460714"/>
            <a:ext cx="4049366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1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>
              <a:defRPr sz="1866"/>
            </a:lvl1pPr>
            <a:lvl2pPr>
              <a:defRPr sz="1633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3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 marL="0" indent="0">
              <a:buNone/>
              <a:defRPr sz="1866"/>
            </a:lvl1pPr>
            <a:lvl2pPr marL="266593" indent="0">
              <a:buNone/>
              <a:defRPr sz="1633"/>
            </a:lvl2pPr>
            <a:lvl3pPr marL="533187" indent="0">
              <a:buNone/>
              <a:defRPr sz="1399"/>
            </a:lvl3pPr>
            <a:lvl4pPr marL="799780" indent="0">
              <a:buNone/>
              <a:defRPr sz="1166"/>
            </a:lvl4pPr>
            <a:lvl5pPr marL="1066373" indent="0">
              <a:buNone/>
              <a:defRPr sz="1166"/>
            </a:lvl5pPr>
            <a:lvl6pPr marL="1332967" indent="0">
              <a:buNone/>
              <a:defRPr sz="1166"/>
            </a:lvl6pPr>
            <a:lvl7pPr marL="1599560" indent="0">
              <a:buNone/>
              <a:defRPr sz="1166"/>
            </a:lvl7pPr>
            <a:lvl8pPr marL="1866153" indent="0">
              <a:buNone/>
              <a:defRPr sz="1166"/>
            </a:lvl8pPr>
            <a:lvl9pPr marL="2132747" indent="0">
              <a:buNone/>
              <a:defRPr sz="116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0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16328" y="212905"/>
            <a:ext cx="2053828" cy="3388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4844" y="212905"/>
            <a:ext cx="6042422" cy="3388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9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212906"/>
            <a:ext cx="8215313" cy="77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844" y="1064525"/>
            <a:ext cx="8215313" cy="2537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4844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55156" y="3706400"/>
            <a:ext cx="3214688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27031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3187" rtl="0" eaLnBrk="1" latinLnBrk="0" hangingPunct="1">
        <a:lnSpc>
          <a:spcPct val="90000"/>
        </a:lnSpc>
        <a:spcBef>
          <a:spcPct val="0"/>
        </a:spcBef>
        <a:buNone/>
        <a:defRPr sz="25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97" indent="-133297" algn="l" defTabSz="533187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39989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48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307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9967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46626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73285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9945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26604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59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18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37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296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9956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15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274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FFD5EC"/>
            </a:gs>
            <a:gs pos="46000">
              <a:srgbClr val="D4FC79"/>
            </a:gs>
            <a:gs pos="83000">
              <a:srgbClr val="96E6A1"/>
            </a:gs>
            <a:gs pos="100000">
              <a:srgbClr val="B5FFF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A85B5-4A8D-0105-49C6-09CCD4EF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6FC0FC-2E56-67BC-EBA7-FFB54003020E}"/>
              </a:ext>
            </a:extLst>
          </p:cNvPr>
          <p:cNvSpPr/>
          <p:nvPr/>
        </p:nvSpPr>
        <p:spPr>
          <a:xfrm>
            <a:off x="406093" y="244979"/>
            <a:ext cx="8769350" cy="730947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4 Years on GitHub May 12, 2022 </a:t>
            </a:r>
            <a:r>
              <a:rPr lang="en-US" sz="4400" b="1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– May 12</a:t>
            </a:r>
            <a:r>
              <a:rPr lang="en-US" sz="44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, 2026</a:t>
            </a:r>
            <a:endParaRPr lang="en-IN" sz="44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dist="38100" dir="2700000" algn="bl" rotWithShape="0">
                  <a:schemeClr val="accent2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A671F-83DA-C889-4379-31F74F0E1A7D}"/>
              </a:ext>
            </a:extLst>
          </p:cNvPr>
          <p:cNvSpPr/>
          <p:nvPr/>
        </p:nvSpPr>
        <p:spPr>
          <a:xfrm>
            <a:off x="176573" y="2928657"/>
            <a:ext cx="9200756" cy="854058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2400" b="1" dirty="0">
                <a:ln w="13462">
                  <a:noFill/>
                  <a:prstDash val="solid"/>
                </a:ln>
                <a:solidFill>
                  <a:srgbClr val="B0005A"/>
                </a:solidFill>
                <a:latin typeface="Bahnschrift SemiBold Condensed" panose="020B0502040204020203" pitchFamily="34" charset="0"/>
              </a:rPr>
              <a:t>A Month Of Giving Back To The Community 12 May – 12 June 2026</a:t>
            </a:r>
          </a:p>
          <a:p>
            <a:pPr algn="ctr"/>
            <a:endParaRPr lang="en-IN" sz="900" b="1" dirty="0">
              <a:ln w="13462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  <a:solidFill>
                <a:srgbClr val="B0005A"/>
              </a:solidFill>
              <a:effectLst>
                <a:outerShdw dist="38100" dir="2700000" algn="bl" rotWithShape="0">
                  <a:srgbClr val="FFFF00"/>
                </a:outerShdw>
              </a:effectLst>
              <a:latin typeface="Bahnschrift SemiBold Condensed" panose="020B0502040204020203" pitchFamily="34" charset="0"/>
            </a:endParaRPr>
          </a:p>
          <a:p>
            <a:pPr algn="ctr"/>
            <a:r>
              <a:rPr lang="en-US" b="1" dirty="0">
                <a:ln w="13462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effectLst>
                  <a:outerShdw dist="38100" dir="2700000" algn="bl" rotWithShape="0">
                    <a:srgbClr val="FFFF00"/>
                  </a:outerShdw>
                </a:effectLst>
              </a:rPr>
              <a:t>GitHub Guidance • Repo Reviews • Project Ideas • README Tips • Growth Strategies • AMA</a:t>
            </a:r>
            <a:endParaRPr lang="en-IN" b="1" dirty="0">
              <a:ln w="13462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  <a:effectLst>
                <a:outerShdw dist="38100" dir="2700000" algn="bl" rotWithShape="0">
                  <a:srgbClr val="FFFF00"/>
                </a:outerShdw>
              </a:effectLs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E2BF6B-2A6B-F11D-F0D2-D5FA0CA98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65" y="1338570"/>
            <a:ext cx="1535078" cy="11462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768882-4CF4-8067-1FDC-2CF4DBB98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543" y="1231881"/>
            <a:ext cx="1535078" cy="11462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31E95C-F054-901A-19D6-07EF561EA89A}"/>
              </a:ext>
            </a:extLst>
          </p:cNvPr>
          <p:cNvSpPr/>
          <p:nvPr/>
        </p:nvSpPr>
        <p:spPr>
          <a:xfrm>
            <a:off x="1163252" y="1737369"/>
            <a:ext cx="7028128" cy="88483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dirty="0">
                <a:ln w="13462">
                  <a:noFill/>
                  <a:prstDash val="solid"/>
                </a:ln>
                <a:cs typeface="times new roman" panose="02020603050405020304" pitchFamily="18" charset="0"/>
              </a:rPr>
              <a:t>rawatmadhurima4@gmail.com</a:t>
            </a:r>
          </a:p>
          <a:p>
            <a:pPr algn="ctr"/>
            <a:endParaRPr lang="en-IN" dirty="0">
              <a:ln w="13462">
                <a:noFill/>
                <a:prstDash val="solid"/>
              </a:ln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cs typeface="times new roman" panose="02020603050405020304" pitchFamily="18" charset="0"/>
              </a:rPr>
              <a:t>    https://www.linkedin.com/in/madhurima-rawat/</a:t>
            </a:r>
            <a:endParaRPr lang="en-IN" dirty="0">
              <a:ln w="13462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  <a:effectLst>
                <a:outerShdw dist="38100" dir="2700000" algn="bl" rotWithShape="0">
                  <a:srgbClr val="FFFF00"/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1AEBE-AAAA-F29F-98E0-49986CBA6C7D}"/>
              </a:ext>
            </a:extLst>
          </p:cNvPr>
          <p:cNvSpPr/>
          <p:nvPr/>
        </p:nvSpPr>
        <p:spPr>
          <a:xfrm>
            <a:off x="1213700" y="1075221"/>
            <a:ext cx="7028128" cy="484726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2800" b="1" dirty="0">
                <a:ln w="13462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effectLst>
                  <a:outerShdw dist="38100" dir="2700000" algn="bl" rotWithShape="0">
                    <a:srgbClr val="FFFF00"/>
                  </a:outerShdw>
                </a:effectLst>
                <a:latin typeface="Bahnschrift SemiBold Condensed" panose="020B0502040204020203" pitchFamily="34" charset="0"/>
              </a:rPr>
              <a:t>Contact</a:t>
            </a:r>
          </a:p>
        </p:txBody>
      </p:sp>
      <p:pic>
        <p:nvPicPr>
          <p:cNvPr id="7" name="Graphic 6" descr="Email">
            <a:extLst>
              <a:ext uri="{FF2B5EF4-FFF2-40B4-BE49-F238E27FC236}">
                <a16:creationId xmlns:a16="http://schemas.microsoft.com/office/drawing/2014/main" id="{45A2887B-DD6E-6922-AEE1-5B3C81A47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750429" y="1738671"/>
            <a:ext cx="308080" cy="308080"/>
          </a:xfrm>
          <a:prstGeom prst="rect">
            <a:avLst/>
          </a:prstGeom>
        </p:spPr>
      </p:pic>
      <p:pic>
        <p:nvPicPr>
          <p:cNvPr id="9" name="Graphic 8" descr="Chat RTL">
            <a:extLst>
              <a:ext uri="{FF2B5EF4-FFF2-40B4-BE49-F238E27FC236}">
                <a16:creationId xmlns:a16="http://schemas.microsoft.com/office/drawing/2014/main" id="{3CF62D0D-D756-3B1C-5730-ADDEAE7605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978310" y="2290855"/>
            <a:ext cx="361293" cy="36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226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501</TotalTime>
  <Words>62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Bahnschrift SemiBold Condensed</vt:lpstr>
      <vt:lpstr>Calibri</vt:lpstr>
      <vt:lpstr>Calibri Light</vt:lpstr>
      <vt:lpstr>times new roman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184</cp:revision>
  <dcterms:created xsi:type="dcterms:W3CDTF">2025-03-27T13:32:59Z</dcterms:created>
  <dcterms:modified xsi:type="dcterms:W3CDTF">2026-05-04T05:19:55Z</dcterms:modified>
</cp:coreProperties>
</file>