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7" r:id="rId2"/>
    <p:sldId id="260" r:id="rId3"/>
    <p:sldId id="258" r:id="rId4"/>
    <p:sldId id="261"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F0210C-1BDD-4952-85C7-BA7C0230B72A}" type="datetimeFigureOut">
              <a:rPr lang="en-IN" smtClean="0"/>
              <a:t>09-04-2026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0BDA52-C9E7-4CE6-9B74-6E265E77A78B}" type="slidenum">
              <a:rPr lang="en-IN" smtClean="0"/>
              <a:t>‹#›</a:t>
            </a:fld>
            <a:endParaRPr lang="en-IN"/>
          </a:p>
        </p:txBody>
      </p:sp>
    </p:spTree>
    <p:extLst>
      <p:ext uri="{BB962C8B-B14F-4D97-AF65-F5344CB8AC3E}">
        <p14:creationId xmlns:p14="http://schemas.microsoft.com/office/powerpoint/2010/main" val="65516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40F51-8CA2-6469-0D68-3CC605B242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FF9594-A796-A395-3A6E-778F671A5D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E13AF7-375C-D012-80F4-1DDEE4CDFB9F}"/>
              </a:ext>
            </a:extLst>
          </p:cNvPr>
          <p:cNvSpPr>
            <a:spLocks noGrp="1"/>
          </p:cNvSpPr>
          <p:nvPr>
            <p:ph type="body" idx="1"/>
          </p:nvPr>
        </p:nvSpPr>
        <p:spPr/>
        <p:txBody>
          <a:bodyPr/>
          <a:lstStyle/>
          <a:p>
            <a:r>
              <a:rPr lang="en-US" dirty="0"/>
              <a:t>I have kept the icons and labels logical and consistent, you can cut and paste them, just make sure you use broad and wide cello tape so that the labels do not tear up. Also feel free to create your own sections and categories too. I have kept it black and white so that you can get it printed directly, it is also cost effective, and the icons would look really good in print, I have checked them myself when I got them printed.</a:t>
            </a:r>
          </a:p>
        </p:txBody>
      </p:sp>
      <p:sp>
        <p:nvSpPr>
          <p:cNvPr id="4" name="Slide Number Placeholder 3">
            <a:extLst>
              <a:ext uri="{FF2B5EF4-FFF2-40B4-BE49-F238E27FC236}">
                <a16:creationId xmlns:a16="http://schemas.microsoft.com/office/drawing/2014/main" id="{B9DE2F44-259F-A4EA-2E1E-ABEB725136BE}"/>
              </a:ext>
            </a:extLst>
          </p:cNvPr>
          <p:cNvSpPr>
            <a:spLocks noGrp="1"/>
          </p:cNvSpPr>
          <p:nvPr>
            <p:ph type="sldNum" sz="quarter" idx="5"/>
          </p:nvPr>
        </p:nvSpPr>
        <p:spPr/>
        <p:txBody>
          <a:bodyPr/>
          <a:lstStyle/>
          <a:p>
            <a:fld id="{CA0BDA52-C9E7-4CE6-9B74-6E265E77A78B}" type="slidenum">
              <a:rPr lang="en-IN" smtClean="0"/>
              <a:t>4</a:t>
            </a:fld>
            <a:endParaRPr lang="en-IN"/>
          </a:p>
        </p:txBody>
      </p:sp>
    </p:spTree>
    <p:extLst>
      <p:ext uri="{BB962C8B-B14F-4D97-AF65-F5344CB8AC3E}">
        <p14:creationId xmlns:p14="http://schemas.microsoft.com/office/powerpoint/2010/main" val="4130726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697A9-3D08-6994-874F-653C1E0AF07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F837F3F1-F890-CA83-FA2F-4E703D1FDA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D8B18E4C-4A66-BE3A-0186-0DE4E6B588C1}"/>
              </a:ext>
            </a:extLst>
          </p:cNvPr>
          <p:cNvSpPr>
            <a:spLocks noGrp="1"/>
          </p:cNvSpPr>
          <p:nvPr>
            <p:ph type="dt" sz="half" idx="10"/>
          </p:nvPr>
        </p:nvSpPr>
        <p:spPr/>
        <p:txBody>
          <a:bodyPr/>
          <a:lstStyle/>
          <a:p>
            <a:fld id="{A544FFC6-13CD-4522-9B98-D20659D3626D}" type="datetimeFigureOut">
              <a:rPr lang="en-IN" smtClean="0"/>
              <a:t>09-04-2026</a:t>
            </a:fld>
            <a:endParaRPr lang="en-IN"/>
          </a:p>
        </p:txBody>
      </p:sp>
      <p:sp>
        <p:nvSpPr>
          <p:cNvPr id="5" name="Footer Placeholder 4">
            <a:extLst>
              <a:ext uri="{FF2B5EF4-FFF2-40B4-BE49-F238E27FC236}">
                <a16:creationId xmlns:a16="http://schemas.microsoft.com/office/drawing/2014/main" id="{C0029E9A-E3C8-55B8-2B61-05E729C8E0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E774CE-BD43-EF19-4346-FB5D028CEA48}"/>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601267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8F6B1-3E3A-3AD5-C6FD-DB77DDDBEDF0}"/>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DF7AED4F-B658-2053-8F65-28953EDA016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F6A062BC-66EF-4CFB-F7A0-338D58021749}"/>
              </a:ext>
            </a:extLst>
          </p:cNvPr>
          <p:cNvSpPr>
            <a:spLocks noGrp="1"/>
          </p:cNvSpPr>
          <p:nvPr>
            <p:ph type="dt" sz="half" idx="10"/>
          </p:nvPr>
        </p:nvSpPr>
        <p:spPr/>
        <p:txBody>
          <a:bodyPr/>
          <a:lstStyle/>
          <a:p>
            <a:fld id="{A544FFC6-13CD-4522-9B98-D20659D3626D}" type="datetimeFigureOut">
              <a:rPr lang="en-IN" smtClean="0"/>
              <a:t>09-04-2026</a:t>
            </a:fld>
            <a:endParaRPr lang="en-IN"/>
          </a:p>
        </p:txBody>
      </p:sp>
      <p:sp>
        <p:nvSpPr>
          <p:cNvPr id="5" name="Footer Placeholder 4">
            <a:extLst>
              <a:ext uri="{FF2B5EF4-FFF2-40B4-BE49-F238E27FC236}">
                <a16:creationId xmlns:a16="http://schemas.microsoft.com/office/drawing/2014/main" id="{270AA0D4-98E5-C41A-5C9A-EDDD4CA098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405FF4-B4D2-C16A-157C-8AF2C5ED5552}"/>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203532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68D2E-1ECF-59D3-89A0-DE75C57B971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C366C6A2-E998-164B-3C3A-F832B398F5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4C988B1-1C9D-6D5C-153C-153A51D5C5B5}"/>
              </a:ext>
            </a:extLst>
          </p:cNvPr>
          <p:cNvSpPr>
            <a:spLocks noGrp="1"/>
          </p:cNvSpPr>
          <p:nvPr>
            <p:ph type="dt" sz="half" idx="10"/>
          </p:nvPr>
        </p:nvSpPr>
        <p:spPr/>
        <p:txBody>
          <a:bodyPr/>
          <a:lstStyle/>
          <a:p>
            <a:fld id="{A544FFC6-13CD-4522-9B98-D20659D3626D}" type="datetimeFigureOut">
              <a:rPr lang="en-IN" smtClean="0"/>
              <a:t>09-04-2026</a:t>
            </a:fld>
            <a:endParaRPr lang="en-IN"/>
          </a:p>
        </p:txBody>
      </p:sp>
      <p:sp>
        <p:nvSpPr>
          <p:cNvPr id="5" name="Footer Placeholder 4">
            <a:extLst>
              <a:ext uri="{FF2B5EF4-FFF2-40B4-BE49-F238E27FC236}">
                <a16:creationId xmlns:a16="http://schemas.microsoft.com/office/drawing/2014/main" id="{905C9678-D7FE-EB4B-6760-A37173D694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4C8ED6-9559-3C4B-F5CD-70119239E940}"/>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6689543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3C73-3BD3-71F0-A945-79A70736DF49}"/>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913C76C5-A31F-1AD3-F04C-4720A418EAA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0C66584F-F482-96A8-22D0-41D1D0891CA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FCF977B8-F614-9C38-96B6-24F5F74F7639}"/>
              </a:ext>
            </a:extLst>
          </p:cNvPr>
          <p:cNvSpPr>
            <a:spLocks noGrp="1"/>
          </p:cNvSpPr>
          <p:nvPr>
            <p:ph type="dt" sz="half" idx="10"/>
          </p:nvPr>
        </p:nvSpPr>
        <p:spPr/>
        <p:txBody>
          <a:bodyPr/>
          <a:lstStyle/>
          <a:p>
            <a:fld id="{A544FFC6-13CD-4522-9B98-D20659D3626D}" type="datetimeFigureOut">
              <a:rPr lang="en-IN" smtClean="0"/>
              <a:t>09-04-2026</a:t>
            </a:fld>
            <a:endParaRPr lang="en-IN"/>
          </a:p>
        </p:txBody>
      </p:sp>
      <p:sp>
        <p:nvSpPr>
          <p:cNvPr id="6" name="Footer Placeholder 5">
            <a:extLst>
              <a:ext uri="{FF2B5EF4-FFF2-40B4-BE49-F238E27FC236}">
                <a16:creationId xmlns:a16="http://schemas.microsoft.com/office/drawing/2014/main" id="{81E76E26-A4BD-A586-85AF-BD42DBEB6F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C0E3EE-E5FD-5AAE-5274-755F3F83D0E9}"/>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2549569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B327B-D878-3866-81E4-0597C7EC078A}"/>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52EF8A54-89D7-64B3-0FED-7243277210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9668ECF-9693-72F8-86A5-C8A79BF484D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E2C2E727-9A20-EFE7-AA53-E1110A90A8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9E47DB8-D36D-3335-87C8-F91626F775F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F058E3C1-52A5-E8A0-82B0-E7C433C40E99}"/>
              </a:ext>
            </a:extLst>
          </p:cNvPr>
          <p:cNvSpPr>
            <a:spLocks noGrp="1"/>
          </p:cNvSpPr>
          <p:nvPr>
            <p:ph type="dt" sz="half" idx="10"/>
          </p:nvPr>
        </p:nvSpPr>
        <p:spPr/>
        <p:txBody>
          <a:bodyPr/>
          <a:lstStyle/>
          <a:p>
            <a:fld id="{A544FFC6-13CD-4522-9B98-D20659D3626D}" type="datetimeFigureOut">
              <a:rPr lang="en-IN" smtClean="0"/>
              <a:t>09-04-2026</a:t>
            </a:fld>
            <a:endParaRPr lang="en-IN"/>
          </a:p>
        </p:txBody>
      </p:sp>
      <p:sp>
        <p:nvSpPr>
          <p:cNvPr id="8" name="Footer Placeholder 7">
            <a:extLst>
              <a:ext uri="{FF2B5EF4-FFF2-40B4-BE49-F238E27FC236}">
                <a16:creationId xmlns:a16="http://schemas.microsoft.com/office/drawing/2014/main" id="{2709F9D8-6111-5BC4-81A7-7C28D630BA4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076985A-5EC0-1552-443E-65B2EADC0D64}"/>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4211834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ADB0B-B33A-2EF3-00AF-79BFBFFFD579}"/>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9C73B9DC-2DE6-0FEC-69E9-F2194FBCFFE4}"/>
              </a:ext>
            </a:extLst>
          </p:cNvPr>
          <p:cNvSpPr>
            <a:spLocks noGrp="1"/>
          </p:cNvSpPr>
          <p:nvPr>
            <p:ph type="dt" sz="half" idx="10"/>
          </p:nvPr>
        </p:nvSpPr>
        <p:spPr/>
        <p:txBody>
          <a:bodyPr/>
          <a:lstStyle/>
          <a:p>
            <a:fld id="{A544FFC6-13CD-4522-9B98-D20659D3626D}" type="datetimeFigureOut">
              <a:rPr lang="en-IN" smtClean="0"/>
              <a:t>09-04-2026</a:t>
            </a:fld>
            <a:endParaRPr lang="en-IN"/>
          </a:p>
        </p:txBody>
      </p:sp>
      <p:sp>
        <p:nvSpPr>
          <p:cNvPr id="4" name="Footer Placeholder 3">
            <a:extLst>
              <a:ext uri="{FF2B5EF4-FFF2-40B4-BE49-F238E27FC236}">
                <a16:creationId xmlns:a16="http://schemas.microsoft.com/office/drawing/2014/main" id="{5CAA16EE-31DF-102A-7434-A284BECC8D1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5FB9773-4775-B46E-7454-67962CA5FDB3}"/>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2853480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C779F7-FB86-2D2F-B027-37E5C381F25C}"/>
              </a:ext>
            </a:extLst>
          </p:cNvPr>
          <p:cNvSpPr>
            <a:spLocks noGrp="1"/>
          </p:cNvSpPr>
          <p:nvPr>
            <p:ph type="dt" sz="half" idx="10"/>
          </p:nvPr>
        </p:nvSpPr>
        <p:spPr/>
        <p:txBody>
          <a:bodyPr/>
          <a:lstStyle/>
          <a:p>
            <a:fld id="{A544FFC6-13CD-4522-9B98-D20659D3626D}" type="datetimeFigureOut">
              <a:rPr lang="en-IN" smtClean="0"/>
              <a:t>09-04-2026</a:t>
            </a:fld>
            <a:endParaRPr lang="en-IN"/>
          </a:p>
        </p:txBody>
      </p:sp>
      <p:sp>
        <p:nvSpPr>
          <p:cNvPr id="3" name="Footer Placeholder 2">
            <a:extLst>
              <a:ext uri="{FF2B5EF4-FFF2-40B4-BE49-F238E27FC236}">
                <a16:creationId xmlns:a16="http://schemas.microsoft.com/office/drawing/2014/main" id="{7A0CA509-FE9D-ED17-590E-1EC4E3C9EE6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702CD5-5BC9-1491-9CDA-5FAD04F9C71D}"/>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857592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8C614-F14B-3839-5D4A-51C3F2AC1AA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1C355AB9-1567-99C9-C90A-78C8A63109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0EB64251-6170-8FD6-BBFA-5C63B71A2A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7176DA9-D887-91F1-C00C-975494F3A734}"/>
              </a:ext>
            </a:extLst>
          </p:cNvPr>
          <p:cNvSpPr>
            <a:spLocks noGrp="1"/>
          </p:cNvSpPr>
          <p:nvPr>
            <p:ph type="dt" sz="half" idx="10"/>
          </p:nvPr>
        </p:nvSpPr>
        <p:spPr/>
        <p:txBody>
          <a:bodyPr/>
          <a:lstStyle/>
          <a:p>
            <a:fld id="{A544FFC6-13CD-4522-9B98-D20659D3626D}" type="datetimeFigureOut">
              <a:rPr lang="en-IN" smtClean="0"/>
              <a:t>09-04-2026</a:t>
            </a:fld>
            <a:endParaRPr lang="en-IN"/>
          </a:p>
        </p:txBody>
      </p:sp>
      <p:sp>
        <p:nvSpPr>
          <p:cNvPr id="6" name="Footer Placeholder 5">
            <a:extLst>
              <a:ext uri="{FF2B5EF4-FFF2-40B4-BE49-F238E27FC236}">
                <a16:creationId xmlns:a16="http://schemas.microsoft.com/office/drawing/2014/main" id="{E1E50D61-6D8A-D321-F657-01FF0994A0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41171B-4A72-86EA-6DAB-7A26FB4DCC5F}"/>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181676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DF990-3EA0-07E7-6F70-933B008D278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271187FC-9197-8117-C739-F867B81626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68EE304-EA9C-1CDD-044F-1026F1B8E5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99E9A47-4FE0-D891-5ACF-66DC60841AB0}"/>
              </a:ext>
            </a:extLst>
          </p:cNvPr>
          <p:cNvSpPr>
            <a:spLocks noGrp="1"/>
          </p:cNvSpPr>
          <p:nvPr>
            <p:ph type="dt" sz="half" idx="10"/>
          </p:nvPr>
        </p:nvSpPr>
        <p:spPr/>
        <p:txBody>
          <a:bodyPr/>
          <a:lstStyle/>
          <a:p>
            <a:fld id="{A544FFC6-13CD-4522-9B98-D20659D3626D}" type="datetimeFigureOut">
              <a:rPr lang="en-IN" smtClean="0"/>
              <a:t>09-04-2026</a:t>
            </a:fld>
            <a:endParaRPr lang="en-IN"/>
          </a:p>
        </p:txBody>
      </p:sp>
      <p:sp>
        <p:nvSpPr>
          <p:cNvPr id="6" name="Footer Placeholder 5">
            <a:extLst>
              <a:ext uri="{FF2B5EF4-FFF2-40B4-BE49-F238E27FC236}">
                <a16:creationId xmlns:a16="http://schemas.microsoft.com/office/drawing/2014/main" id="{9B853A68-9C4C-F192-E45B-BB5FBAFC44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2DD742-CF3E-8CB2-17D8-A72096B61A7C}"/>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3489916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2F1A5-9809-FA95-EF3C-7897C7D2440A}"/>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4AFE7409-45C3-E1AE-88C0-6CFCCEAB1FD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BA95C7DF-D566-AC8F-F1E4-E298B517479C}"/>
              </a:ext>
            </a:extLst>
          </p:cNvPr>
          <p:cNvSpPr>
            <a:spLocks noGrp="1"/>
          </p:cNvSpPr>
          <p:nvPr>
            <p:ph type="dt" sz="half" idx="10"/>
          </p:nvPr>
        </p:nvSpPr>
        <p:spPr/>
        <p:txBody>
          <a:bodyPr/>
          <a:lstStyle/>
          <a:p>
            <a:fld id="{A544FFC6-13CD-4522-9B98-D20659D3626D}" type="datetimeFigureOut">
              <a:rPr lang="en-IN" smtClean="0"/>
              <a:t>09-04-2026</a:t>
            </a:fld>
            <a:endParaRPr lang="en-IN"/>
          </a:p>
        </p:txBody>
      </p:sp>
      <p:sp>
        <p:nvSpPr>
          <p:cNvPr id="5" name="Footer Placeholder 4">
            <a:extLst>
              <a:ext uri="{FF2B5EF4-FFF2-40B4-BE49-F238E27FC236}">
                <a16:creationId xmlns:a16="http://schemas.microsoft.com/office/drawing/2014/main" id="{02B6FCAA-7409-8B70-5155-D99AE601C0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C45F5F-D931-F10F-FD49-A50BA2E21B1F}"/>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4030990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EE9FBE-C2A2-E55B-0D9C-6B593D7400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1180D54D-7A92-7312-0B6D-BE99FA29900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D4935320-A5B4-50BE-BC31-ADF77EBA359A}"/>
              </a:ext>
            </a:extLst>
          </p:cNvPr>
          <p:cNvSpPr>
            <a:spLocks noGrp="1"/>
          </p:cNvSpPr>
          <p:nvPr>
            <p:ph type="dt" sz="half" idx="10"/>
          </p:nvPr>
        </p:nvSpPr>
        <p:spPr/>
        <p:txBody>
          <a:bodyPr/>
          <a:lstStyle/>
          <a:p>
            <a:fld id="{A544FFC6-13CD-4522-9B98-D20659D3626D}" type="datetimeFigureOut">
              <a:rPr lang="en-IN" smtClean="0"/>
              <a:t>09-04-2026</a:t>
            </a:fld>
            <a:endParaRPr lang="en-IN"/>
          </a:p>
        </p:txBody>
      </p:sp>
      <p:sp>
        <p:nvSpPr>
          <p:cNvPr id="5" name="Footer Placeholder 4">
            <a:extLst>
              <a:ext uri="{FF2B5EF4-FFF2-40B4-BE49-F238E27FC236}">
                <a16:creationId xmlns:a16="http://schemas.microsoft.com/office/drawing/2014/main" id="{6E76714D-2E62-E5DC-67B5-C869DB8978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4B1C89-4F48-6879-CD6F-3411EE812E66}"/>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1425725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1F1CB4-2A46-8395-17CF-C2ABDB554B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703C86BA-217F-1654-EDE7-566E231DDB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E5FD5A7D-AB5F-E011-D227-B869FAF7F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44FFC6-13CD-4522-9B98-D20659D3626D}" type="datetimeFigureOut">
              <a:rPr lang="en-IN" smtClean="0"/>
              <a:t>09-04-2026</a:t>
            </a:fld>
            <a:endParaRPr lang="en-IN"/>
          </a:p>
        </p:txBody>
      </p:sp>
      <p:sp>
        <p:nvSpPr>
          <p:cNvPr id="5" name="Footer Placeholder 4">
            <a:extLst>
              <a:ext uri="{FF2B5EF4-FFF2-40B4-BE49-F238E27FC236}">
                <a16:creationId xmlns:a16="http://schemas.microsoft.com/office/drawing/2014/main" id="{7E81108E-CDD4-F8D3-09DC-292A9FE95F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8786A54-B617-058D-08D4-AD51C29FC2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B03103-C285-4D1C-8DEA-65AFB1A4E5F4}" type="slidenum">
              <a:rPr lang="en-IN" smtClean="0"/>
              <a:t>‹#›</a:t>
            </a:fld>
            <a:endParaRPr lang="en-IN"/>
          </a:p>
        </p:txBody>
      </p:sp>
    </p:spTree>
    <p:extLst>
      <p:ext uri="{BB962C8B-B14F-4D97-AF65-F5344CB8AC3E}">
        <p14:creationId xmlns:p14="http://schemas.microsoft.com/office/powerpoint/2010/main" val="6785048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svg"/><Relationship Id="rId26" Type="http://schemas.openxmlformats.org/officeDocument/2006/relationships/image" Target="../media/image24.svg"/><Relationship Id="rId39" Type="http://schemas.openxmlformats.org/officeDocument/2006/relationships/image" Target="../media/image37.png"/><Relationship Id="rId21" Type="http://schemas.openxmlformats.org/officeDocument/2006/relationships/image" Target="../media/image19.png"/><Relationship Id="rId34" Type="http://schemas.openxmlformats.org/officeDocument/2006/relationships/image" Target="../media/image32.svg"/><Relationship Id="rId42" Type="http://schemas.openxmlformats.org/officeDocument/2006/relationships/image" Target="../media/image40.svg"/><Relationship Id="rId47" Type="http://schemas.openxmlformats.org/officeDocument/2006/relationships/image" Target="../media/image45.png"/><Relationship Id="rId50" Type="http://schemas.openxmlformats.org/officeDocument/2006/relationships/image" Target="../media/image48.svg"/><Relationship Id="rId55" Type="http://schemas.openxmlformats.org/officeDocument/2006/relationships/image" Target="../media/image53.png"/><Relationship Id="rId7" Type="http://schemas.openxmlformats.org/officeDocument/2006/relationships/image" Target="../media/image5.png"/><Relationship Id="rId2" Type="http://schemas.openxmlformats.org/officeDocument/2006/relationships/notesSlide" Target="../notesSlides/notesSlide1.xml"/><Relationship Id="rId16" Type="http://schemas.openxmlformats.org/officeDocument/2006/relationships/image" Target="../media/image14.svg"/><Relationship Id="rId29" Type="http://schemas.openxmlformats.org/officeDocument/2006/relationships/image" Target="../media/image27.png"/><Relationship Id="rId11" Type="http://schemas.openxmlformats.org/officeDocument/2006/relationships/image" Target="../media/image9.png"/><Relationship Id="rId24" Type="http://schemas.openxmlformats.org/officeDocument/2006/relationships/image" Target="../media/image22.svg"/><Relationship Id="rId32" Type="http://schemas.openxmlformats.org/officeDocument/2006/relationships/image" Target="../media/image30.svg"/><Relationship Id="rId37" Type="http://schemas.openxmlformats.org/officeDocument/2006/relationships/image" Target="../media/image35.png"/><Relationship Id="rId40" Type="http://schemas.openxmlformats.org/officeDocument/2006/relationships/image" Target="../media/image38.svg"/><Relationship Id="rId45" Type="http://schemas.openxmlformats.org/officeDocument/2006/relationships/image" Target="../media/image43.png"/><Relationship Id="rId53" Type="http://schemas.openxmlformats.org/officeDocument/2006/relationships/image" Target="../media/image51.png"/><Relationship Id="rId58" Type="http://schemas.openxmlformats.org/officeDocument/2006/relationships/image" Target="../media/image56.svg"/><Relationship Id="rId5" Type="http://schemas.openxmlformats.org/officeDocument/2006/relationships/image" Target="../media/image3.png"/><Relationship Id="rId19" Type="http://schemas.openxmlformats.org/officeDocument/2006/relationships/image" Target="../media/image17.pn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 Id="rId27" Type="http://schemas.openxmlformats.org/officeDocument/2006/relationships/image" Target="../media/image25.png"/><Relationship Id="rId30" Type="http://schemas.openxmlformats.org/officeDocument/2006/relationships/image" Target="../media/image28.svg"/><Relationship Id="rId35" Type="http://schemas.openxmlformats.org/officeDocument/2006/relationships/image" Target="../media/image33.png"/><Relationship Id="rId43" Type="http://schemas.openxmlformats.org/officeDocument/2006/relationships/image" Target="../media/image41.png"/><Relationship Id="rId48" Type="http://schemas.openxmlformats.org/officeDocument/2006/relationships/image" Target="../media/image46.svg"/><Relationship Id="rId56" Type="http://schemas.openxmlformats.org/officeDocument/2006/relationships/image" Target="../media/image54.svg"/><Relationship Id="rId8" Type="http://schemas.openxmlformats.org/officeDocument/2006/relationships/image" Target="../media/image6.svg"/><Relationship Id="rId51" Type="http://schemas.openxmlformats.org/officeDocument/2006/relationships/image" Target="../media/image49.png"/><Relationship Id="rId3" Type="http://schemas.openxmlformats.org/officeDocument/2006/relationships/image" Target="../media/image1.png"/><Relationship Id="rId12" Type="http://schemas.openxmlformats.org/officeDocument/2006/relationships/image" Target="../media/image10.sv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1.png"/><Relationship Id="rId38" Type="http://schemas.openxmlformats.org/officeDocument/2006/relationships/image" Target="../media/image36.svg"/><Relationship Id="rId46" Type="http://schemas.openxmlformats.org/officeDocument/2006/relationships/image" Target="../media/image44.svg"/><Relationship Id="rId20" Type="http://schemas.openxmlformats.org/officeDocument/2006/relationships/image" Target="../media/image18.svg"/><Relationship Id="rId41" Type="http://schemas.openxmlformats.org/officeDocument/2006/relationships/image" Target="../media/image39.png"/><Relationship Id="rId54" Type="http://schemas.openxmlformats.org/officeDocument/2006/relationships/image" Target="../media/image52.svg"/><Relationship Id="rId1" Type="http://schemas.openxmlformats.org/officeDocument/2006/relationships/slideLayout" Target="../slideLayouts/slideLayout7.xml"/><Relationship Id="rId6" Type="http://schemas.openxmlformats.org/officeDocument/2006/relationships/image" Target="../media/image4.sv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svg"/><Relationship Id="rId36" Type="http://schemas.openxmlformats.org/officeDocument/2006/relationships/image" Target="../media/image34.svg"/><Relationship Id="rId49" Type="http://schemas.openxmlformats.org/officeDocument/2006/relationships/image" Target="../media/image47.png"/><Relationship Id="rId57" Type="http://schemas.openxmlformats.org/officeDocument/2006/relationships/image" Target="../media/image55.png"/><Relationship Id="rId10" Type="http://schemas.openxmlformats.org/officeDocument/2006/relationships/image" Target="../media/image8.svg"/><Relationship Id="rId31" Type="http://schemas.openxmlformats.org/officeDocument/2006/relationships/image" Target="../media/image29.png"/><Relationship Id="rId44" Type="http://schemas.openxmlformats.org/officeDocument/2006/relationships/image" Target="../media/image42.svg"/><Relationship Id="rId52" Type="http://schemas.openxmlformats.org/officeDocument/2006/relationships/image" Target="../media/image50.svg"/></Relationships>
</file>

<file path=ppt/slides/_rels/slide5.xml.rels><?xml version="1.0" encoding="UTF-8" standalone="yes"?>
<Relationships xmlns="http://schemas.openxmlformats.org/package/2006/relationships"><Relationship Id="rId3" Type="http://schemas.openxmlformats.org/officeDocument/2006/relationships/hyperlink" Target="https://www.linkedin.com/in/madhurima-rawat" TargetMode="External"/><Relationship Id="rId2" Type="http://schemas.openxmlformats.org/officeDocument/2006/relationships/hyperlink" Target="mailto:rawatmadhurima4@gmail.com" TargetMode="External"/><Relationship Id="rId1" Type="http://schemas.openxmlformats.org/officeDocument/2006/relationships/slideLayout" Target="../slideLayouts/slideLayout7.xml"/><Relationship Id="rId4" Type="http://schemas.openxmlformats.org/officeDocument/2006/relationships/hyperlink" Target="https://github.com/madhurimarawat/Essential-Templates-K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8DE15-1CE7-0265-A83F-4F1932D0142D}"/>
              </a:ext>
            </a:extLst>
          </p:cNvPr>
          <p:cNvSpPr>
            <a:spLocks noGrp="1"/>
          </p:cNvSpPr>
          <p:nvPr>
            <p:ph type="ctrTitle"/>
          </p:nvPr>
        </p:nvSpPr>
        <p:spPr>
          <a:xfrm>
            <a:off x="503435" y="462338"/>
            <a:ext cx="11168008" cy="1753082"/>
          </a:xfrm>
        </p:spPr>
        <p:txBody>
          <a:bodyPr/>
          <a:lstStyle/>
          <a:p>
            <a:r>
              <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Daily Items Organization</a:t>
            </a:r>
          </a:p>
        </p:txBody>
      </p:sp>
      <p:sp>
        <p:nvSpPr>
          <p:cNvPr id="3" name="Subtitle 2">
            <a:extLst>
              <a:ext uri="{FF2B5EF4-FFF2-40B4-BE49-F238E27FC236}">
                <a16:creationId xmlns:a16="http://schemas.microsoft.com/office/drawing/2014/main" id="{46A2DFF5-3DB5-6BEF-5082-191377D7F6AF}"/>
              </a:ext>
            </a:extLst>
          </p:cNvPr>
          <p:cNvSpPr>
            <a:spLocks noGrp="1"/>
          </p:cNvSpPr>
          <p:nvPr>
            <p:ph type="subTitle" idx="1"/>
          </p:nvPr>
        </p:nvSpPr>
        <p:spPr>
          <a:xfrm>
            <a:off x="1647290" y="5430838"/>
            <a:ext cx="9144000" cy="1655762"/>
          </a:xfrm>
        </p:spPr>
        <p:txBody>
          <a:bodyPr/>
          <a:lstStyle/>
          <a:p>
            <a:r>
              <a:rPr lang="en-IN" dirty="0"/>
              <a:t>By </a:t>
            </a:r>
          </a:p>
          <a:p>
            <a:r>
              <a:rPr lang="en-IN" sz="3000" b="1" dirty="0"/>
              <a:t>Madhurima Rawat</a:t>
            </a:r>
          </a:p>
        </p:txBody>
      </p:sp>
      <p:sp>
        <p:nvSpPr>
          <p:cNvPr id="4" name="TextBox 3">
            <a:extLst>
              <a:ext uri="{FF2B5EF4-FFF2-40B4-BE49-F238E27FC236}">
                <a16:creationId xmlns:a16="http://schemas.microsoft.com/office/drawing/2014/main" id="{1C4348F7-7819-DECF-A80A-95D7C7B3A8F6}"/>
              </a:ext>
            </a:extLst>
          </p:cNvPr>
          <p:cNvSpPr txBox="1"/>
          <p:nvPr/>
        </p:nvSpPr>
        <p:spPr>
          <a:xfrm>
            <a:off x="1541123" y="3390471"/>
            <a:ext cx="9688530" cy="954107"/>
          </a:xfrm>
          <a:prstGeom prst="rect">
            <a:avLst/>
          </a:prstGeom>
          <a:noFill/>
        </p:spPr>
        <p:txBody>
          <a:bodyPr wrap="square" rtlCol="0">
            <a:spAutoFit/>
          </a:bodyPr>
          <a:lstStyle/>
          <a:p>
            <a:pPr algn="ctr"/>
            <a:r>
              <a:rPr lang="en-US" sz="2800" dirty="0"/>
              <a:t>A complete guide with icons, structured labels, and practical tips for effective daily items labeling and organization.</a:t>
            </a:r>
            <a:endParaRPr lang="en-IN" sz="2800" dirty="0"/>
          </a:p>
        </p:txBody>
      </p:sp>
    </p:spTree>
    <p:extLst>
      <p:ext uri="{BB962C8B-B14F-4D97-AF65-F5344CB8AC3E}">
        <p14:creationId xmlns:p14="http://schemas.microsoft.com/office/powerpoint/2010/main" val="3339436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0DA9D-F014-C4AC-EEED-E2CDCF2EE5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71914-F61B-1012-867E-3F27B5336327}"/>
              </a:ext>
            </a:extLst>
          </p:cNvPr>
          <p:cNvSpPr>
            <a:spLocks noGrp="1"/>
          </p:cNvSpPr>
          <p:nvPr>
            <p:ph type="title"/>
          </p:nvPr>
        </p:nvSpPr>
        <p:spPr>
          <a:xfrm>
            <a:off x="848475" y="-148583"/>
            <a:ext cx="10515600" cy="1325563"/>
          </a:xfrm>
        </p:spPr>
        <p:txBody>
          <a:bodyPr/>
          <a:lstStyle/>
          <a:p>
            <a:pPr algn="ctr"/>
            <a:r>
              <a:rPr lang="en-IN" b="1" dirty="0"/>
              <a:t>Icons and Labels</a:t>
            </a:r>
          </a:p>
        </p:txBody>
      </p:sp>
      <p:sp>
        <p:nvSpPr>
          <p:cNvPr id="3" name="Content Placeholder 2">
            <a:extLst>
              <a:ext uri="{FF2B5EF4-FFF2-40B4-BE49-F238E27FC236}">
                <a16:creationId xmlns:a16="http://schemas.microsoft.com/office/drawing/2014/main" id="{374724DB-9A50-F4BD-CF9A-29571DFB6142}"/>
              </a:ext>
            </a:extLst>
          </p:cNvPr>
          <p:cNvSpPr>
            <a:spLocks noGrp="1"/>
          </p:cNvSpPr>
          <p:nvPr>
            <p:ph idx="1"/>
          </p:nvPr>
        </p:nvSpPr>
        <p:spPr>
          <a:xfrm>
            <a:off x="215757" y="1258585"/>
            <a:ext cx="11825555" cy="5681609"/>
          </a:xfrm>
        </p:spPr>
        <p:txBody>
          <a:bodyPr>
            <a:noAutofit/>
          </a:bodyPr>
          <a:lstStyle/>
          <a:p>
            <a:pPr marL="0" indent="0" algn="just">
              <a:buNone/>
            </a:pPr>
            <a:r>
              <a:rPr lang="en-US" sz="3000" dirty="0">
                <a:latin typeface="Times New Roman" panose="02020603050405020304" pitchFamily="18" charset="0"/>
                <a:cs typeface="Times New Roman" panose="02020603050405020304" pitchFamily="18" charset="0"/>
              </a:rPr>
              <a:t>This template organizes daily-use and general storage items into clear categories such as kitchen essentials, jewelry, stationery, and first aid for easy access.</a:t>
            </a:r>
          </a:p>
          <a:p>
            <a:pPr algn="just"/>
            <a:r>
              <a:rPr lang="en-US" sz="3000" dirty="0">
                <a:latin typeface="Times New Roman" panose="02020603050405020304" pitchFamily="18" charset="0"/>
                <a:cs typeface="Times New Roman" panose="02020603050405020304" pitchFamily="18" charset="0"/>
              </a:rPr>
              <a:t>For </a:t>
            </a:r>
            <a:r>
              <a:rPr lang="en-US" sz="3000" b="1" dirty="0">
                <a:latin typeface="Times New Roman" panose="02020603050405020304" pitchFamily="18" charset="0"/>
                <a:cs typeface="Times New Roman" panose="02020603050405020304" pitchFamily="18" charset="0"/>
              </a:rPr>
              <a:t>kitchen essentials</a:t>
            </a:r>
            <a:r>
              <a:rPr lang="en-US" sz="3000" dirty="0">
                <a:latin typeface="Times New Roman" panose="02020603050405020304" pitchFamily="18" charset="0"/>
                <a:cs typeface="Times New Roman" panose="02020603050405020304" pitchFamily="18" charset="0"/>
              </a:rPr>
              <a:t> (such as salt, sugar, spices, pulses), labels make it easy to quickly identify contents without opening each container.</a:t>
            </a:r>
          </a:p>
          <a:p>
            <a:pPr algn="just"/>
            <a:r>
              <a:rPr lang="en-US" sz="3000" dirty="0">
                <a:latin typeface="Times New Roman" panose="02020603050405020304" pitchFamily="18" charset="0"/>
                <a:cs typeface="Times New Roman" panose="02020603050405020304" pitchFamily="18" charset="0"/>
              </a:rPr>
              <a:t>For </a:t>
            </a:r>
            <a:r>
              <a:rPr lang="en-US" sz="3000" b="1" dirty="0">
                <a:latin typeface="Times New Roman" panose="02020603050405020304" pitchFamily="18" charset="0"/>
                <a:cs typeface="Times New Roman" panose="02020603050405020304" pitchFamily="18" charset="0"/>
              </a:rPr>
              <a:t>jewelry</a:t>
            </a:r>
            <a:r>
              <a:rPr lang="en-US" sz="3000" dirty="0">
                <a:latin typeface="Times New Roman" panose="02020603050405020304" pitchFamily="18" charset="0"/>
                <a:cs typeface="Times New Roman" panose="02020603050405020304" pitchFamily="18" charset="0"/>
              </a:rPr>
              <a:t>, labels are especially useful if you have multiple boxes. You can separate items like earrings, watches, and pendants, making everything easier to find and neatly organized.</a:t>
            </a:r>
          </a:p>
          <a:p>
            <a:pPr algn="just"/>
            <a:r>
              <a:rPr lang="en-US" sz="3000" dirty="0">
                <a:latin typeface="Times New Roman" panose="02020603050405020304" pitchFamily="18" charset="0"/>
                <a:cs typeface="Times New Roman" panose="02020603050405020304" pitchFamily="18" charset="0"/>
              </a:rPr>
              <a:t>For </a:t>
            </a:r>
            <a:r>
              <a:rPr lang="en-US" sz="3000" b="1" dirty="0">
                <a:latin typeface="Times New Roman" panose="02020603050405020304" pitchFamily="18" charset="0"/>
                <a:cs typeface="Times New Roman" panose="02020603050405020304" pitchFamily="18" charset="0"/>
              </a:rPr>
              <a:t>stationery items</a:t>
            </a:r>
            <a:r>
              <a:rPr lang="en-US" sz="3000" dirty="0">
                <a:latin typeface="Times New Roman" panose="02020603050405020304" pitchFamily="18" charset="0"/>
                <a:cs typeface="Times New Roman" panose="02020603050405020304" pitchFamily="18" charset="0"/>
              </a:rPr>
              <a:t>, labeling works best when items are stored in separate boxes (like staplers, sticky notes, clips, etc.). Simply place the label on top so you can instantly locate what you need.</a:t>
            </a:r>
          </a:p>
        </p:txBody>
      </p:sp>
    </p:spTree>
    <p:extLst>
      <p:ext uri="{BB962C8B-B14F-4D97-AF65-F5344CB8AC3E}">
        <p14:creationId xmlns:p14="http://schemas.microsoft.com/office/powerpoint/2010/main" val="2166995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D09F1-4E5B-E9D8-0A84-18E9DB00C529}"/>
              </a:ext>
            </a:extLst>
          </p:cNvPr>
          <p:cNvSpPr>
            <a:spLocks noGrp="1"/>
          </p:cNvSpPr>
          <p:nvPr>
            <p:ph type="title"/>
          </p:nvPr>
        </p:nvSpPr>
        <p:spPr>
          <a:xfrm>
            <a:off x="848475" y="-148583"/>
            <a:ext cx="10515600" cy="1325563"/>
          </a:xfrm>
        </p:spPr>
        <p:txBody>
          <a:bodyPr/>
          <a:lstStyle/>
          <a:p>
            <a:pPr algn="ctr"/>
            <a:r>
              <a:rPr lang="en-IN" b="1" dirty="0"/>
              <a:t>Icons and Labels</a:t>
            </a:r>
          </a:p>
        </p:txBody>
      </p:sp>
      <p:sp>
        <p:nvSpPr>
          <p:cNvPr id="3" name="Content Placeholder 2">
            <a:extLst>
              <a:ext uri="{FF2B5EF4-FFF2-40B4-BE49-F238E27FC236}">
                <a16:creationId xmlns:a16="http://schemas.microsoft.com/office/drawing/2014/main" id="{23790B82-A407-2590-FA35-459A12EE727E}"/>
              </a:ext>
            </a:extLst>
          </p:cNvPr>
          <p:cNvSpPr>
            <a:spLocks noGrp="1"/>
          </p:cNvSpPr>
          <p:nvPr>
            <p:ph idx="1"/>
          </p:nvPr>
        </p:nvSpPr>
        <p:spPr>
          <a:xfrm>
            <a:off x="154111" y="1053101"/>
            <a:ext cx="11825555" cy="5681609"/>
          </a:xfrm>
        </p:spPr>
        <p:txBody>
          <a:bodyPr>
            <a:noAutofit/>
          </a:bodyPr>
          <a:lstStyle/>
          <a:p>
            <a:pPr algn="just"/>
            <a:r>
              <a:rPr lang="en-US" sz="2600" dirty="0">
                <a:latin typeface="Times New Roman" panose="02020603050405020304" pitchFamily="18" charset="0"/>
                <a:cs typeface="Times New Roman" panose="02020603050405020304" pitchFamily="18" charset="0"/>
              </a:rPr>
              <a:t>A </a:t>
            </a:r>
            <a:r>
              <a:rPr lang="en-US" sz="2600" b="1" dirty="0">
                <a:latin typeface="Times New Roman" panose="02020603050405020304" pitchFamily="18" charset="0"/>
                <a:cs typeface="Times New Roman" panose="02020603050405020304" pitchFamily="18" charset="0"/>
              </a:rPr>
              <a:t>First Aid Box</a:t>
            </a:r>
            <a:r>
              <a:rPr lang="en-US" sz="2600" dirty="0">
                <a:latin typeface="Times New Roman" panose="02020603050405020304" pitchFamily="18" charset="0"/>
                <a:cs typeface="Times New Roman" panose="02020603050405020304" pitchFamily="18" charset="0"/>
              </a:rPr>
              <a:t> should always be clearly labeled and preferably stored in a transparent container. It should include essentials like bandages, antiseptic (e.g., Betadine), tapes, and other important medical supplies. Proper labeling ensures that </a:t>
            </a:r>
            <a:r>
              <a:rPr lang="en-US" sz="2600" b="1" dirty="0">
                <a:latin typeface="Times New Roman" panose="02020603050405020304" pitchFamily="18" charset="0"/>
                <a:cs typeface="Times New Roman" panose="02020603050405020304" pitchFamily="18" charset="0"/>
              </a:rPr>
              <a:t>anyone can quickly find and use it in an emergency</a:t>
            </a:r>
            <a:r>
              <a:rPr lang="en-US" sz="2600" dirty="0">
                <a:latin typeface="Times New Roman" panose="02020603050405020304" pitchFamily="18" charset="0"/>
                <a:cs typeface="Times New Roman" panose="02020603050405020304" pitchFamily="18" charset="0"/>
              </a:rPr>
              <a:t>.</a:t>
            </a:r>
          </a:p>
          <a:p>
            <a:pPr algn="just"/>
            <a:r>
              <a:rPr lang="en-US" sz="2600" dirty="0">
                <a:latin typeface="Times New Roman" panose="02020603050405020304" pitchFamily="18" charset="0"/>
                <a:cs typeface="Times New Roman" panose="02020603050405020304" pitchFamily="18" charset="0"/>
              </a:rPr>
              <a:t>This template is especially useful for opaque or colored boxes where contents are not visible. It is also helpful in shared households, where multiple family members maintain separate medicine boxes, each of which can be clearly labeled for easy identification. </a:t>
            </a:r>
          </a:p>
          <a:p>
            <a:pPr algn="just"/>
            <a:r>
              <a:rPr lang="en-US" sz="2600" dirty="0">
                <a:latin typeface="Times New Roman" panose="02020603050405020304" pitchFamily="18" charset="0"/>
                <a:cs typeface="Times New Roman" panose="02020603050405020304" pitchFamily="18" charset="0"/>
              </a:rPr>
              <a:t>Sample labels such as </a:t>
            </a:r>
            <a:r>
              <a:rPr lang="en-US" sz="2600" b="1" dirty="0">
                <a:latin typeface="Times New Roman" panose="02020603050405020304" pitchFamily="18" charset="0"/>
                <a:cs typeface="Times New Roman" panose="02020603050405020304" pitchFamily="18" charset="0"/>
              </a:rPr>
              <a:t>“Member 1” and “Member 2” </a:t>
            </a:r>
            <a:r>
              <a:rPr lang="en-US" sz="2600" dirty="0">
                <a:latin typeface="Times New Roman" panose="02020603050405020304" pitchFamily="18" charset="0"/>
                <a:cs typeface="Times New Roman" panose="02020603050405020304" pitchFamily="18" charset="0"/>
              </a:rPr>
              <a:t>have been provided, which can be replaced or customized according to individual use cases.</a:t>
            </a:r>
          </a:p>
          <a:p>
            <a:pPr algn="just"/>
            <a:r>
              <a:rPr lang="en-US" sz="2600" dirty="0">
                <a:latin typeface="Times New Roman" panose="02020603050405020304" pitchFamily="18" charset="0"/>
                <a:cs typeface="Times New Roman" panose="02020603050405020304" pitchFamily="18" charset="0"/>
              </a:rPr>
              <a:t>The </a:t>
            </a:r>
            <a:r>
              <a:rPr lang="en-US" sz="2600" b="1" dirty="0">
                <a:latin typeface="Times New Roman" panose="02020603050405020304" pitchFamily="18" charset="0"/>
                <a:cs typeface="Times New Roman" panose="02020603050405020304" pitchFamily="18" charset="0"/>
              </a:rPr>
              <a:t>Important / Urgent</a:t>
            </a:r>
            <a:r>
              <a:rPr lang="en-US" sz="2600" dirty="0">
                <a:latin typeface="Times New Roman" panose="02020603050405020304" pitchFamily="18" charset="0"/>
                <a:cs typeface="Times New Roman" panose="02020603050405020304" pitchFamily="18" charset="0"/>
              </a:rPr>
              <a:t> label can be used on a folder (button or zip file) to organize documents that may be needed on short notice, such as admit cards, tickets, or other essential papers. It can also be placed on a box to store urgent or important items, including essential medicines for family members (e.g., BP, heart, or cough medicines) for quick and easy access.</a:t>
            </a:r>
          </a:p>
        </p:txBody>
      </p:sp>
    </p:spTree>
    <p:extLst>
      <p:ext uri="{BB962C8B-B14F-4D97-AF65-F5344CB8AC3E}">
        <p14:creationId xmlns:p14="http://schemas.microsoft.com/office/powerpoint/2010/main" val="783240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71128-3AF7-1DF3-338C-0806E31E8D3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05BFB30-7E54-FCCC-3F53-095D63D25AC8}"/>
              </a:ext>
            </a:extLst>
          </p:cNvPr>
          <p:cNvSpPr txBox="1"/>
          <p:nvPr/>
        </p:nvSpPr>
        <p:spPr>
          <a:xfrm>
            <a:off x="1040556" y="346455"/>
            <a:ext cx="2276802" cy="523220"/>
          </a:xfrm>
          <a:prstGeom prst="rect">
            <a:avLst/>
          </a:prstGeom>
          <a:noFill/>
          <a:ln>
            <a:noFill/>
          </a:ln>
        </p:spPr>
        <p:txBody>
          <a:bodyPr wrap="square" rtlCol="0">
            <a:spAutoFit/>
          </a:bodyPr>
          <a:lstStyle/>
          <a:p>
            <a:r>
              <a:rPr lang="en-IN" sz="2800" b="1" dirty="0">
                <a:latin typeface="Times New Roman" panose="02020603050405020304" pitchFamily="18" charset="0"/>
                <a:cs typeface="Times New Roman" panose="02020603050405020304" pitchFamily="18" charset="0"/>
              </a:rPr>
              <a:t>First Aid Kit</a:t>
            </a:r>
          </a:p>
        </p:txBody>
      </p:sp>
      <p:pic>
        <p:nvPicPr>
          <p:cNvPr id="6" name="Graphic 5" descr="Medical">
            <a:extLst>
              <a:ext uri="{FF2B5EF4-FFF2-40B4-BE49-F238E27FC236}">
                <a16:creationId xmlns:a16="http://schemas.microsoft.com/office/drawing/2014/main" id="{3EE3D1CB-2132-8980-F7B4-6F42B80F4A4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46580" y="279971"/>
            <a:ext cx="737171" cy="737171"/>
          </a:xfrm>
          <a:prstGeom prst="rect">
            <a:avLst/>
          </a:prstGeom>
        </p:spPr>
      </p:pic>
      <p:sp>
        <p:nvSpPr>
          <p:cNvPr id="8" name="TextBox 7">
            <a:extLst>
              <a:ext uri="{FF2B5EF4-FFF2-40B4-BE49-F238E27FC236}">
                <a16:creationId xmlns:a16="http://schemas.microsoft.com/office/drawing/2014/main" id="{C444F23B-7EDF-B0FB-DE90-2C4F234D322A}"/>
              </a:ext>
            </a:extLst>
          </p:cNvPr>
          <p:cNvSpPr txBox="1"/>
          <p:nvPr/>
        </p:nvSpPr>
        <p:spPr>
          <a:xfrm>
            <a:off x="4230979" y="345289"/>
            <a:ext cx="1478705"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Watches</a:t>
            </a:r>
            <a:endParaRPr lang="en-IN" sz="2800" dirty="0">
              <a:latin typeface="Times New Roman" panose="02020603050405020304" pitchFamily="18" charset="0"/>
              <a:cs typeface="Times New Roman" panose="02020603050405020304" pitchFamily="18" charset="0"/>
            </a:endParaRPr>
          </a:p>
        </p:txBody>
      </p:sp>
      <p:pic>
        <p:nvPicPr>
          <p:cNvPr id="10" name="Graphic 9" descr="Watch">
            <a:extLst>
              <a:ext uri="{FF2B5EF4-FFF2-40B4-BE49-F238E27FC236}">
                <a16:creationId xmlns:a16="http://schemas.microsoft.com/office/drawing/2014/main" id="{48DD4024-B87C-D839-0E76-64E546D66D8F}"/>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3350052" y="247715"/>
            <a:ext cx="796645" cy="796645"/>
          </a:xfrm>
          <a:prstGeom prst="rect">
            <a:avLst/>
          </a:prstGeom>
        </p:spPr>
      </p:pic>
      <p:sp>
        <p:nvSpPr>
          <p:cNvPr id="12" name="TextBox 11">
            <a:extLst>
              <a:ext uri="{FF2B5EF4-FFF2-40B4-BE49-F238E27FC236}">
                <a16:creationId xmlns:a16="http://schemas.microsoft.com/office/drawing/2014/main" id="{1ABB02DE-FBD9-D0AD-CC46-843402E55883}"/>
              </a:ext>
            </a:extLst>
          </p:cNvPr>
          <p:cNvSpPr txBox="1"/>
          <p:nvPr/>
        </p:nvSpPr>
        <p:spPr>
          <a:xfrm>
            <a:off x="6751855" y="377184"/>
            <a:ext cx="1594704"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Pendants</a:t>
            </a:r>
          </a:p>
        </p:txBody>
      </p:sp>
      <p:pic>
        <p:nvPicPr>
          <p:cNvPr id="14" name="Graphic 13" descr="Diamond">
            <a:extLst>
              <a:ext uri="{FF2B5EF4-FFF2-40B4-BE49-F238E27FC236}">
                <a16:creationId xmlns:a16="http://schemas.microsoft.com/office/drawing/2014/main" id="{BE4DD2B2-4847-914F-0CE9-60CFE2B62027}"/>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5898522" y="277820"/>
            <a:ext cx="767994" cy="767994"/>
          </a:xfrm>
          <a:prstGeom prst="rect">
            <a:avLst/>
          </a:prstGeom>
        </p:spPr>
      </p:pic>
      <p:sp>
        <p:nvSpPr>
          <p:cNvPr id="16" name="TextBox 15">
            <a:extLst>
              <a:ext uri="{FF2B5EF4-FFF2-40B4-BE49-F238E27FC236}">
                <a16:creationId xmlns:a16="http://schemas.microsoft.com/office/drawing/2014/main" id="{43E97F9E-2B0E-B5FA-E822-0B1249864C73}"/>
              </a:ext>
            </a:extLst>
          </p:cNvPr>
          <p:cNvSpPr txBox="1"/>
          <p:nvPr/>
        </p:nvSpPr>
        <p:spPr>
          <a:xfrm>
            <a:off x="1122452" y="1541391"/>
            <a:ext cx="2014153"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Salt</a:t>
            </a:r>
          </a:p>
        </p:txBody>
      </p:sp>
      <p:pic>
        <p:nvPicPr>
          <p:cNvPr id="18" name="Graphic 17" descr="Bubbles">
            <a:extLst>
              <a:ext uri="{FF2B5EF4-FFF2-40B4-BE49-F238E27FC236}">
                <a16:creationId xmlns:a16="http://schemas.microsoft.com/office/drawing/2014/main" id="{6B227959-59CF-F261-EADA-CC69F474458D}"/>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224319" y="1376737"/>
            <a:ext cx="783404" cy="783404"/>
          </a:xfrm>
          <a:prstGeom prst="rect">
            <a:avLst/>
          </a:prstGeom>
        </p:spPr>
      </p:pic>
      <p:sp>
        <p:nvSpPr>
          <p:cNvPr id="19" name="TextBox 18">
            <a:extLst>
              <a:ext uri="{FF2B5EF4-FFF2-40B4-BE49-F238E27FC236}">
                <a16:creationId xmlns:a16="http://schemas.microsoft.com/office/drawing/2014/main" id="{9800E91C-116C-6692-F11F-CA38D8F6FF3F}"/>
              </a:ext>
            </a:extLst>
          </p:cNvPr>
          <p:cNvSpPr txBox="1"/>
          <p:nvPr/>
        </p:nvSpPr>
        <p:spPr>
          <a:xfrm>
            <a:off x="5041646" y="1467760"/>
            <a:ext cx="1420799"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Biscuits</a:t>
            </a:r>
          </a:p>
        </p:txBody>
      </p:sp>
      <p:pic>
        <p:nvPicPr>
          <p:cNvPr id="21" name="Graphic 20" descr="Coins">
            <a:extLst>
              <a:ext uri="{FF2B5EF4-FFF2-40B4-BE49-F238E27FC236}">
                <a16:creationId xmlns:a16="http://schemas.microsoft.com/office/drawing/2014/main" id="{0B5D284C-0226-C73F-F258-B2E7A6A476D1}"/>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4296110" y="1407559"/>
            <a:ext cx="783404" cy="783404"/>
          </a:xfrm>
          <a:prstGeom prst="rect">
            <a:avLst/>
          </a:prstGeom>
        </p:spPr>
      </p:pic>
      <p:pic>
        <p:nvPicPr>
          <p:cNvPr id="25" name="Graphic 24" descr="Sun">
            <a:extLst>
              <a:ext uri="{FF2B5EF4-FFF2-40B4-BE49-F238E27FC236}">
                <a16:creationId xmlns:a16="http://schemas.microsoft.com/office/drawing/2014/main" id="{B2A9A30F-864E-C270-DF7F-ADE3022DB01D}"/>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6467542" y="1397283"/>
            <a:ext cx="632877" cy="632877"/>
          </a:xfrm>
          <a:prstGeom prst="rect">
            <a:avLst/>
          </a:prstGeom>
        </p:spPr>
      </p:pic>
      <p:sp>
        <p:nvSpPr>
          <p:cNvPr id="27" name="TextBox 26">
            <a:extLst>
              <a:ext uri="{FF2B5EF4-FFF2-40B4-BE49-F238E27FC236}">
                <a16:creationId xmlns:a16="http://schemas.microsoft.com/office/drawing/2014/main" id="{B1CCA45C-138A-3146-6739-DCEF05383D6E}"/>
              </a:ext>
            </a:extLst>
          </p:cNvPr>
          <p:cNvSpPr txBox="1"/>
          <p:nvPr/>
        </p:nvSpPr>
        <p:spPr>
          <a:xfrm>
            <a:off x="1018068" y="3967349"/>
            <a:ext cx="1097812"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Ghee</a:t>
            </a:r>
            <a:endParaRPr lang="en-IN" sz="2800" dirty="0">
              <a:latin typeface="Times New Roman" panose="02020603050405020304" pitchFamily="18" charset="0"/>
              <a:cs typeface="Times New Roman" panose="02020603050405020304" pitchFamily="18" charset="0"/>
            </a:endParaRPr>
          </a:p>
        </p:txBody>
      </p:sp>
      <p:pic>
        <p:nvPicPr>
          <p:cNvPr id="29" name="Graphic 28" descr="Coffee">
            <a:extLst>
              <a:ext uri="{FF2B5EF4-FFF2-40B4-BE49-F238E27FC236}">
                <a16:creationId xmlns:a16="http://schemas.microsoft.com/office/drawing/2014/main" id="{EEB9328E-28CF-96F5-631F-3455867AAE1A}"/>
              </a:ext>
            </a:extLst>
          </p:cNvPr>
          <p:cNvPicPr>
            <a:picLocks noChangeAspect="1"/>
          </p:cNvPicPr>
          <p:nvPr/>
        </p:nvPicPr>
        <p:blipFill>
          <a:blip r:embed="rId15">
            <a:extLst>
              <a:ext uri="{96DAC541-7B7A-43D3-8B79-37D633B846F1}">
                <asvg:svgBlip xmlns:asvg="http://schemas.microsoft.com/office/drawing/2016/SVG/main" r:embed="rId16"/>
              </a:ext>
            </a:extLst>
          </a:blip>
          <a:srcRect/>
          <a:stretch/>
        </p:blipFill>
        <p:spPr>
          <a:xfrm>
            <a:off x="184298" y="2567762"/>
            <a:ext cx="914400" cy="914400"/>
          </a:xfrm>
          <a:prstGeom prst="rect">
            <a:avLst/>
          </a:prstGeom>
        </p:spPr>
      </p:pic>
      <p:sp>
        <p:nvSpPr>
          <p:cNvPr id="30" name="TextBox 29">
            <a:extLst>
              <a:ext uri="{FF2B5EF4-FFF2-40B4-BE49-F238E27FC236}">
                <a16:creationId xmlns:a16="http://schemas.microsoft.com/office/drawing/2014/main" id="{F3CBB582-21B9-9231-D967-A7DF2D277F63}"/>
              </a:ext>
            </a:extLst>
          </p:cNvPr>
          <p:cNvSpPr txBox="1"/>
          <p:nvPr/>
        </p:nvSpPr>
        <p:spPr>
          <a:xfrm>
            <a:off x="3784521" y="2852322"/>
            <a:ext cx="1934241"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Pulses(Dal)</a:t>
            </a:r>
            <a:endParaRPr lang="en-IN" sz="2800" dirty="0">
              <a:latin typeface="Times New Roman" panose="02020603050405020304" pitchFamily="18" charset="0"/>
              <a:cs typeface="Times New Roman" panose="02020603050405020304" pitchFamily="18" charset="0"/>
            </a:endParaRPr>
          </a:p>
        </p:txBody>
      </p:sp>
      <p:pic>
        <p:nvPicPr>
          <p:cNvPr id="32" name="Graphic 31" descr="Box">
            <a:extLst>
              <a:ext uri="{FF2B5EF4-FFF2-40B4-BE49-F238E27FC236}">
                <a16:creationId xmlns:a16="http://schemas.microsoft.com/office/drawing/2014/main" id="{D9CF2088-1CF3-4459-1440-37B0892AE854}"/>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026177" y="2757715"/>
            <a:ext cx="762000" cy="762000"/>
          </a:xfrm>
          <a:prstGeom prst="rect">
            <a:avLst/>
          </a:prstGeom>
        </p:spPr>
      </p:pic>
      <p:sp>
        <p:nvSpPr>
          <p:cNvPr id="33" name="TextBox 32">
            <a:extLst>
              <a:ext uri="{FF2B5EF4-FFF2-40B4-BE49-F238E27FC236}">
                <a16:creationId xmlns:a16="http://schemas.microsoft.com/office/drawing/2014/main" id="{68020621-E897-1D9D-4D7D-3796F3321D76}"/>
              </a:ext>
            </a:extLst>
          </p:cNvPr>
          <p:cNvSpPr txBox="1"/>
          <p:nvPr/>
        </p:nvSpPr>
        <p:spPr>
          <a:xfrm>
            <a:off x="6481808" y="2764116"/>
            <a:ext cx="2015757"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Flour(Aata)</a:t>
            </a:r>
            <a:endParaRPr lang="en-IN" sz="2800" dirty="0">
              <a:latin typeface="Times New Roman" panose="02020603050405020304" pitchFamily="18" charset="0"/>
              <a:cs typeface="Times New Roman" panose="02020603050405020304" pitchFamily="18" charset="0"/>
            </a:endParaRPr>
          </a:p>
        </p:txBody>
      </p:sp>
      <p:pic>
        <p:nvPicPr>
          <p:cNvPr id="35" name="Graphic 34" descr="Pizza">
            <a:extLst>
              <a:ext uri="{FF2B5EF4-FFF2-40B4-BE49-F238E27FC236}">
                <a16:creationId xmlns:a16="http://schemas.microsoft.com/office/drawing/2014/main" id="{762644A2-E1B4-A975-1E21-A4FEA967B5F8}"/>
              </a:ext>
            </a:extLst>
          </p:cNvPr>
          <p:cNvPicPr>
            <a:picLocks noChangeAspect="1"/>
          </p:cNvPicPr>
          <p:nvPr/>
        </p:nvPicPr>
        <p:blipFill>
          <a:blip r:embed="rId19">
            <a:extLst>
              <a:ext uri="{96DAC541-7B7A-43D3-8B79-37D633B846F1}">
                <asvg:svgBlip xmlns:asvg="http://schemas.microsoft.com/office/drawing/2016/SVG/main" r:embed="rId20"/>
              </a:ext>
            </a:extLst>
          </a:blip>
          <a:srcRect/>
          <a:stretch/>
        </p:blipFill>
        <p:spPr>
          <a:xfrm>
            <a:off x="5809998" y="2661006"/>
            <a:ext cx="660632" cy="660632"/>
          </a:xfrm>
          <a:prstGeom prst="rect">
            <a:avLst/>
          </a:prstGeom>
        </p:spPr>
      </p:pic>
      <p:sp>
        <p:nvSpPr>
          <p:cNvPr id="36" name="TextBox 35">
            <a:extLst>
              <a:ext uri="{FF2B5EF4-FFF2-40B4-BE49-F238E27FC236}">
                <a16:creationId xmlns:a16="http://schemas.microsoft.com/office/drawing/2014/main" id="{B30A0D55-5801-2492-3C67-BC2972CDCB70}"/>
              </a:ext>
            </a:extLst>
          </p:cNvPr>
          <p:cNvSpPr txBox="1"/>
          <p:nvPr/>
        </p:nvSpPr>
        <p:spPr>
          <a:xfrm>
            <a:off x="10934699" y="2785700"/>
            <a:ext cx="1257301"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MSTC</a:t>
            </a:r>
            <a:endParaRPr lang="en-IN" sz="2800" dirty="0">
              <a:latin typeface="Times New Roman" panose="02020603050405020304" pitchFamily="18" charset="0"/>
              <a:cs typeface="Times New Roman" panose="02020603050405020304" pitchFamily="18" charset="0"/>
            </a:endParaRPr>
          </a:p>
        </p:txBody>
      </p:sp>
      <p:pic>
        <p:nvPicPr>
          <p:cNvPr id="38" name="Graphic 37" descr="Workflow RTL">
            <a:extLst>
              <a:ext uri="{FF2B5EF4-FFF2-40B4-BE49-F238E27FC236}">
                <a16:creationId xmlns:a16="http://schemas.microsoft.com/office/drawing/2014/main" id="{05799C47-4680-8943-065C-EF1A8D66F066}"/>
              </a:ext>
            </a:extLst>
          </p:cNvPr>
          <p:cNvPicPr>
            <a:picLocks noChangeAspect="1"/>
          </p:cNvPicPr>
          <p:nvPr/>
        </p:nvPicPr>
        <p:blipFill>
          <a:blip r:embed="rId21">
            <a:extLst>
              <a:ext uri="{96DAC541-7B7A-43D3-8B79-37D633B846F1}">
                <asvg:svgBlip xmlns:asvg="http://schemas.microsoft.com/office/drawing/2016/SVG/main" r:embed="rId22"/>
              </a:ext>
            </a:extLst>
          </a:blip>
          <a:srcRect/>
          <a:stretch/>
        </p:blipFill>
        <p:spPr>
          <a:xfrm>
            <a:off x="10402663" y="2778402"/>
            <a:ext cx="580411" cy="580411"/>
          </a:xfrm>
          <a:prstGeom prst="rect">
            <a:avLst/>
          </a:prstGeom>
        </p:spPr>
      </p:pic>
      <p:sp>
        <p:nvSpPr>
          <p:cNvPr id="39" name="TextBox 38">
            <a:extLst>
              <a:ext uri="{FF2B5EF4-FFF2-40B4-BE49-F238E27FC236}">
                <a16:creationId xmlns:a16="http://schemas.microsoft.com/office/drawing/2014/main" id="{7A5358DE-D6B5-0EED-3B89-626573C92305}"/>
              </a:ext>
            </a:extLst>
          </p:cNvPr>
          <p:cNvSpPr txBox="1"/>
          <p:nvPr/>
        </p:nvSpPr>
        <p:spPr>
          <a:xfrm>
            <a:off x="992940" y="2896287"/>
            <a:ext cx="2051198"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Tea Powder</a:t>
            </a:r>
            <a:endParaRPr lang="en-IN" sz="2800" dirty="0">
              <a:latin typeface="Times New Roman" panose="02020603050405020304" pitchFamily="18" charset="0"/>
              <a:cs typeface="Times New Roman" panose="02020603050405020304" pitchFamily="18" charset="0"/>
            </a:endParaRPr>
          </a:p>
        </p:txBody>
      </p:sp>
      <p:sp>
        <p:nvSpPr>
          <p:cNvPr id="41" name="TextBox 40">
            <a:extLst>
              <a:ext uri="{FF2B5EF4-FFF2-40B4-BE49-F238E27FC236}">
                <a16:creationId xmlns:a16="http://schemas.microsoft.com/office/drawing/2014/main" id="{D2FD0F39-7A8B-D6F1-3390-3DF8EA864034}"/>
              </a:ext>
            </a:extLst>
          </p:cNvPr>
          <p:cNvSpPr txBox="1"/>
          <p:nvPr/>
        </p:nvSpPr>
        <p:spPr>
          <a:xfrm>
            <a:off x="3009901" y="3960262"/>
            <a:ext cx="1923606"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Sewing Kit</a:t>
            </a:r>
            <a:endParaRPr lang="en-IN" sz="2800" dirty="0">
              <a:latin typeface="Times New Roman" panose="02020603050405020304" pitchFamily="18" charset="0"/>
              <a:cs typeface="Times New Roman" panose="02020603050405020304" pitchFamily="18" charset="0"/>
            </a:endParaRPr>
          </a:p>
        </p:txBody>
      </p:sp>
      <p:pic>
        <p:nvPicPr>
          <p:cNvPr id="42" name="Graphic 41" descr="Shirt">
            <a:extLst>
              <a:ext uri="{FF2B5EF4-FFF2-40B4-BE49-F238E27FC236}">
                <a16:creationId xmlns:a16="http://schemas.microsoft.com/office/drawing/2014/main" id="{EF56602D-045B-FB19-C5C4-37F90D52058A}"/>
              </a:ext>
            </a:extLst>
          </p:cNvPr>
          <p:cNvPicPr>
            <a:picLocks noChangeAspect="1"/>
          </p:cNvPicPr>
          <p:nvPr/>
        </p:nvPicPr>
        <p:blipFill>
          <a:blip r:embed="rId23">
            <a:extLst>
              <a:ext uri="{96DAC541-7B7A-43D3-8B79-37D633B846F1}">
                <asvg:svgBlip xmlns:asvg="http://schemas.microsoft.com/office/drawing/2016/SVG/main" r:embed="rId24"/>
              </a:ext>
            </a:extLst>
          </a:blip>
          <a:srcRect/>
          <a:stretch/>
        </p:blipFill>
        <p:spPr>
          <a:xfrm>
            <a:off x="2222206" y="3829493"/>
            <a:ext cx="710609" cy="710609"/>
          </a:xfrm>
          <a:prstGeom prst="rect">
            <a:avLst/>
          </a:prstGeom>
        </p:spPr>
      </p:pic>
      <p:sp>
        <p:nvSpPr>
          <p:cNvPr id="43" name="TextBox 42">
            <a:extLst>
              <a:ext uri="{FF2B5EF4-FFF2-40B4-BE49-F238E27FC236}">
                <a16:creationId xmlns:a16="http://schemas.microsoft.com/office/drawing/2014/main" id="{92D90684-5375-D3F5-81B7-C41A003A18B8}"/>
              </a:ext>
            </a:extLst>
          </p:cNvPr>
          <p:cNvSpPr txBox="1"/>
          <p:nvPr/>
        </p:nvSpPr>
        <p:spPr>
          <a:xfrm>
            <a:off x="7776831" y="3953174"/>
            <a:ext cx="4535671"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Coriander(Dhania) Powder</a:t>
            </a:r>
            <a:endParaRPr lang="en-IN" sz="2800" dirty="0">
              <a:latin typeface="Times New Roman" panose="02020603050405020304" pitchFamily="18" charset="0"/>
              <a:cs typeface="Times New Roman" panose="02020603050405020304" pitchFamily="18" charset="0"/>
            </a:endParaRPr>
          </a:p>
        </p:txBody>
      </p:sp>
      <p:pic>
        <p:nvPicPr>
          <p:cNvPr id="44" name="Graphic 43" descr="Flowers in pot">
            <a:extLst>
              <a:ext uri="{FF2B5EF4-FFF2-40B4-BE49-F238E27FC236}">
                <a16:creationId xmlns:a16="http://schemas.microsoft.com/office/drawing/2014/main" id="{668E99D5-D1FC-460D-DC96-1A80B8399199}"/>
              </a:ext>
            </a:extLst>
          </p:cNvPr>
          <p:cNvPicPr>
            <a:picLocks noChangeAspect="1"/>
          </p:cNvPicPr>
          <p:nvPr/>
        </p:nvPicPr>
        <p:blipFill>
          <a:blip r:embed="rId25">
            <a:extLst>
              <a:ext uri="{96DAC541-7B7A-43D3-8B79-37D633B846F1}">
                <asvg:svgBlip xmlns:asvg="http://schemas.microsoft.com/office/drawing/2016/SVG/main" r:embed="rId26"/>
              </a:ext>
            </a:extLst>
          </a:blip>
          <a:srcRect/>
          <a:stretch/>
        </p:blipFill>
        <p:spPr>
          <a:xfrm>
            <a:off x="6943063" y="3765697"/>
            <a:ext cx="733646" cy="733646"/>
          </a:xfrm>
          <a:prstGeom prst="rect">
            <a:avLst/>
          </a:prstGeom>
        </p:spPr>
      </p:pic>
      <p:sp>
        <p:nvSpPr>
          <p:cNvPr id="45" name="TextBox 44">
            <a:extLst>
              <a:ext uri="{FF2B5EF4-FFF2-40B4-BE49-F238E27FC236}">
                <a16:creationId xmlns:a16="http://schemas.microsoft.com/office/drawing/2014/main" id="{D221C446-29F8-2408-0994-CC7E6C1578D7}"/>
              </a:ext>
            </a:extLst>
          </p:cNvPr>
          <p:cNvSpPr txBox="1"/>
          <p:nvPr/>
        </p:nvSpPr>
        <p:spPr>
          <a:xfrm>
            <a:off x="904126" y="5208891"/>
            <a:ext cx="179762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Member 1</a:t>
            </a:r>
            <a:endParaRPr lang="en-IN" sz="2800" dirty="0">
              <a:latin typeface="Times New Roman" panose="02020603050405020304" pitchFamily="18" charset="0"/>
              <a:cs typeface="Times New Roman" panose="02020603050405020304" pitchFamily="18" charset="0"/>
            </a:endParaRPr>
          </a:p>
        </p:txBody>
      </p:sp>
      <p:pic>
        <p:nvPicPr>
          <p:cNvPr id="46" name="Graphic 45" descr="Water">
            <a:extLst>
              <a:ext uri="{FF2B5EF4-FFF2-40B4-BE49-F238E27FC236}">
                <a16:creationId xmlns:a16="http://schemas.microsoft.com/office/drawing/2014/main" id="{C048749C-2BB1-71B2-F9A9-38DE096AFFA5}"/>
              </a:ext>
            </a:extLst>
          </p:cNvPr>
          <p:cNvPicPr>
            <a:picLocks noChangeAspect="1"/>
          </p:cNvPicPr>
          <p:nvPr/>
        </p:nvPicPr>
        <p:blipFill>
          <a:blip r:embed="rId27">
            <a:extLst>
              <a:ext uri="{96DAC541-7B7A-43D3-8B79-37D633B846F1}">
                <asvg:svgBlip xmlns:asvg="http://schemas.microsoft.com/office/drawing/2016/SVG/main" r:embed="rId28"/>
              </a:ext>
            </a:extLst>
          </a:blip>
          <a:srcRect/>
          <a:stretch/>
        </p:blipFill>
        <p:spPr>
          <a:xfrm>
            <a:off x="170121" y="3795822"/>
            <a:ext cx="799213" cy="799213"/>
          </a:xfrm>
          <a:prstGeom prst="rect">
            <a:avLst/>
          </a:prstGeom>
        </p:spPr>
      </p:pic>
      <p:pic>
        <p:nvPicPr>
          <p:cNvPr id="47" name="Graphic 46" descr="School girl">
            <a:extLst>
              <a:ext uri="{FF2B5EF4-FFF2-40B4-BE49-F238E27FC236}">
                <a16:creationId xmlns:a16="http://schemas.microsoft.com/office/drawing/2014/main" id="{5D6B59F6-6903-29EE-2D4F-1293D8A19B32}"/>
              </a:ext>
            </a:extLst>
          </p:cNvPr>
          <p:cNvPicPr>
            <a:picLocks noChangeAspect="1"/>
          </p:cNvPicPr>
          <p:nvPr/>
        </p:nvPicPr>
        <p:blipFill>
          <a:blip r:embed="rId29">
            <a:extLst>
              <a:ext uri="{96DAC541-7B7A-43D3-8B79-37D633B846F1}">
                <asvg:svgBlip xmlns:asvg="http://schemas.microsoft.com/office/drawing/2016/SVG/main" r:embed="rId30"/>
              </a:ext>
            </a:extLst>
          </a:blip>
          <a:srcRect/>
          <a:stretch/>
        </p:blipFill>
        <p:spPr>
          <a:xfrm>
            <a:off x="223283" y="5030972"/>
            <a:ext cx="827568" cy="827568"/>
          </a:xfrm>
          <a:prstGeom prst="rect">
            <a:avLst/>
          </a:prstGeom>
        </p:spPr>
      </p:pic>
      <p:pic>
        <p:nvPicPr>
          <p:cNvPr id="48" name="Graphic 47" descr="Lightbulb and gear">
            <a:extLst>
              <a:ext uri="{FF2B5EF4-FFF2-40B4-BE49-F238E27FC236}">
                <a16:creationId xmlns:a16="http://schemas.microsoft.com/office/drawing/2014/main" id="{674C905E-1958-17AC-9ED8-CD17524CDBA2}"/>
              </a:ext>
            </a:extLst>
          </p:cNvPr>
          <p:cNvPicPr>
            <a:picLocks noChangeAspect="1"/>
          </p:cNvPicPr>
          <p:nvPr/>
        </p:nvPicPr>
        <p:blipFill>
          <a:blip r:embed="rId31">
            <a:extLst>
              <a:ext uri="{96DAC541-7B7A-43D3-8B79-37D633B846F1}">
                <asvg:svgBlip xmlns:asvg="http://schemas.microsoft.com/office/drawing/2016/SVG/main" r:embed="rId32"/>
              </a:ext>
            </a:extLst>
          </a:blip>
          <a:srcRect/>
          <a:stretch/>
        </p:blipFill>
        <p:spPr>
          <a:xfrm>
            <a:off x="2736111" y="5103627"/>
            <a:ext cx="726559" cy="726559"/>
          </a:xfrm>
          <a:prstGeom prst="rect">
            <a:avLst/>
          </a:prstGeom>
        </p:spPr>
      </p:pic>
      <p:sp>
        <p:nvSpPr>
          <p:cNvPr id="49" name="TextBox 48">
            <a:extLst>
              <a:ext uri="{FF2B5EF4-FFF2-40B4-BE49-F238E27FC236}">
                <a16:creationId xmlns:a16="http://schemas.microsoft.com/office/drawing/2014/main" id="{7260B5A2-8274-1DE8-9A16-E2B9BA7A0576}"/>
              </a:ext>
            </a:extLst>
          </p:cNvPr>
          <p:cNvSpPr txBox="1"/>
          <p:nvPr/>
        </p:nvSpPr>
        <p:spPr>
          <a:xfrm>
            <a:off x="3487329" y="5212077"/>
            <a:ext cx="1246668"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Mem 2</a:t>
            </a:r>
            <a:endParaRPr lang="en-IN" sz="2800" dirty="0">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CE251812-99C6-441D-A30D-FB1B1F9D1F78}"/>
              </a:ext>
            </a:extLst>
          </p:cNvPr>
          <p:cNvSpPr txBox="1"/>
          <p:nvPr/>
        </p:nvSpPr>
        <p:spPr>
          <a:xfrm>
            <a:off x="5681897" y="5234376"/>
            <a:ext cx="1328184"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Mem 3</a:t>
            </a:r>
            <a:endParaRPr lang="en-IN" sz="2800" dirty="0">
              <a:latin typeface="Times New Roman" panose="02020603050405020304" pitchFamily="18" charset="0"/>
              <a:cs typeface="Times New Roman" panose="02020603050405020304" pitchFamily="18" charset="0"/>
            </a:endParaRPr>
          </a:p>
        </p:txBody>
      </p:sp>
      <p:pic>
        <p:nvPicPr>
          <p:cNvPr id="51" name="Graphic 50" descr="World">
            <a:extLst>
              <a:ext uri="{FF2B5EF4-FFF2-40B4-BE49-F238E27FC236}">
                <a16:creationId xmlns:a16="http://schemas.microsoft.com/office/drawing/2014/main" id="{0ABA4208-76EF-8273-F042-B9BB65A3DF5E}"/>
              </a:ext>
            </a:extLst>
          </p:cNvPr>
          <p:cNvPicPr>
            <a:picLocks noChangeAspect="1"/>
          </p:cNvPicPr>
          <p:nvPr/>
        </p:nvPicPr>
        <p:blipFill>
          <a:blip r:embed="rId33">
            <a:extLst>
              <a:ext uri="{96DAC541-7B7A-43D3-8B79-37D633B846F1}">
                <asvg:svgBlip xmlns:asvg="http://schemas.microsoft.com/office/drawing/2016/SVG/main" r:embed="rId34"/>
              </a:ext>
            </a:extLst>
          </a:blip>
          <a:srcRect/>
          <a:stretch/>
        </p:blipFill>
        <p:spPr>
          <a:xfrm>
            <a:off x="4951228" y="5107171"/>
            <a:ext cx="726559" cy="726559"/>
          </a:xfrm>
          <a:prstGeom prst="rect">
            <a:avLst/>
          </a:prstGeom>
        </p:spPr>
      </p:pic>
      <p:sp>
        <p:nvSpPr>
          <p:cNvPr id="52" name="TextBox 51">
            <a:extLst>
              <a:ext uri="{FF2B5EF4-FFF2-40B4-BE49-F238E27FC236}">
                <a16:creationId xmlns:a16="http://schemas.microsoft.com/office/drawing/2014/main" id="{B173C80D-2393-308B-38FD-80F7918D35B4}"/>
              </a:ext>
            </a:extLst>
          </p:cNvPr>
          <p:cNvSpPr txBox="1"/>
          <p:nvPr/>
        </p:nvSpPr>
        <p:spPr>
          <a:xfrm>
            <a:off x="7787462" y="5080224"/>
            <a:ext cx="2100817"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Sticky Notes</a:t>
            </a:r>
            <a:endParaRPr lang="en-IN" sz="2800" dirty="0">
              <a:latin typeface="Times New Roman" panose="02020603050405020304" pitchFamily="18" charset="0"/>
              <a:cs typeface="Times New Roman" panose="02020603050405020304" pitchFamily="18" charset="0"/>
            </a:endParaRPr>
          </a:p>
        </p:txBody>
      </p:sp>
      <p:pic>
        <p:nvPicPr>
          <p:cNvPr id="53" name="Graphic 52" descr="Checklist RTL">
            <a:extLst>
              <a:ext uri="{FF2B5EF4-FFF2-40B4-BE49-F238E27FC236}">
                <a16:creationId xmlns:a16="http://schemas.microsoft.com/office/drawing/2014/main" id="{3DB74308-A393-820A-F0DE-7A81882A82B0}"/>
              </a:ext>
            </a:extLst>
          </p:cNvPr>
          <p:cNvPicPr>
            <a:picLocks noChangeAspect="1"/>
          </p:cNvPicPr>
          <p:nvPr/>
        </p:nvPicPr>
        <p:blipFill>
          <a:blip r:embed="rId35">
            <a:extLst>
              <a:ext uri="{96DAC541-7B7A-43D3-8B79-37D633B846F1}">
                <asvg:svgBlip xmlns:asvg="http://schemas.microsoft.com/office/drawing/2016/SVG/main" r:embed="rId36"/>
              </a:ext>
            </a:extLst>
          </a:blip>
          <a:srcRect/>
          <a:stretch/>
        </p:blipFill>
        <p:spPr>
          <a:xfrm>
            <a:off x="7005086" y="5006162"/>
            <a:ext cx="726559" cy="726559"/>
          </a:xfrm>
          <a:prstGeom prst="rect">
            <a:avLst/>
          </a:prstGeom>
        </p:spPr>
      </p:pic>
      <p:pic>
        <p:nvPicPr>
          <p:cNvPr id="54" name="Graphic 53" descr="Battery charging">
            <a:extLst>
              <a:ext uri="{FF2B5EF4-FFF2-40B4-BE49-F238E27FC236}">
                <a16:creationId xmlns:a16="http://schemas.microsoft.com/office/drawing/2014/main" id="{1BF27AF3-E359-6CB7-C9DD-2AE19914FB72}"/>
              </a:ext>
            </a:extLst>
          </p:cNvPr>
          <p:cNvPicPr>
            <a:picLocks noChangeAspect="1"/>
          </p:cNvPicPr>
          <p:nvPr/>
        </p:nvPicPr>
        <p:blipFill>
          <a:blip r:embed="rId37">
            <a:extLst>
              <a:ext uri="{96DAC541-7B7A-43D3-8B79-37D633B846F1}">
                <asvg:svgBlip xmlns:asvg="http://schemas.microsoft.com/office/drawing/2016/SVG/main" r:embed="rId38"/>
              </a:ext>
            </a:extLst>
          </a:blip>
          <a:srcRect/>
          <a:stretch/>
        </p:blipFill>
        <p:spPr>
          <a:xfrm>
            <a:off x="267588" y="6030432"/>
            <a:ext cx="726559" cy="726559"/>
          </a:xfrm>
          <a:prstGeom prst="rect">
            <a:avLst/>
          </a:prstGeom>
        </p:spPr>
      </p:pic>
      <p:sp>
        <p:nvSpPr>
          <p:cNvPr id="55" name="TextBox 54">
            <a:extLst>
              <a:ext uri="{FF2B5EF4-FFF2-40B4-BE49-F238E27FC236}">
                <a16:creationId xmlns:a16="http://schemas.microsoft.com/office/drawing/2014/main" id="{94B2575C-4E07-6086-F07C-4ACB2ED2B388}"/>
              </a:ext>
            </a:extLst>
          </p:cNvPr>
          <p:cNvSpPr txBox="1"/>
          <p:nvPr/>
        </p:nvSpPr>
        <p:spPr>
          <a:xfrm>
            <a:off x="1049963" y="6115127"/>
            <a:ext cx="2033479"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Galaxy A35</a:t>
            </a:r>
            <a:endParaRPr lang="en-IN" sz="2800" dirty="0">
              <a:latin typeface="Times New Roman" panose="02020603050405020304" pitchFamily="18" charset="0"/>
              <a:cs typeface="Times New Roman" panose="02020603050405020304" pitchFamily="18" charset="0"/>
            </a:endParaRPr>
          </a:p>
        </p:txBody>
      </p:sp>
      <p:pic>
        <p:nvPicPr>
          <p:cNvPr id="57" name="Graphic 56" descr="Lock">
            <a:extLst>
              <a:ext uri="{FF2B5EF4-FFF2-40B4-BE49-F238E27FC236}">
                <a16:creationId xmlns:a16="http://schemas.microsoft.com/office/drawing/2014/main" id="{7A74D444-6AF5-DDEC-054C-760E026B40F4}"/>
              </a:ext>
            </a:extLst>
          </p:cNvPr>
          <p:cNvPicPr>
            <a:picLocks noChangeAspect="1"/>
          </p:cNvPicPr>
          <p:nvPr/>
        </p:nvPicPr>
        <p:blipFill>
          <a:blip r:embed="rId39">
            <a:extLst>
              <a:ext uri="{96DAC541-7B7A-43D3-8B79-37D633B846F1}">
                <asvg:svgBlip xmlns:asvg="http://schemas.microsoft.com/office/drawing/2016/SVG/main" r:embed="rId40"/>
              </a:ext>
            </a:extLst>
          </a:blip>
          <a:srcRect/>
          <a:stretch/>
        </p:blipFill>
        <p:spPr>
          <a:xfrm>
            <a:off x="3274828" y="6081823"/>
            <a:ext cx="659220" cy="659220"/>
          </a:xfrm>
          <a:prstGeom prst="rect">
            <a:avLst/>
          </a:prstGeom>
        </p:spPr>
      </p:pic>
      <p:sp>
        <p:nvSpPr>
          <p:cNvPr id="58" name="TextBox 57">
            <a:extLst>
              <a:ext uri="{FF2B5EF4-FFF2-40B4-BE49-F238E27FC236}">
                <a16:creationId xmlns:a16="http://schemas.microsoft.com/office/drawing/2014/main" id="{EBF05E88-E73E-C99D-314D-45324849B327}"/>
              </a:ext>
            </a:extLst>
          </p:cNvPr>
          <p:cNvSpPr txBox="1"/>
          <p:nvPr/>
        </p:nvSpPr>
        <p:spPr>
          <a:xfrm>
            <a:off x="3881771" y="6139936"/>
            <a:ext cx="1987401"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Spare Keys</a:t>
            </a:r>
            <a:endParaRPr lang="en-IN" sz="2800" dirty="0">
              <a:latin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08E039FF-AAA0-826F-0064-07B64456647F}"/>
              </a:ext>
            </a:extLst>
          </p:cNvPr>
          <p:cNvSpPr txBox="1"/>
          <p:nvPr/>
        </p:nvSpPr>
        <p:spPr>
          <a:xfrm>
            <a:off x="6618766" y="6164746"/>
            <a:ext cx="1866015"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Envelopes</a:t>
            </a:r>
            <a:endParaRPr lang="en-IN" sz="2800" dirty="0">
              <a:latin typeface="Times New Roman" panose="02020603050405020304" pitchFamily="18" charset="0"/>
              <a:cs typeface="Times New Roman" panose="02020603050405020304" pitchFamily="18" charset="0"/>
            </a:endParaRPr>
          </a:p>
        </p:txBody>
      </p:sp>
      <p:pic>
        <p:nvPicPr>
          <p:cNvPr id="2" name="Graphic 1" descr="Ring">
            <a:extLst>
              <a:ext uri="{FF2B5EF4-FFF2-40B4-BE49-F238E27FC236}">
                <a16:creationId xmlns:a16="http://schemas.microsoft.com/office/drawing/2014/main" id="{C4F37E08-F7E3-D910-B568-7C346FCAD52E}"/>
              </a:ext>
            </a:extLst>
          </p:cNvPr>
          <p:cNvPicPr>
            <a:picLocks noChangeAspect="1"/>
          </p:cNvPicPr>
          <p:nvPr/>
        </p:nvPicPr>
        <p:blipFill>
          <a:blip r:embed="rId41">
            <a:extLst>
              <a:ext uri="{96DAC541-7B7A-43D3-8B79-37D633B846F1}">
                <asvg:svgBlip xmlns:asvg="http://schemas.microsoft.com/office/drawing/2016/SVG/main" r:embed="rId42"/>
              </a:ext>
            </a:extLst>
          </a:blip>
          <a:srcRect/>
          <a:stretch/>
        </p:blipFill>
        <p:spPr>
          <a:xfrm>
            <a:off x="8602737" y="196303"/>
            <a:ext cx="767994" cy="767994"/>
          </a:xfrm>
          <a:prstGeom prst="rect">
            <a:avLst/>
          </a:prstGeom>
        </p:spPr>
      </p:pic>
      <p:sp>
        <p:nvSpPr>
          <p:cNvPr id="3" name="TextBox 2">
            <a:extLst>
              <a:ext uri="{FF2B5EF4-FFF2-40B4-BE49-F238E27FC236}">
                <a16:creationId xmlns:a16="http://schemas.microsoft.com/office/drawing/2014/main" id="{C9037F59-705F-F0BD-B248-416D262972D4}"/>
              </a:ext>
            </a:extLst>
          </p:cNvPr>
          <p:cNvSpPr txBox="1"/>
          <p:nvPr/>
        </p:nvSpPr>
        <p:spPr>
          <a:xfrm>
            <a:off x="9402906" y="359463"/>
            <a:ext cx="1594704"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Earrings</a:t>
            </a:r>
          </a:p>
        </p:txBody>
      </p:sp>
      <p:pic>
        <p:nvPicPr>
          <p:cNvPr id="5" name="Graphic 4" descr="Cake">
            <a:extLst>
              <a:ext uri="{FF2B5EF4-FFF2-40B4-BE49-F238E27FC236}">
                <a16:creationId xmlns:a16="http://schemas.microsoft.com/office/drawing/2014/main" id="{AD805FD9-2243-588A-D657-9ED874FCB898}"/>
              </a:ext>
            </a:extLst>
          </p:cNvPr>
          <p:cNvPicPr>
            <a:picLocks noChangeAspect="1"/>
          </p:cNvPicPr>
          <p:nvPr/>
        </p:nvPicPr>
        <p:blipFill>
          <a:blip r:embed="rId43">
            <a:extLst>
              <a:ext uri="{96DAC541-7B7A-43D3-8B79-37D633B846F1}">
                <asvg:svgBlip xmlns:asvg="http://schemas.microsoft.com/office/drawing/2016/SVG/main" r:embed="rId44"/>
              </a:ext>
            </a:extLst>
          </a:blip>
          <a:srcRect/>
          <a:stretch/>
        </p:blipFill>
        <p:spPr>
          <a:xfrm>
            <a:off x="2024766" y="1348384"/>
            <a:ext cx="783404" cy="783404"/>
          </a:xfrm>
          <a:prstGeom prst="rect">
            <a:avLst/>
          </a:prstGeom>
        </p:spPr>
      </p:pic>
      <p:sp>
        <p:nvSpPr>
          <p:cNvPr id="7" name="TextBox 6">
            <a:extLst>
              <a:ext uri="{FF2B5EF4-FFF2-40B4-BE49-F238E27FC236}">
                <a16:creationId xmlns:a16="http://schemas.microsoft.com/office/drawing/2014/main" id="{CF948FB2-670D-9B35-E6E1-EB65B99D97DB}"/>
              </a:ext>
            </a:extLst>
          </p:cNvPr>
          <p:cNvSpPr txBox="1"/>
          <p:nvPr/>
        </p:nvSpPr>
        <p:spPr>
          <a:xfrm>
            <a:off x="2945560" y="1480503"/>
            <a:ext cx="1116078"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Sugar</a:t>
            </a:r>
          </a:p>
        </p:txBody>
      </p:sp>
      <p:sp>
        <p:nvSpPr>
          <p:cNvPr id="9" name="TextBox 8">
            <a:extLst>
              <a:ext uri="{FF2B5EF4-FFF2-40B4-BE49-F238E27FC236}">
                <a16:creationId xmlns:a16="http://schemas.microsoft.com/office/drawing/2014/main" id="{C375EE8D-B0BC-FC60-FB3D-F930ED2BBD5C}"/>
              </a:ext>
            </a:extLst>
          </p:cNvPr>
          <p:cNvSpPr txBox="1"/>
          <p:nvPr/>
        </p:nvSpPr>
        <p:spPr>
          <a:xfrm>
            <a:off x="7171822" y="1490778"/>
            <a:ext cx="1711502"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Turmeric</a:t>
            </a:r>
          </a:p>
        </p:txBody>
      </p:sp>
      <p:pic>
        <p:nvPicPr>
          <p:cNvPr id="11" name="Graphic 10" descr="Fire">
            <a:extLst>
              <a:ext uri="{FF2B5EF4-FFF2-40B4-BE49-F238E27FC236}">
                <a16:creationId xmlns:a16="http://schemas.microsoft.com/office/drawing/2014/main" id="{08E7EDC5-26FA-180D-2635-8ACDA7BD37DD}"/>
              </a:ext>
            </a:extLst>
          </p:cNvPr>
          <p:cNvPicPr>
            <a:picLocks noChangeAspect="1"/>
          </p:cNvPicPr>
          <p:nvPr/>
        </p:nvPicPr>
        <p:blipFill>
          <a:blip r:embed="rId45">
            <a:extLst>
              <a:ext uri="{96DAC541-7B7A-43D3-8B79-37D633B846F1}">
                <asvg:svgBlip xmlns:asvg="http://schemas.microsoft.com/office/drawing/2016/SVG/main" r:embed="rId46"/>
              </a:ext>
            </a:extLst>
          </a:blip>
          <a:srcRect/>
          <a:stretch/>
        </p:blipFill>
        <p:spPr>
          <a:xfrm>
            <a:off x="8798659" y="1315092"/>
            <a:ext cx="636062" cy="636062"/>
          </a:xfrm>
          <a:prstGeom prst="rect">
            <a:avLst/>
          </a:prstGeom>
        </p:spPr>
      </p:pic>
      <p:sp>
        <p:nvSpPr>
          <p:cNvPr id="13" name="TextBox 12">
            <a:extLst>
              <a:ext uri="{FF2B5EF4-FFF2-40B4-BE49-F238E27FC236}">
                <a16:creationId xmlns:a16="http://schemas.microsoft.com/office/drawing/2014/main" id="{13DDCCA4-04F1-656E-54CA-B8C677A0C380}"/>
              </a:ext>
            </a:extLst>
          </p:cNvPr>
          <p:cNvSpPr txBox="1"/>
          <p:nvPr/>
        </p:nvSpPr>
        <p:spPr>
          <a:xfrm>
            <a:off x="9407964" y="1454301"/>
            <a:ext cx="1711502"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Chillies</a:t>
            </a:r>
          </a:p>
        </p:txBody>
      </p:sp>
      <p:pic>
        <p:nvPicPr>
          <p:cNvPr id="15" name="Graphic 14" descr="Sock">
            <a:extLst>
              <a:ext uri="{FF2B5EF4-FFF2-40B4-BE49-F238E27FC236}">
                <a16:creationId xmlns:a16="http://schemas.microsoft.com/office/drawing/2014/main" id="{25B36778-F450-E5DE-0379-3A960A57B73E}"/>
              </a:ext>
            </a:extLst>
          </p:cNvPr>
          <p:cNvPicPr>
            <a:picLocks noChangeAspect="1"/>
          </p:cNvPicPr>
          <p:nvPr/>
        </p:nvPicPr>
        <p:blipFill>
          <a:blip r:embed="rId47">
            <a:extLst>
              <a:ext uri="{96DAC541-7B7A-43D3-8B79-37D633B846F1}">
                <asvg:svgBlip xmlns:asvg="http://schemas.microsoft.com/office/drawing/2016/SVG/main" r:embed="rId48"/>
              </a:ext>
            </a:extLst>
          </a:blip>
          <a:srcRect/>
          <a:stretch/>
        </p:blipFill>
        <p:spPr>
          <a:xfrm>
            <a:off x="4905153" y="3788734"/>
            <a:ext cx="799213" cy="799213"/>
          </a:xfrm>
          <a:prstGeom prst="rect">
            <a:avLst/>
          </a:prstGeom>
        </p:spPr>
      </p:pic>
      <p:sp>
        <p:nvSpPr>
          <p:cNvPr id="17" name="TextBox 16">
            <a:extLst>
              <a:ext uri="{FF2B5EF4-FFF2-40B4-BE49-F238E27FC236}">
                <a16:creationId xmlns:a16="http://schemas.microsoft.com/office/drawing/2014/main" id="{898BAE1A-80F5-BDAF-51FB-517B38BDB705}"/>
              </a:ext>
            </a:extLst>
          </p:cNvPr>
          <p:cNvSpPr txBox="1"/>
          <p:nvPr/>
        </p:nvSpPr>
        <p:spPr>
          <a:xfrm>
            <a:off x="5756645" y="3953174"/>
            <a:ext cx="1186415"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Socks</a:t>
            </a:r>
            <a:endParaRPr lang="en-IN" sz="2800" dirty="0">
              <a:latin typeface="Times New Roman" panose="02020603050405020304" pitchFamily="18" charset="0"/>
              <a:cs typeface="Times New Roman" panose="02020603050405020304" pitchFamily="18" charset="0"/>
            </a:endParaRPr>
          </a:p>
        </p:txBody>
      </p:sp>
      <p:pic>
        <p:nvPicPr>
          <p:cNvPr id="20" name="Graphic 19" descr="Pin">
            <a:extLst>
              <a:ext uri="{FF2B5EF4-FFF2-40B4-BE49-F238E27FC236}">
                <a16:creationId xmlns:a16="http://schemas.microsoft.com/office/drawing/2014/main" id="{CF83C4AD-3D1F-22FA-486A-F945674F7739}"/>
              </a:ext>
            </a:extLst>
          </p:cNvPr>
          <p:cNvPicPr>
            <a:picLocks noChangeAspect="1"/>
          </p:cNvPicPr>
          <p:nvPr/>
        </p:nvPicPr>
        <p:blipFill>
          <a:blip r:embed="rId49">
            <a:extLst>
              <a:ext uri="{96DAC541-7B7A-43D3-8B79-37D633B846F1}">
                <asvg:svgBlip xmlns:asvg="http://schemas.microsoft.com/office/drawing/2016/SVG/main" r:embed="rId50"/>
              </a:ext>
            </a:extLst>
          </a:blip>
          <a:srcRect/>
          <a:stretch/>
        </p:blipFill>
        <p:spPr>
          <a:xfrm>
            <a:off x="10007012" y="4967177"/>
            <a:ext cx="726559" cy="726559"/>
          </a:xfrm>
          <a:prstGeom prst="rect">
            <a:avLst/>
          </a:prstGeom>
        </p:spPr>
      </p:pic>
      <p:sp>
        <p:nvSpPr>
          <p:cNvPr id="22" name="TextBox 21">
            <a:extLst>
              <a:ext uri="{FF2B5EF4-FFF2-40B4-BE49-F238E27FC236}">
                <a16:creationId xmlns:a16="http://schemas.microsoft.com/office/drawing/2014/main" id="{FA68EC28-A61D-F320-4446-1A27F8634D41}"/>
              </a:ext>
            </a:extLst>
          </p:cNvPr>
          <p:cNvSpPr txBox="1"/>
          <p:nvPr/>
        </p:nvSpPr>
        <p:spPr>
          <a:xfrm>
            <a:off x="10782300" y="5115665"/>
            <a:ext cx="2100817"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Stapler</a:t>
            </a:r>
            <a:endParaRPr lang="en-IN" sz="2800" dirty="0">
              <a:latin typeface="Times New Roman" panose="02020603050405020304" pitchFamily="18" charset="0"/>
              <a:cs typeface="Times New Roman" panose="02020603050405020304" pitchFamily="18" charset="0"/>
            </a:endParaRPr>
          </a:p>
        </p:txBody>
      </p:sp>
      <p:pic>
        <p:nvPicPr>
          <p:cNvPr id="24" name="Graphic 23" descr="Envelope">
            <a:extLst>
              <a:ext uri="{FF2B5EF4-FFF2-40B4-BE49-F238E27FC236}">
                <a16:creationId xmlns:a16="http://schemas.microsoft.com/office/drawing/2014/main" id="{10FCFC34-73A6-936A-A0FD-8EF87E30801A}"/>
              </a:ext>
            </a:extLst>
          </p:cNvPr>
          <p:cNvPicPr>
            <a:picLocks noChangeAspect="1"/>
          </p:cNvPicPr>
          <p:nvPr/>
        </p:nvPicPr>
        <p:blipFill>
          <a:blip r:embed="rId51">
            <a:extLst>
              <a:ext uri="{96DAC541-7B7A-43D3-8B79-37D633B846F1}">
                <asvg:svgBlip xmlns:asvg="http://schemas.microsoft.com/office/drawing/2016/SVG/main" r:embed="rId52"/>
              </a:ext>
            </a:extLst>
          </a:blip>
          <a:srcRect/>
          <a:stretch/>
        </p:blipFill>
        <p:spPr>
          <a:xfrm>
            <a:off x="5915246" y="6117265"/>
            <a:ext cx="659220" cy="659220"/>
          </a:xfrm>
          <a:prstGeom prst="rect">
            <a:avLst/>
          </a:prstGeom>
        </p:spPr>
      </p:pic>
      <p:pic>
        <p:nvPicPr>
          <p:cNvPr id="26" name="Graphic 25" descr="High voltage">
            <a:extLst>
              <a:ext uri="{FF2B5EF4-FFF2-40B4-BE49-F238E27FC236}">
                <a16:creationId xmlns:a16="http://schemas.microsoft.com/office/drawing/2014/main" id="{295342D3-0A22-C83D-9927-186423ADB03B}"/>
              </a:ext>
            </a:extLst>
          </p:cNvPr>
          <p:cNvPicPr>
            <a:picLocks noChangeAspect="1"/>
          </p:cNvPicPr>
          <p:nvPr/>
        </p:nvPicPr>
        <p:blipFill>
          <a:blip r:embed="rId53">
            <a:extLst>
              <a:ext uri="{96DAC541-7B7A-43D3-8B79-37D633B846F1}">
                <asvg:svgBlip xmlns:asvg="http://schemas.microsoft.com/office/drawing/2016/SVG/main" r:embed="rId54"/>
              </a:ext>
            </a:extLst>
          </a:blip>
          <a:srcRect/>
          <a:stretch/>
        </p:blipFill>
        <p:spPr>
          <a:xfrm>
            <a:off x="8545033" y="6177517"/>
            <a:ext cx="528084" cy="528084"/>
          </a:xfrm>
          <a:prstGeom prst="rect">
            <a:avLst/>
          </a:prstGeom>
        </p:spPr>
      </p:pic>
      <p:sp>
        <p:nvSpPr>
          <p:cNvPr id="28" name="TextBox 27">
            <a:extLst>
              <a:ext uri="{FF2B5EF4-FFF2-40B4-BE49-F238E27FC236}">
                <a16:creationId xmlns:a16="http://schemas.microsoft.com/office/drawing/2014/main" id="{200CFECE-5104-550A-603B-9D3962B99367}"/>
              </a:ext>
            </a:extLst>
          </p:cNvPr>
          <p:cNvSpPr txBox="1"/>
          <p:nvPr/>
        </p:nvSpPr>
        <p:spPr>
          <a:xfrm>
            <a:off x="9057165" y="6178923"/>
            <a:ext cx="3134835"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Important / Urgent</a:t>
            </a:r>
            <a:endParaRPr lang="en-IN" sz="2800" dirty="0">
              <a:latin typeface="Times New Roman" panose="02020603050405020304" pitchFamily="18" charset="0"/>
              <a:cs typeface="Times New Roman" panose="02020603050405020304" pitchFamily="18" charset="0"/>
            </a:endParaRPr>
          </a:p>
        </p:txBody>
      </p:sp>
      <p:pic>
        <p:nvPicPr>
          <p:cNvPr id="23" name="Graphic 22" descr="Bowl">
            <a:extLst>
              <a:ext uri="{FF2B5EF4-FFF2-40B4-BE49-F238E27FC236}">
                <a16:creationId xmlns:a16="http://schemas.microsoft.com/office/drawing/2014/main" id="{7BB9144A-43B3-BA88-969E-6437ABCB398E}"/>
              </a:ext>
            </a:extLst>
          </p:cNvPr>
          <p:cNvPicPr>
            <a:picLocks noChangeAspect="1"/>
          </p:cNvPicPr>
          <p:nvPr/>
        </p:nvPicPr>
        <p:blipFill>
          <a:blip r:embed="rId55">
            <a:extLst>
              <a:ext uri="{96DAC541-7B7A-43D3-8B79-37D633B846F1}">
                <asvg:svgBlip xmlns:asvg="http://schemas.microsoft.com/office/drawing/2016/SVG/main" r:embed="rId56"/>
              </a:ext>
            </a:extLst>
          </a:blip>
          <a:srcRect/>
          <a:stretch/>
        </p:blipFill>
        <p:spPr>
          <a:xfrm>
            <a:off x="8664616" y="2716300"/>
            <a:ext cx="671623" cy="671623"/>
          </a:xfrm>
          <a:prstGeom prst="rect">
            <a:avLst/>
          </a:prstGeom>
        </p:spPr>
      </p:pic>
      <p:sp>
        <p:nvSpPr>
          <p:cNvPr id="31" name="TextBox 30">
            <a:extLst>
              <a:ext uri="{FF2B5EF4-FFF2-40B4-BE49-F238E27FC236}">
                <a16:creationId xmlns:a16="http://schemas.microsoft.com/office/drawing/2014/main" id="{6CB44405-4891-20EC-9AB3-71F2DA957963}"/>
              </a:ext>
            </a:extLst>
          </p:cNvPr>
          <p:cNvSpPr txBox="1"/>
          <p:nvPr/>
        </p:nvSpPr>
        <p:spPr>
          <a:xfrm>
            <a:off x="9403412" y="2783987"/>
            <a:ext cx="922116"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Rice</a:t>
            </a:r>
            <a:endParaRPr lang="en-IN" sz="2800" dirty="0">
              <a:latin typeface="Times New Roman" panose="02020603050405020304" pitchFamily="18" charset="0"/>
              <a:cs typeface="Times New Roman" panose="02020603050405020304" pitchFamily="18" charset="0"/>
            </a:endParaRPr>
          </a:p>
        </p:txBody>
      </p:sp>
      <p:pic>
        <p:nvPicPr>
          <p:cNvPr id="34" name="Graphic 33" descr="Cupcake">
            <a:extLst>
              <a:ext uri="{FF2B5EF4-FFF2-40B4-BE49-F238E27FC236}">
                <a16:creationId xmlns:a16="http://schemas.microsoft.com/office/drawing/2014/main" id="{2A88BE08-04C9-E6D0-3EF9-F2D43FA485E3}"/>
              </a:ext>
            </a:extLst>
          </p:cNvPr>
          <p:cNvPicPr>
            <a:picLocks noChangeAspect="1"/>
          </p:cNvPicPr>
          <p:nvPr/>
        </p:nvPicPr>
        <p:blipFill>
          <a:blip r:embed="rId57">
            <a:extLst>
              <a:ext uri="{96DAC541-7B7A-43D3-8B79-37D633B846F1}">
                <asvg:svgBlip xmlns:asvg="http://schemas.microsoft.com/office/drawing/2016/SVG/main" r:embed="rId58"/>
              </a:ext>
            </a:extLst>
          </a:blip>
          <a:srcRect/>
          <a:stretch/>
        </p:blipFill>
        <p:spPr>
          <a:xfrm>
            <a:off x="10759310" y="1315092"/>
            <a:ext cx="593252" cy="593252"/>
          </a:xfrm>
          <a:prstGeom prst="rect">
            <a:avLst/>
          </a:prstGeom>
        </p:spPr>
      </p:pic>
      <p:sp>
        <p:nvSpPr>
          <p:cNvPr id="37" name="TextBox 36">
            <a:extLst>
              <a:ext uri="{FF2B5EF4-FFF2-40B4-BE49-F238E27FC236}">
                <a16:creationId xmlns:a16="http://schemas.microsoft.com/office/drawing/2014/main" id="{E5C1C1AA-BBE6-B3F1-8F0B-B2C09558E010}"/>
              </a:ext>
            </a:extLst>
          </p:cNvPr>
          <p:cNvSpPr txBox="1"/>
          <p:nvPr/>
        </p:nvSpPr>
        <p:spPr>
          <a:xfrm>
            <a:off x="11336249" y="1349848"/>
            <a:ext cx="1711502"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Suji</a:t>
            </a:r>
          </a:p>
        </p:txBody>
      </p:sp>
    </p:spTree>
    <p:extLst>
      <p:ext uri="{BB962C8B-B14F-4D97-AF65-F5344CB8AC3E}">
        <p14:creationId xmlns:p14="http://schemas.microsoft.com/office/powerpoint/2010/main" val="3937586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C732C2-91D3-AA31-1E74-5A70C1340EB5}"/>
              </a:ext>
            </a:extLst>
          </p:cNvPr>
          <p:cNvSpPr txBox="1"/>
          <p:nvPr/>
        </p:nvSpPr>
        <p:spPr>
          <a:xfrm>
            <a:off x="215757" y="184937"/>
            <a:ext cx="11784458" cy="6555641"/>
          </a:xfrm>
          <a:prstGeom prst="rect">
            <a:avLst/>
          </a:prstGeom>
          <a:noFill/>
        </p:spPr>
        <p:txBody>
          <a:bodyPr wrap="square" rtlCol="0">
            <a:spAutoFit/>
          </a:bodyPr>
          <a:lstStyle/>
          <a:p>
            <a:pPr algn="just"/>
            <a:r>
              <a:rPr lang="en-US" sz="3000" dirty="0">
                <a:latin typeface="Times New Roman" panose="02020603050405020304" pitchFamily="18" charset="0"/>
                <a:cs typeface="Times New Roman" panose="02020603050405020304" pitchFamily="18" charset="0"/>
              </a:rPr>
              <a:t>You can reach out to me for any guidance, suggestions, or help regarding this system:</a:t>
            </a:r>
          </a:p>
          <a:p>
            <a:pPr algn="just"/>
            <a:r>
              <a:rPr lang="en-US" sz="3000" dirty="0">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hlinkClick r:id="rId2"/>
              </a:rPr>
              <a:t>mailto:rawatmadhurima4@gmail.com</a:t>
            </a:r>
            <a:r>
              <a:rPr lang="en-US" sz="3000" dirty="0">
                <a:latin typeface="Times New Roman" panose="02020603050405020304" pitchFamily="18" charset="0"/>
                <a:cs typeface="Times New Roman" panose="02020603050405020304" pitchFamily="18" charset="0"/>
              </a:rPr>
              <a:t>	🔗 </a:t>
            </a:r>
            <a:r>
              <a:rPr lang="en-US" sz="3000" dirty="0">
                <a:latin typeface="Times New Roman" panose="02020603050405020304" pitchFamily="18" charset="0"/>
                <a:cs typeface="Times New Roman" panose="02020603050405020304" pitchFamily="18" charset="0"/>
                <a:hlinkClick r:id="rId3"/>
              </a:rPr>
              <a:t>LinkedIn: Madhurima Rawat</a:t>
            </a:r>
            <a:endParaRPr lang="en-US" sz="3000" dirty="0">
              <a:latin typeface="Times New Roman" panose="02020603050405020304" pitchFamily="18" charset="0"/>
              <a:cs typeface="Times New Roman" panose="02020603050405020304" pitchFamily="18" charset="0"/>
            </a:endParaRPr>
          </a:p>
          <a:p>
            <a:pPr algn="just"/>
            <a:endParaRPr lang="en-US" sz="3000" dirty="0">
              <a:latin typeface="Times New Roman" panose="02020603050405020304" pitchFamily="18" charset="0"/>
              <a:cs typeface="Times New Roman" panose="02020603050405020304" pitchFamily="18" charset="0"/>
            </a:endParaRPr>
          </a:p>
          <a:p>
            <a:pPr algn="just"/>
            <a:r>
              <a:rPr lang="en-US" sz="3000" dirty="0">
                <a:latin typeface="Times New Roman" panose="02020603050405020304" pitchFamily="18" charset="0"/>
                <a:cs typeface="Times New Roman" panose="02020603050405020304" pitchFamily="18" charset="0"/>
              </a:rPr>
              <a:t>I have also included a slide containing the icons and labels as a separate PDF file, so it can be printed in high quality. I usually get all documents printed in PDF format, as it provides better clarity than image files. You can also convert it to any format of your choice directly from this PPT if needed.</a:t>
            </a:r>
          </a:p>
          <a:p>
            <a:pPr algn="just"/>
            <a:endParaRPr lang="en-US" sz="3000" dirty="0">
              <a:latin typeface="Times New Roman" panose="02020603050405020304" pitchFamily="18" charset="0"/>
              <a:cs typeface="Times New Roman" panose="02020603050405020304" pitchFamily="18" charset="0"/>
            </a:endParaRPr>
          </a:p>
          <a:p>
            <a:pPr algn="just"/>
            <a:r>
              <a:rPr lang="en-US" sz="3000" b="1" dirty="0">
                <a:latin typeface="Times New Roman" panose="02020603050405020304" pitchFamily="18" charset="0"/>
                <a:cs typeface="Times New Roman" panose="02020603050405020304" pitchFamily="18" charset="0"/>
              </a:rPr>
              <a:t>If this helped you, do drop a ⭐ on my repository </a:t>
            </a:r>
            <a:r>
              <a:rPr lang="en-IN" sz="3000" dirty="0">
                <a:latin typeface="Times New Roman" panose="02020603050405020304" pitchFamily="18" charset="0"/>
                <a:cs typeface="Times New Roman" panose="02020603050405020304" pitchFamily="18" charset="0"/>
                <a:hlinkClick r:id="rId4"/>
              </a:rPr>
              <a:t>https://github.com/madhurimarawat/Essential-Templates-Kit</a:t>
            </a:r>
            <a:r>
              <a:rPr lang="en-US" sz="3000" b="1" dirty="0">
                <a:latin typeface="Times New Roman" panose="02020603050405020304" pitchFamily="18" charset="0"/>
                <a:cs typeface="Times New Roman" panose="02020603050405020304" pitchFamily="18" charset="0"/>
              </a:rPr>
              <a:t>, it would mean a lot! </a:t>
            </a: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4229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TotalTime>
  <Words>634</Words>
  <Application>Microsoft Office PowerPoint</Application>
  <PresentationFormat>Widescreen</PresentationFormat>
  <Paragraphs>50</Paragraphs>
  <Slides>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Times New Roman</vt:lpstr>
      <vt:lpstr>Office Theme</vt:lpstr>
      <vt:lpstr>Daily Items Organization</vt:lpstr>
      <vt:lpstr>Icons and Labels</vt:lpstr>
      <vt:lpstr>Icons and Labels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Madhurima Rawat</dc:creator>
  <cp:lastModifiedBy>Madhurima Rawat</cp:lastModifiedBy>
  <cp:revision>181</cp:revision>
  <dcterms:created xsi:type="dcterms:W3CDTF">2026-03-23T04:37:25Z</dcterms:created>
  <dcterms:modified xsi:type="dcterms:W3CDTF">2026-04-09T04:46:59Z</dcterms:modified>
</cp:coreProperties>
</file>